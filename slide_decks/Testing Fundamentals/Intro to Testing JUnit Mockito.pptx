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61" r:id="rId1"/>
  </p:sldMasterIdLst>
  <p:notesMasterIdLst>
    <p:notesMasterId r:id="rId27"/>
  </p:notesMasterIdLst>
  <p:sldIdLst>
    <p:sldId id="256" r:id="rId2"/>
    <p:sldId id="343" r:id="rId3"/>
    <p:sldId id="361" r:id="rId4"/>
    <p:sldId id="315" r:id="rId5"/>
    <p:sldId id="370" r:id="rId6"/>
    <p:sldId id="371" r:id="rId7"/>
    <p:sldId id="372" r:id="rId8"/>
    <p:sldId id="373" r:id="rId9"/>
    <p:sldId id="362" r:id="rId10"/>
    <p:sldId id="328" r:id="rId11"/>
    <p:sldId id="376" r:id="rId12"/>
    <p:sldId id="363" r:id="rId13"/>
    <p:sldId id="316" r:id="rId14"/>
    <p:sldId id="377" r:id="rId15"/>
    <p:sldId id="374" r:id="rId16"/>
    <p:sldId id="364" r:id="rId17"/>
    <p:sldId id="319" r:id="rId18"/>
    <p:sldId id="332" r:id="rId19"/>
    <p:sldId id="333" r:id="rId20"/>
    <p:sldId id="375" r:id="rId21"/>
    <p:sldId id="331" r:id="rId22"/>
    <p:sldId id="378" r:id="rId23"/>
    <p:sldId id="379" r:id="rId24"/>
    <p:sldId id="334" r:id="rId25"/>
    <p:sldId id="270" r:id="rId26"/>
  </p:sldIdLst>
  <p:sldSz cx="9144000" cy="6858000" type="screen4x3"/>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76">
          <p15:clr>
            <a:srgbClr val="A4A3A4"/>
          </p15:clr>
        </p15:guide>
        <p15:guide id="2" orient="horz" pos="763">
          <p15:clr>
            <a:srgbClr val="A4A3A4"/>
          </p15:clr>
        </p15:guide>
        <p15:guide id="3" orient="horz" pos="288">
          <p15:clr>
            <a:srgbClr val="A4A3A4"/>
          </p15:clr>
        </p15:guide>
        <p15:guide id="4" orient="horz" pos="708">
          <p15:clr>
            <a:srgbClr val="A4A3A4"/>
          </p15:clr>
        </p15:guide>
        <p15:guide id="5" pos="240">
          <p15:clr>
            <a:srgbClr val="A4A3A4"/>
          </p15:clr>
        </p15:guide>
        <p15:guide id="6" pos="5035">
          <p15:clr>
            <a:srgbClr val="A4A3A4"/>
          </p15:clr>
        </p15:guide>
        <p15:guide id="7" pos="3437">
          <p15:clr>
            <a:srgbClr val="A4A3A4"/>
          </p15:clr>
        </p15:guide>
        <p15:guide id="8" pos="3495">
          <p15:clr>
            <a:srgbClr val="A4A3A4"/>
          </p15:clr>
        </p15:guide>
        <p15:guide id="9" pos="1825">
          <p15:clr>
            <a:srgbClr val="A4A3A4"/>
          </p15:clr>
        </p15:guide>
        <p15:guide id="10" pos="1882">
          <p15:clr>
            <a:srgbClr val="A4A3A4"/>
          </p15:clr>
        </p15:guide>
        <p15:guide id="11" pos="3399">
          <p15:clr>
            <a:srgbClr val="A4A3A4"/>
          </p15:clr>
        </p15:guide>
        <p15:guide id="12" pos="2122">
          <p15:clr>
            <a:srgbClr val="A4A3A4"/>
          </p15:clr>
        </p15:guide>
        <p15:guide id="13" orient="horz" pos="765">
          <p15:clr>
            <a:srgbClr val="A4A3A4"/>
          </p15:clr>
        </p15:guide>
        <p15:guide id="14" pos="2880">
          <p15:clr>
            <a:srgbClr val="A4A3A4"/>
          </p15:clr>
        </p15:guide>
        <p15:guide id="15" pos="1440">
          <p15:clr>
            <a:srgbClr val="A4A3A4"/>
          </p15:clr>
        </p15:guide>
        <p15:guide id="16" pos="4320">
          <p15:clr>
            <a:srgbClr val="A4A3A4"/>
          </p15:clr>
        </p15:guide>
      </p15:sldGuideLst>
    </p:ext>
    <p:ext uri="{2D200454-40CA-4A62-9FC3-DE9A4176ACB9}">
      <p15:notesGuideLst xmlns:p15="http://schemas.microsoft.com/office/powerpoint/2012/main">
        <p15:guide id="1" orient="horz" pos="3002">
          <p15:clr>
            <a:srgbClr val="A4A3A4"/>
          </p15:clr>
        </p15:guide>
        <p15:guide id="2" pos="2282">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9" d="100"/>
          <a:sy n="69" d="100"/>
        </p:scale>
        <p:origin x="1398" y="60"/>
      </p:cViewPr>
      <p:guideLst>
        <p:guide orient="horz" pos="4176"/>
        <p:guide orient="horz" pos="763"/>
        <p:guide orient="horz" pos="288"/>
        <p:guide orient="horz" pos="708"/>
        <p:guide pos="240"/>
        <p:guide pos="5035"/>
        <p:guide pos="3437"/>
        <p:guide pos="3495"/>
        <p:guide pos="1825"/>
        <p:guide pos="1882"/>
        <p:guide pos="3399"/>
        <p:guide pos="2122"/>
        <p:guide orient="horz" pos="765"/>
        <p:guide pos="2880"/>
        <p:guide pos="1440"/>
        <p:guide pos="4320"/>
      </p:guideLst>
    </p:cSldViewPr>
  </p:slideViewPr>
  <p:notesTextViewPr>
    <p:cViewPr>
      <p:scale>
        <a:sx n="3" d="2"/>
        <a:sy n="3" d="2"/>
      </p:scale>
      <p:origin x="-6" y="-18"/>
    </p:cViewPr>
  </p:notesTextViewPr>
  <p:notesViewPr>
    <p:cSldViewPr snapToGrid="0">
      <p:cViewPr varScale="1">
        <p:scale>
          <a:sx n="100" d="100"/>
          <a:sy n="100" d="100"/>
        </p:scale>
        <p:origin x="0" y="0"/>
      </p:cViewPr>
      <p:guideLst>
        <p:guide orient="horz" pos="3002"/>
        <p:guide pos="2282"/>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037840" cy="464820"/>
          </a:xfrm>
          <a:prstGeom prst="rect">
            <a:avLst/>
          </a:prstGeom>
          <a:noFill/>
          <a:ln>
            <a:noFill/>
          </a:ln>
        </p:spPr>
        <p:txBody>
          <a:bodyPr spcFirstLastPara="1" wrap="square" lIns="93150" tIns="46575" rIns="93150" bIns="46575" anchor="t"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0"/>
            <a:ext cx="3037840" cy="464820"/>
          </a:xfrm>
          <a:prstGeom prst="rect">
            <a:avLst/>
          </a:prstGeom>
          <a:noFill/>
          <a:ln>
            <a:noFill/>
          </a:ln>
        </p:spPr>
        <p:txBody>
          <a:bodyPr spcFirstLastPara="1" wrap="square" lIns="93150" tIns="46575" rIns="93150" bIns="46575" anchor="t" anchorCtr="0"/>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15790"/>
            <a:ext cx="5608320" cy="4183380"/>
          </a:xfrm>
          <a:prstGeom prst="rect">
            <a:avLst/>
          </a:prstGeom>
          <a:noFill/>
          <a:ln>
            <a:noFill/>
          </a:ln>
        </p:spPr>
        <p:txBody>
          <a:bodyPr spcFirstLastPara="1" wrap="square" lIns="93150" tIns="46575" rIns="93150" bIns="4657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8829965"/>
            <a:ext cx="3037840" cy="464820"/>
          </a:xfrm>
          <a:prstGeom prst="rect">
            <a:avLst/>
          </a:prstGeom>
          <a:noFill/>
          <a:ln>
            <a:noFill/>
          </a:ln>
        </p:spPr>
        <p:txBody>
          <a:bodyPr spcFirstLastPara="1" wrap="square" lIns="93150" tIns="46575" rIns="93150" bIns="46575" anchor="b" anchorCtr="0"/>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829965"/>
            <a:ext cx="3037840" cy="464820"/>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210" name="Google Shape;210;p1: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5:notes"/>
          <p:cNvSpPr txBox="1">
            <a:spLocks noGrp="1"/>
          </p:cNvSpPr>
          <p:nvPr>
            <p:ph type="body" idx="1"/>
          </p:nvPr>
        </p:nvSpPr>
        <p:spPr>
          <a:xfrm>
            <a:off x="701040" y="4415790"/>
            <a:ext cx="5608320" cy="4183380"/>
          </a:xfrm>
          <a:prstGeom prst="rect">
            <a:avLst/>
          </a:prstGeom>
        </p:spPr>
        <p:txBody>
          <a:bodyPr spcFirstLastPara="1" wrap="square" lIns="93150" tIns="46575" rIns="93150" bIns="46575" anchor="t" anchorCtr="0">
            <a:noAutofit/>
          </a:bodyPr>
          <a:lstStyle/>
          <a:p>
            <a:pPr marL="0" lvl="0" indent="0" algn="l" rtl="0">
              <a:spcBef>
                <a:spcPts val="0"/>
              </a:spcBef>
              <a:spcAft>
                <a:spcPts val="0"/>
              </a:spcAft>
              <a:buNone/>
            </a:pPr>
            <a:endParaRPr/>
          </a:p>
        </p:txBody>
      </p:sp>
      <p:sp>
        <p:nvSpPr>
          <p:cNvPr id="307" name="Google Shape;307;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pic>
        <p:nvPicPr>
          <p:cNvPr id="34" name="Google Shape;34;p2"/>
          <p:cNvPicPr preferRelativeResize="0"/>
          <p:nvPr/>
        </p:nvPicPr>
        <p:blipFill rotWithShape="1">
          <a:blip r:embed="rId2">
            <a:alphaModFix/>
          </a:blip>
          <a:srcRect t="33848" b="649"/>
          <a:stretch/>
        </p:blipFill>
        <p:spPr>
          <a:xfrm>
            <a:off x="-1" y="0"/>
            <a:ext cx="9144002" cy="5030078"/>
          </a:xfrm>
          <a:prstGeom prst="rect">
            <a:avLst/>
          </a:prstGeom>
          <a:noFill/>
          <a:ln>
            <a:noFill/>
          </a:ln>
        </p:spPr>
      </p:pic>
      <p:grpSp>
        <p:nvGrpSpPr>
          <p:cNvPr id="35" name="Google Shape;35;p2"/>
          <p:cNvGrpSpPr/>
          <p:nvPr/>
        </p:nvGrpSpPr>
        <p:grpSpPr>
          <a:xfrm>
            <a:off x="496176" y="5451818"/>
            <a:ext cx="3105481" cy="975083"/>
            <a:chOff x="2814452" y="4625522"/>
            <a:chExt cx="5459889" cy="1714337"/>
          </a:xfrm>
        </p:grpSpPr>
        <p:sp>
          <p:nvSpPr>
            <p:cNvPr id="36" name="Google Shape;36;p2"/>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7" name="Google Shape;37;p2"/>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8" name="Google Shape;38;p2"/>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39" name="Google Shape;39;p2"/>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0" name="Google Shape;40;p2"/>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1" name="Google Shape;41;p2"/>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2" name="Google Shape;42;p2"/>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3" name="Google Shape;43;p2"/>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 name="Google Shape;44;p2"/>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5" name="Google Shape;45;p2"/>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6" name="Google Shape;46;p2"/>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 name="Google Shape;47;p2"/>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8" name="Google Shape;48;p2"/>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 name="Google Shape;49;p2"/>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0" name="Google Shape;50;p2"/>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1" name="Google Shape;51;p2"/>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2" name="Google Shape;52;p2"/>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53" name="Google Shape;53;p2"/>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54" name="Google Shape;54;p2"/>
          <p:cNvSpPr txBox="1">
            <a:spLocks noGrp="1"/>
          </p:cNvSpPr>
          <p:nvPr>
            <p:ph type="ctrTitle"/>
          </p:nvPr>
        </p:nvSpPr>
        <p:spPr>
          <a:xfrm>
            <a:off x="496177" y="320634"/>
            <a:ext cx="6807148" cy="2543545"/>
          </a:xfrm>
          <a:prstGeom prst="rect">
            <a:avLst/>
          </a:prstGeom>
          <a:noFill/>
          <a:ln>
            <a:noFill/>
          </a:ln>
        </p:spPr>
        <p:txBody>
          <a:bodyPr spcFirstLastPara="1" wrap="square" lIns="91425" tIns="45700" rIns="91425" bIns="45700" anchor="b" anchorCtr="0"/>
          <a:lstStyle>
            <a:lvl1pPr lvl="0" algn="l">
              <a:lnSpc>
                <a:spcPct val="80000"/>
              </a:lnSpc>
              <a:spcBef>
                <a:spcPts val="0"/>
              </a:spcBef>
              <a:spcAft>
                <a:spcPts val="0"/>
              </a:spcAft>
              <a:buClr>
                <a:schemeClr val="accent1"/>
              </a:buClr>
              <a:buSzPts val="4400"/>
              <a:buFont typeface="Arial"/>
              <a:buNone/>
              <a:defRPr sz="4400">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
          <p:cNvSpPr txBox="1">
            <a:spLocks noGrp="1"/>
          </p:cNvSpPr>
          <p:nvPr>
            <p:ph type="subTitle" idx="1"/>
          </p:nvPr>
        </p:nvSpPr>
        <p:spPr>
          <a:xfrm>
            <a:off x="496176" y="2924299"/>
            <a:ext cx="6814614" cy="1752600"/>
          </a:xfrm>
          <a:prstGeom prst="rect">
            <a:avLst/>
          </a:prstGeom>
          <a:noFill/>
          <a:ln>
            <a:noFill/>
          </a:ln>
        </p:spPr>
        <p:txBody>
          <a:bodyPr spcFirstLastPara="1" wrap="square" lIns="91425" tIns="45700" rIns="91425" bIns="45700" anchor="t" anchorCtr="0"/>
          <a:lstStyle>
            <a:lvl1pPr lvl="0" algn="l">
              <a:spcBef>
                <a:spcPts val="560"/>
              </a:spcBef>
              <a:spcAft>
                <a:spcPts val="0"/>
              </a:spcAft>
              <a:buSzPts val="2800"/>
              <a:buNone/>
              <a:defRPr b="1">
                <a:solidFill>
                  <a:schemeClr val="lt1"/>
                </a:solidFill>
                <a:latin typeface="Arial"/>
                <a:ea typeface="Arial"/>
                <a:cs typeface="Arial"/>
                <a:sym typeface="Arial"/>
              </a:defRPr>
            </a:lvl1pPr>
            <a:lvl2pPr lvl="1" algn="ctr">
              <a:spcBef>
                <a:spcPts val="480"/>
              </a:spcBef>
              <a:spcAft>
                <a:spcPts val="0"/>
              </a:spcAft>
              <a:buSzPts val="24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Only" type="titleOnly">
  <p:cSld name="TITLE_ONLY">
    <p:spTree>
      <p:nvGrpSpPr>
        <p:cNvPr id="1" name="Shape 60"/>
        <p:cNvGrpSpPr/>
        <p:nvPr/>
      </p:nvGrpSpPr>
      <p:grpSpPr>
        <a:xfrm>
          <a:off x="0" y="0"/>
          <a:ext cx="0" cy="0"/>
          <a:chOff x="0" y="0"/>
          <a:chExt cx="0" cy="0"/>
        </a:xfrm>
      </p:grpSpPr>
      <p:sp>
        <p:nvSpPr>
          <p:cNvPr id="61" name="Google Shape;61;p4"/>
          <p:cNvSpPr/>
          <p:nvPr/>
        </p:nvSpPr>
        <p:spPr>
          <a:xfrm rot="10800000" flipH="1">
            <a:off x="0" y="1219200"/>
            <a:ext cx="9144000" cy="56388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2" name="Google Shape;62;p4"/>
          <p:cNvSpPr/>
          <p:nvPr/>
        </p:nvSpPr>
        <p:spPr>
          <a:xfrm>
            <a:off x="0" y="0"/>
            <a:ext cx="9144000" cy="1219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3" name="Google Shape;63;p4"/>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dk2"/>
              </a:buClr>
              <a:buSzPts val="2400"/>
              <a:buFont typeface="Arial"/>
              <a:buNone/>
              <a:defRPr>
                <a:solidFill>
                  <a:schemeClr val="dk2"/>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4"/>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65" name="Google Shape;65;p4"/>
          <p:cNvGrpSpPr/>
          <p:nvPr/>
        </p:nvGrpSpPr>
        <p:grpSpPr>
          <a:xfrm>
            <a:off x="7264458" y="365740"/>
            <a:ext cx="1553308" cy="487719"/>
            <a:chOff x="7264458" y="365740"/>
            <a:chExt cx="1553308" cy="487719"/>
          </a:xfrm>
        </p:grpSpPr>
        <p:sp>
          <p:nvSpPr>
            <p:cNvPr id="66" name="Google Shape;66;p4"/>
            <p:cNvSpPr/>
            <p:nvPr/>
          </p:nvSpPr>
          <p:spPr>
            <a:xfrm>
              <a:off x="7264458" y="705011"/>
              <a:ext cx="148988" cy="144669"/>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 name="Google Shape;67;p4"/>
            <p:cNvSpPr/>
            <p:nvPr/>
          </p:nvSpPr>
          <p:spPr>
            <a:xfrm>
              <a:off x="7450153" y="705011"/>
              <a:ext cx="131714" cy="144669"/>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 name="Google Shape;68;p4"/>
            <p:cNvSpPr/>
            <p:nvPr/>
          </p:nvSpPr>
          <p:spPr>
            <a:xfrm>
              <a:off x="7613446" y="705011"/>
              <a:ext cx="154116" cy="144669"/>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 name="Google Shape;69;p4"/>
            <p:cNvSpPr/>
            <p:nvPr/>
          </p:nvSpPr>
          <p:spPr>
            <a:xfrm>
              <a:off x="7767562" y="705011"/>
              <a:ext cx="173010" cy="144669"/>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 name="Google Shape;70;p4"/>
            <p:cNvSpPr/>
            <p:nvPr/>
          </p:nvSpPr>
          <p:spPr>
            <a:xfrm>
              <a:off x="7934364" y="705011"/>
              <a:ext cx="157895" cy="144669"/>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 name="Google Shape;71;p4"/>
            <p:cNvSpPr/>
            <p:nvPr/>
          </p:nvSpPr>
          <p:spPr>
            <a:xfrm>
              <a:off x="8122758" y="705011"/>
              <a:ext cx="154116" cy="148448"/>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 name="Google Shape;72;p4"/>
            <p:cNvSpPr/>
            <p:nvPr/>
          </p:nvSpPr>
          <p:spPr>
            <a:xfrm>
              <a:off x="8321678" y="705011"/>
              <a:ext cx="148448" cy="144669"/>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 name="Google Shape;73;p4"/>
            <p:cNvSpPr/>
            <p:nvPr/>
          </p:nvSpPr>
          <p:spPr>
            <a:xfrm>
              <a:off x="8507374" y="705011"/>
              <a:ext cx="131714" cy="144669"/>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 name="Google Shape;74;p4"/>
            <p:cNvSpPr/>
            <p:nvPr/>
          </p:nvSpPr>
          <p:spPr>
            <a:xfrm>
              <a:off x="7785916" y="618911"/>
              <a:ext cx="25911" cy="24831"/>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 name="Google Shape;75;p4"/>
            <p:cNvSpPr/>
            <p:nvPr/>
          </p:nvSpPr>
          <p:spPr>
            <a:xfrm>
              <a:off x="7868507" y="539289"/>
              <a:ext cx="37247" cy="44804"/>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 name="Google Shape;76;p4"/>
            <p:cNvSpPr/>
            <p:nvPr/>
          </p:nvSpPr>
          <p:spPr>
            <a:xfrm>
              <a:off x="7965403" y="477481"/>
              <a:ext cx="37787" cy="69366"/>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 name="Google Shape;77;p4"/>
            <p:cNvSpPr/>
            <p:nvPr/>
          </p:nvSpPr>
          <p:spPr>
            <a:xfrm>
              <a:off x="8070936" y="427548"/>
              <a:ext cx="32119" cy="95546"/>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8" name="Google Shape;78;p4"/>
            <p:cNvSpPr/>
            <p:nvPr/>
          </p:nvSpPr>
          <p:spPr>
            <a:xfrm>
              <a:off x="8178358" y="392731"/>
              <a:ext cx="29690" cy="119568"/>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9" name="Google Shape;79;p4"/>
            <p:cNvSpPr/>
            <p:nvPr/>
          </p:nvSpPr>
          <p:spPr>
            <a:xfrm>
              <a:off x="8280113" y="371948"/>
              <a:ext cx="46154" cy="14143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0" name="Google Shape;80;p4"/>
            <p:cNvSpPr/>
            <p:nvPr/>
          </p:nvSpPr>
          <p:spPr>
            <a:xfrm>
              <a:off x="8379438" y="365740"/>
              <a:ext cx="68826" cy="16167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1" name="Google Shape;81;p4"/>
            <p:cNvSpPr/>
            <p:nvPr/>
          </p:nvSpPr>
          <p:spPr>
            <a:xfrm>
              <a:off x="8477144" y="377076"/>
              <a:ext cx="95007" cy="176788"/>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2" name="Google Shape;82;p4"/>
            <p:cNvSpPr/>
            <p:nvPr/>
          </p:nvSpPr>
          <p:spPr>
            <a:xfrm>
              <a:off x="8573230" y="405416"/>
              <a:ext cx="122537" cy="187584"/>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3" name="Google Shape;83;p4"/>
            <p:cNvSpPr/>
            <p:nvPr/>
          </p:nvSpPr>
          <p:spPr>
            <a:xfrm>
              <a:off x="8663109" y="450760"/>
              <a:ext cx="154656" cy="19352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pic>
        <p:nvPicPr>
          <p:cNvPr id="85" name="Google Shape;85;p5"/>
          <p:cNvPicPr preferRelativeResize="0"/>
          <p:nvPr/>
        </p:nvPicPr>
        <p:blipFill rotWithShape="1">
          <a:blip r:embed="rId2">
            <a:alphaModFix/>
          </a:blip>
          <a:srcRect t="33085" b="1379"/>
          <a:stretch/>
        </p:blipFill>
        <p:spPr>
          <a:xfrm rot="10800000" flipH="1">
            <a:off x="0" y="0"/>
            <a:ext cx="9144000" cy="5030078"/>
          </a:xfrm>
          <a:prstGeom prst="rect">
            <a:avLst/>
          </a:prstGeom>
          <a:noFill/>
          <a:ln>
            <a:noFill/>
          </a:ln>
        </p:spPr>
      </p:pic>
      <p:grpSp>
        <p:nvGrpSpPr>
          <p:cNvPr id="86" name="Google Shape;86;p5"/>
          <p:cNvGrpSpPr/>
          <p:nvPr/>
        </p:nvGrpSpPr>
        <p:grpSpPr>
          <a:xfrm>
            <a:off x="496176" y="5451818"/>
            <a:ext cx="3105481" cy="975083"/>
            <a:chOff x="2814452" y="4625522"/>
            <a:chExt cx="5459889" cy="1714337"/>
          </a:xfrm>
        </p:grpSpPr>
        <p:sp>
          <p:nvSpPr>
            <p:cNvPr id="87" name="Google Shape;87;p5"/>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8" name="Google Shape;88;p5"/>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89" name="Google Shape;89;p5"/>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0" name="Google Shape;90;p5"/>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1" name="Google Shape;91;p5"/>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2" name="Google Shape;92;p5"/>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3" name="Google Shape;93;p5"/>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4" name="Google Shape;94;p5"/>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5" name="Google Shape;95;p5"/>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6" name="Google Shape;96;p5"/>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7" name="Google Shape;97;p5"/>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8" name="Google Shape;98;p5"/>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99" name="Google Shape;99;p5"/>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0" name="Google Shape;100;p5"/>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1" name="Google Shape;101;p5"/>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2" name="Google Shape;102;p5"/>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3" name="Google Shape;103;p5"/>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04" name="Google Shape;104;p5"/>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05" name="Google Shape;105;p5"/>
          <p:cNvSpPr txBox="1">
            <a:spLocks noGrp="1"/>
          </p:cNvSpPr>
          <p:nvPr>
            <p:ph type="ctrTitle"/>
          </p:nvPr>
        </p:nvSpPr>
        <p:spPr>
          <a:xfrm>
            <a:off x="496177" y="320634"/>
            <a:ext cx="6807148" cy="2543545"/>
          </a:xfrm>
          <a:prstGeom prst="rect">
            <a:avLst/>
          </a:prstGeom>
          <a:noFill/>
          <a:ln>
            <a:noFill/>
          </a:ln>
        </p:spPr>
        <p:txBody>
          <a:bodyPr spcFirstLastPara="1" wrap="square" lIns="91425" tIns="45700" rIns="91425" bIns="45700" anchor="b" anchorCtr="0"/>
          <a:lstStyle>
            <a:lvl1pPr lvl="0" algn="l">
              <a:lnSpc>
                <a:spcPct val="80000"/>
              </a:lnSpc>
              <a:spcBef>
                <a:spcPts val="0"/>
              </a:spcBef>
              <a:spcAft>
                <a:spcPts val="0"/>
              </a:spcAft>
              <a:buClr>
                <a:schemeClr val="lt1"/>
              </a:buClr>
              <a:buSzPts val="4400"/>
              <a:buFont typeface="Arial"/>
              <a:buNone/>
              <a:defRPr sz="4400">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5"/>
          <p:cNvSpPr txBox="1">
            <a:spLocks noGrp="1"/>
          </p:cNvSpPr>
          <p:nvPr>
            <p:ph type="subTitle" idx="1"/>
          </p:nvPr>
        </p:nvSpPr>
        <p:spPr>
          <a:xfrm>
            <a:off x="496176" y="2924299"/>
            <a:ext cx="6814614" cy="1752600"/>
          </a:xfrm>
          <a:prstGeom prst="rect">
            <a:avLst/>
          </a:prstGeom>
          <a:noFill/>
          <a:ln>
            <a:noFill/>
          </a:ln>
        </p:spPr>
        <p:txBody>
          <a:bodyPr spcFirstLastPara="1" wrap="square" lIns="91425" tIns="45700" rIns="91425" bIns="45700" anchor="t" anchorCtr="0"/>
          <a:lstStyle>
            <a:lvl1pPr lvl="0" algn="l">
              <a:spcBef>
                <a:spcPts val="560"/>
              </a:spcBef>
              <a:spcAft>
                <a:spcPts val="0"/>
              </a:spcAft>
              <a:buSzPts val="2800"/>
              <a:buNone/>
              <a:defRPr>
                <a:solidFill>
                  <a:schemeClr val="dk2"/>
                </a:solidFill>
                <a:latin typeface="Arial"/>
                <a:ea typeface="Arial"/>
                <a:cs typeface="Arial"/>
                <a:sym typeface="Arial"/>
              </a:defRPr>
            </a:lvl1pPr>
            <a:lvl2pPr lvl="1" algn="ctr">
              <a:spcBef>
                <a:spcPts val="480"/>
              </a:spcBef>
              <a:spcAft>
                <a:spcPts val="0"/>
              </a:spcAft>
              <a:buSzPts val="24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107"/>
        <p:cNvGrpSpPr/>
        <p:nvPr/>
      </p:nvGrpSpPr>
      <p:grpSpPr>
        <a:xfrm>
          <a:off x="0" y="0"/>
          <a:ext cx="0" cy="0"/>
          <a:chOff x="0" y="0"/>
          <a:chExt cx="0" cy="0"/>
        </a:xfrm>
      </p:grpSpPr>
      <p:sp>
        <p:nvSpPr>
          <p:cNvPr id="108" name="Google Shape;108;p6"/>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09" name="Google Shape;109;p6"/>
          <p:cNvPicPr preferRelativeResize="0"/>
          <p:nvPr/>
        </p:nvPicPr>
        <p:blipFill rotWithShape="1">
          <a:blip r:embed="rId2">
            <a:alphaModFix/>
          </a:blip>
          <a:srcRect t="67499" b="6701"/>
          <a:stretch/>
        </p:blipFill>
        <p:spPr>
          <a:xfrm rot="10800000" flipH="1">
            <a:off x="0" y="1740436"/>
            <a:ext cx="9144000" cy="1502227"/>
          </a:xfrm>
          <a:prstGeom prst="rect">
            <a:avLst/>
          </a:prstGeom>
          <a:noFill/>
          <a:ln>
            <a:noFill/>
          </a:ln>
        </p:spPr>
      </p:pic>
      <p:pic>
        <p:nvPicPr>
          <p:cNvPr id="110" name="Google Shape;110;p6"/>
          <p:cNvPicPr preferRelativeResize="0"/>
          <p:nvPr/>
        </p:nvPicPr>
        <p:blipFill rotWithShape="1">
          <a:blip r:embed="rId3">
            <a:alphaModFix/>
          </a:blip>
          <a:srcRect t="24620" b="16130"/>
          <a:stretch/>
        </p:blipFill>
        <p:spPr>
          <a:xfrm flipH="1">
            <a:off x="2766" y="3242663"/>
            <a:ext cx="9144000" cy="3615334"/>
          </a:xfrm>
          <a:prstGeom prst="rect">
            <a:avLst/>
          </a:prstGeom>
          <a:noFill/>
          <a:ln>
            <a:noFill/>
          </a:ln>
        </p:spPr>
      </p:pic>
      <p:sp>
        <p:nvSpPr>
          <p:cNvPr id="111" name="Google Shape;111;p6"/>
          <p:cNvSpPr/>
          <p:nvPr/>
        </p:nvSpPr>
        <p:spPr>
          <a:xfrm>
            <a:off x="-3" y="0"/>
            <a:ext cx="9143999" cy="174043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12" name="Google Shape;112;p6"/>
          <p:cNvGrpSpPr/>
          <p:nvPr/>
        </p:nvGrpSpPr>
        <p:grpSpPr>
          <a:xfrm>
            <a:off x="496176" y="382676"/>
            <a:ext cx="3105481" cy="975083"/>
            <a:chOff x="2814452" y="4625522"/>
            <a:chExt cx="5459889" cy="1714337"/>
          </a:xfrm>
        </p:grpSpPr>
        <p:sp>
          <p:nvSpPr>
            <p:cNvPr id="113" name="Google Shape;113;p6"/>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4" name="Google Shape;114;p6"/>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5" name="Google Shape;115;p6"/>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6" name="Google Shape;116;p6"/>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7" name="Google Shape;117;p6"/>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8" name="Google Shape;118;p6"/>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19" name="Google Shape;119;p6"/>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0" name="Google Shape;120;p6"/>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1" name="Google Shape;121;p6"/>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2" name="Google Shape;122;p6"/>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3" name="Google Shape;123;p6"/>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4" name="Google Shape;124;p6"/>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5" name="Google Shape;125;p6"/>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6" name="Google Shape;126;p6"/>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7" name="Google Shape;127;p6"/>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8" name="Google Shape;128;p6"/>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29" name="Google Shape;129;p6"/>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0" name="Google Shape;130;p6"/>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31" name="Google Shape;131;p6"/>
          <p:cNvSpPr txBox="1">
            <a:spLocks noGrp="1"/>
          </p:cNvSpPr>
          <p:nvPr>
            <p:ph type="body" idx="1"/>
          </p:nvPr>
        </p:nvSpPr>
        <p:spPr>
          <a:xfrm>
            <a:off x="323135" y="1846263"/>
            <a:ext cx="8441453" cy="1241425"/>
          </a:xfrm>
          <a:prstGeom prst="rect">
            <a:avLst/>
          </a:prstGeom>
          <a:noFill/>
          <a:ln>
            <a:noFill/>
          </a:ln>
        </p:spPr>
        <p:txBody>
          <a:bodyPr spcFirstLastPara="1" wrap="square" lIns="91425" tIns="45700" rIns="91425" bIns="45700" anchor="ctr" anchorCtr="0"/>
          <a:lstStyle>
            <a:lvl1pPr marL="457200" lvl="0" indent="-228600" algn="l">
              <a:spcBef>
                <a:spcPts val="800"/>
              </a:spcBef>
              <a:spcAft>
                <a:spcPts val="0"/>
              </a:spcAft>
              <a:buSzPts val="4000"/>
              <a:buNone/>
              <a:defRPr sz="4000" b="1">
                <a:solidFill>
                  <a:schemeClr val="lt1"/>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300"/>
                                  </p:stCondLst>
                                  <p:childTnLst>
                                    <p:set>
                                      <p:cBhvr>
                                        <p:cTn id="6" dur="1" fill="hold">
                                          <p:stCondLst>
                                            <p:cond delay="0"/>
                                          </p:stCondLst>
                                        </p:cTn>
                                        <p:tgtEl>
                                          <p:spTgt spid="110"/>
                                        </p:tgtEl>
                                        <p:attrNameLst>
                                          <p:attrName>style.visibility</p:attrName>
                                        </p:attrNameLst>
                                      </p:cBhvr>
                                      <p:to>
                                        <p:strVal val="visible"/>
                                      </p:to>
                                    </p:set>
                                    <p:anim calcmode="lin" valueType="num">
                                      <p:cBhvr additive="base">
                                        <p:cTn id="7" dur="750"/>
                                        <p:tgtEl>
                                          <p:spTgt spid="110"/>
                                        </p:tgtEl>
                                        <p:attrNameLst>
                                          <p:attrName>ppt_x</p:attrName>
                                        </p:attrNameLst>
                                      </p:cBhvr>
                                      <p:tavLst>
                                        <p:tav tm="0">
                                          <p:val>
                                            <p:strVal val="#ppt_x-1"/>
                                          </p:val>
                                        </p:tav>
                                        <p:tav tm="100000">
                                          <p:val>
                                            <p:strVal val="#ppt_x"/>
                                          </p:val>
                                        </p:tav>
                                      </p:tavLst>
                                    </p:anim>
                                  </p:childTnLst>
                                </p:cTn>
                              </p:par>
                              <p:par>
                                <p:cTn id="8" presetID="2" presetClass="entr" presetSubtype="1" fill="hold" nodeType="withEffect">
                                  <p:stCondLst>
                                    <p:cond delay="0"/>
                                  </p:stCondLst>
                                  <p:childTnLst>
                                    <p:set>
                                      <p:cBhvr>
                                        <p:cTn id="9" dur="1" fill="hold">
                                          <p:stCondLst>
                                            <p:cond delay="0"/>
                                          </p:stCondLst>
                                        </p:cTn>
                                        <p:tgtEl>
                                          <p:spTgt spid="109"/>
                                        </p:tgtEl>
                                        <p:attrNameLst>
                                          <p:attrName>style.visibility</p:attrName>
                                        </p:attrNameLst>
                                      </p:cBhvr>
                                      <p:to>
                                        <p:strVal val="visible"/>
                                      </p:to>
                                    </p:set>
                                    <p:anim calcmode="lin" valueType="num">
                                      <p:cBhvr additive="base">
                                        <p:cTn id="10" dur="750"/>
                                        <p:tgtEl>
                                          <p:spTgt spid="10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2">
  <p:cSld name="section 2">
    <p:spTree>
      <p:nvGrpSpPr>
        <p:cNvPr id="1" name="Shape 132"/>
        <p:cNvGrpSpPr/>
        <p:nvPr/>
      </p:nvGrpSpPr>
      <p:grpSpPr>
        <a:xfrm>
          <a:off x="0" y="0"/>
          <a:ext cx="0" cy="0"/>
          <a:chOff x="0" y="0"/>
          <a:chExt cx="0" cy="0"/>
        </a:xfrm>
      </p:grpSpPr>
      <p:pic>
        <p:nvPicPr>
          <p:cNvPr id="133" name="Google Shape;133;p7"/>
          <p:cNvPicPr preferRelativeResize="0"/>
          <p:nvPr/>
        </p:nvPicPr>
        <p:blipFill rotWithShape="1">
          <a:blip r:embed="rId2">
            <a:alphaModFix/>
          </a:blip>
          <a:srcRect l="6614" t="2065" r="80083" b="1471"/>
          <a:stretch/>
        </p:blipFill>
        <p:spPr>
          <a:xfrm rot="5400000">
            <a:off x="3820885" y="-2080448"/>
            <a:ext cx="1502227" cy="9143997"/>
          </a:xfrm>
          <a:prstGeom prst="rect">
            <a:avLst/>
          </a:prstGeom>
          <a:noFill/>
          <a:ln>
            <a:noFill/>
          </a:ln>
        </p:spPr>
      </p:pic>
      <p:pic>
        <p:nvPicPr>
          <p:cNvPr id="134" name="Google Shape;134;p7"/>
          <p:cNvPicPr preferRelativeResize="0"/>
          <p:nvPr/>
        </p:nvPicPr>
        <p:blipFill rotWithShape="1">
          <a:blip r:embed="rId3">
            <a:alphaModFix/>
          </a:blip>
          <a:srcRect t="20282" b="20282"/>
          <a:stretch/>
        </p:blipFill>
        <p:spPr>
          <a:xfrm>
            <a:off x="0" y="3242662"/>
            <a:ext cx="9144000" cy="3623223"/>
          </a:xfrm>
          <a:prstGeom prst="rect">
            <a:avLst/>
          </a:prstGeom>
          <a:noFill/>
          <a:ln>
            <a:noFill/>
          </a:ln>
        </p:spPr>
      </p:pic>
      <p:sp>
        <p:nvSpPr>
          <p:cNvPr id="135" name="Google Shape;135;p7"/>
          <p:cNvSpPr/>
          <p:nvPr/>
        </p:nvSpPr>
        <p:spPr>
          <a:xfrm>
            <a:off x="-3" y="0"/>
            <a:ext cx="9143999" cy="174043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136" name="Google Shape;136;p7"/>
          <p:cNvGrpSpPr/>
          <p:nvPr/>
        </p:nvGrpSpPr>
        <p:grpSpPr>
          <a:xfrm>
            <a:off x="496176" y="382676"/>
            <a:ext cx="3105481" cy="975083"/>
            <a:chOff x="2814452" y="4625522"/>
            <a:chExt cx="5459889" cy="1714337"/>
          </a:xfrm>
        </p:grpSpPr>
        <p:sp>
          <p:nvSpPr>
            <p:cNvPr id="137" name="Google Shape;137;p7"/>
            <p:cNvSpPr/>
            <p:nvPr/>
          </p:nvSpPr>
          <p:spPr>
            <a:xfrm>
              <a:off x="2814452" y="5818063"/>
              <a:ext cx="523694" cy="508514"/>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8" name="Google Shape;138;p7"/>
            <p:cNvSpPr/>
            <p:nvPr/>
          </p:nvSpPr>
          <p:spPr>
            <a:xfrm>
              <a:off x="3467172" y="5818063"/>
              <a:ext cx="462976" cy="508514"/>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9" name="Google Shape;139;p7"/>
            <p:cNvSpPr/>
            <p:nvPr/>
          </p:nvSpPr>
          <p:spPr>
            <a:xfrm>
              <a:off x="4041148" y="5818063"/>
              <a:ext cx="541720" cy="508514"/>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0" name="Google Shape;140;p7"/>
            <p:cNvSpPr/>
            <p:nvPr/>
          </p:nvSpPr>
          <p:spPr>
            <a:xfrm>
              <a:off x="4582868" y="5818063"/>
              <a:ext cx="608130" cy="508514"/>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1" name="Google Shape;141;p7"/>
            <p:cNvSpPr/>
            <p:nvPr/>
          </p:nvSpPr>
          <p:spPr>
            <a:xfrm>
              <a:off x="5169177" y="5818063"/>
              <a:ext cx="555002" cy="508514"/>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2" name="Google Shape;142;p7"/>
            <p:cNvSpPr/>
            <p:nvPr/>
          </p:nvSpPr>
          <p:spPr>
            <a:xfrm>
              <a:off x="5831384" y="5818063"/>
              <a:ext cx="541720" cy="521796"/>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3" name="Google Shape;143;p7"/>
            <p:cNvSpPr/>
            <p:nvPr/>
          </p:nvSpPr>
          <p:spPr>
            <a:xfrm>
              <a:off x="6530592" y="5818063"/>
              <a:ext cx="521796" cy="508514"/>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4" name="Google Shape;144;p7"/>
            <p:cNvSpPr/>
            <p:nvPr/>
          </p:nvSpPr>
          <p:spPr>
            <a:xfrm>
              <a:off x="7183312" y="5818063"/>
              <a:ext cx="462976" cy="508514"/>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5" name="Google Shape;145;p7"/>
            <p:cNvSpPr/>
            <p:nvPr/>
          </p:nvSpPr>
          <p:spPr>
            <a:xfrm>
              <a:off x="4647381" y="5515421"/>
              <a:ext cx="91077" cy="87282"/>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6" name="Google Shape;146;p7"/>
            <p:cNvSpPr/>
            <p:nvPr/>
          </p:nvSpPr>
          <p:spPr>
            <a:xfrm>
              <a:off x="4937689" y="5235549"/>
              <a:ext cx="130923" cy="157487"/>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7" name="Google Shape;147;p7"/>
            <p:cNvSpPr/>
            <p:nvPr/>
          </p:nvSpPr>
          <p:spPr>
            <a:xfrm>
              <a:off x="5278280" y="5018292"/>
              <a:ext cx="132821" cy="243821"/>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8" name="Google Shape;148;p7"/>
            <p:cNvSpPr/>
            <p:nvPr/>
          </p:nvSpPr>
          <p:spPr>
            <a:xfrm>
              <a:off x="5649230" y="4842779"/>
              <a:ext cx="112898" cy="335847"/>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9" name="Google Shape;149;p7"/>
            <p:cNvSpPr/>
            <p:nvPr/>
          </p:nvSpPr>
          <p:spPr>
            <a:xfrm>
              <a:off x="6026821" y="4720394"/>
              <a:ext cx="104359" cy="42028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0" name="Google Shape;150;p7"/>
            <p:cNvSpPr/>
            <p:nvPr/>
          </p:nvSpPr>
          <p:spPr>
            <a:xfrm>
              <a:off x="6384489" y="4647343"/>
              <a:ext cx="162232" cy="497129"/>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1" name="Google Shape;151;p7"/>
            <p:cNvSpPr/>
            <p:nvPr/>
          </p:nvSpPr>
          <p:spPr>
            <a:xfrm>
              <a:off x="6733618" y="4625522"/>
              <a:ext cx="241924" cy="56828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2" name="Google Shape;152;p7"/>
            <p:cNvSpPr/>
            <p:nvPr/>
          </p:nvSpPr>
          <p:spPr>
            <a:xfrm>
              <a:off x="7077055" y="4665368"/>
              <a:ext cx="333950" cy="621412"/>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3" name="Google Shape;153;p7"/>
            <p:cNvSpPr/>
            <p:nvPr/>
          </p:nvSpPr>
          <p:spPr>
            <a:xfrm>
              <a:off x="7414800" y="4764984"/>
              <a:ext cx="430719" cy="659361"/>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4" name="Google Shape;154;p7"/>
            <p:cNvSpPr/>
            <p:nvPr/>
          </p:nvSpPr>
          <p:spPr>
            <a:xfrm>
              <a:off x="7730724" y="4924369"/>
              <a:ext cx="543617" cy="68023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155" name="Google Shape;155;p7"/>
          <p:cNvSpPr txBox="1">
            <a:spLocks noGrp="1"/>
          </p:cNvSpPr>
          <p:nvPr>
            <p:ph type="body" idx="1"/>
          </p:nvPr>
        </p:nvSpPr>
        <p:spPr>
          <a:xfrm>
            <a:off x="323135" y="1846263"/>
            <a:ext cx="8441453" cy="1241425"/>
          </a:xfrm>
          <a:prstGeom prst="rect">
            <a:avLst/>
          </a:prstGeom>
          <a:noFill/>
          <a:ln>
            <a:noFill/>
          </a:ln>
        </p:spPr>
        <p:txBody>
          <a:bodyPr spcFirstLastPara="1" wrap="square" lIns="91425" tIns="45700" rIns="91425" bIns="45700" anchor="ctr" anchorCtr="0"/>
          <a:lstStyle>
            <a:lvl1pPr marL="457200" lvl="0" indent="-228600" algn="l">
              <a:spcBef>
                <a:spcPts val="800"/>
              </a:spcBef>
              <a:spcAft>
                <a:spcPts val="0"/>
              </a:spcAft>
              <a:buSzPts val="4000"/>
              <a:buNone/>
              <a:defRPr sz="4000" b="1">
                <a:solidFill>
                  <a:schemeClr val="lt1"/>
                </a:solidFill>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withEffect">
                                  <p:stCondLst>
                                    <p:cond delay="0"/>
                                  </p:stCondLst>
                                  <p:childTnLst>
                                    <p:set>
                                      <p:cBhvr>
                                        <p:cTn id="6" dur="1" fill="hold">
                                          <p:stCondLst>
                                            <p:cond delay="0"/>
                                          </p:stCondLst>
                                        </p:cTn>
                                        <p:tgtEl>
                                          <p:spTgt spid="133"/>
                                        </p:tgtEl>
                                        <p:attrNameLst>
                                          <p:attrName>style.visibility</p:attrName>
                                        </p:attrNameLst>
                                      </p:cBhvr>
                                      <p:to>
                                        <p:strVal val="visible"/>
                                      </p:to>
                                    </p:set>
                                    <p:anim calcmode="lin" valueType="num">
                                      <p:cBhvr additive="base">
                                        <p:cTn id="7" dur="750"/>
                                        <p:tgtEl>
                                          <p:spTgt spid="133"/>
                                        </p:tgtEl>
                                        <p:attrNameLst>
                                          <p:attrName>ppt_y</p:attrName>
                                        </p:attrNameLst>
                                      </p:cBhvr>
                                      <p:tavLst>
                                        <p:tav tm="0">
                                          <p:val>
                                            <p:strVal val="#ppt_y-1"/>
                                          </p:val>
                                        </p:tav>
                                        <p:tav tm="100000">
                                          <p:val>
                                            <p:strVal val="#ppt_y"/>
                                          </p:val>
                                        </p:tav>
                                      </p:tavLst>
                                    </p:anim>
                                  </p:childTnLst>
                                </p:cTn>
                              </p:par>
                              <p:par>
                                <p:cTn id="8" presetID="2" presetClass="entr" presetSubtype="8" fill="hold" nodeType="withEffect">
                                  <p:stCondLst>
                                    <p:cond delay="300"/>
                                  </p:stCondLst>
                                  <p:childTnLst>
                                    <p:set>
                                      <p:cBhvr>
                                        <p:cTn id="9" dur="1" fill="hold">
                                          <p:stCondLst>
                                            <p:cond delay="0"/>
                                          </p:stCondLst>
                                        </p:cTn>
                                        <p:tgtEl>
                                          <p:spTgt spid="134"/>
                                        </p:tgtEl>
                                        <p:attrNameLst>
                                          <p:attrName>style.visibility</p:attrName>
                                        </p:attrNameLst>
                                      </p:cBhvr>
                                      <p:to>
                                        <p:strVal val="visible"/>
                                      </p:to>
                                    </p:set>
                                    <p:anim calcmode="lin" valueType="num">
                                      <p:cBhvr additive="base">
                                        <p:cTn id="10" dur="750"/>
                                        <p:tgtEl>
                                          <p:spTgt spid="134"/>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Only">
  <p:cSld name="Title Only">
    <p:spTree>
      <p:nvGrpSpPr>
        <p:cNvPr id="1" name="Shape 168"/>
        <p:cNvGrpSpPr/>
        <p:nvPr/>
      </p:nvGrpSpPr>
      <p:grpSpPr>
        <a:xfrm>
          <a:off x="0" y="0"/>
          <a:ext cx="0" cy="0"/>
          <a:chOff x="0" y="0"/>
          <a:chExt cx="0" cy="0"/>
        </a:xfrm>
      </p:grpSpPr>
      <p:pic>
        <p:nvPicPr>
          <p:cNvPr id="169" name="Google Shape;169;p10"/>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70" name="Google Shape;170;p10"/>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10"/>
          <p:cNvSpPr txBox="1">
            <a:spLocks noGrp="1"/>
          </p:cNvSpPr>
          <p:nvPr>
            <p:ph type="body" idx="1"/>
          </p:nvPr>
        </p:nvSpPr>
        <p:spPr>
          <a:xfrm>
            <a:off x="157163" y="133350"/>
            <a:ext cx="8826500" cy="5951538"/>
          </a:xfrm>
          <a:prstGeom prst="rect">
            <a:avLst/>
          </a:prstGeom>
          <a:noFill/>
          <a:ln>
            <a:noFill/>
          </a:ln>
        </p:spPr>
        <p:txBody>
          <a:bodyPr spcFirstLastPara="1" wrap="square" lIns="91425" tIns="45700" rIns="91425" bIns="45700" anchor="t" anchorCtr="0"/>
          <a:lstStyle>
            <a:lvl1pPr marL="457200" lvl="0" indent="-228600" algn="l">
              <a:spcBef>
                <a:spcPts val="560"/>
              </a:spcBef>
              <a:spcAft>
                <a:spcPts val="0"/>
              </a:spcAft>
              <a:buSzPts val="2800"/>
              <a:buNone/>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 white">
  <p:cSld name="title only - white">
    <p:spTree>
      <p:nvGrpSpPr>
        <p:cNvPr id="1" name="Shape 172"/>
        <p:cNvGrpSpPr/>
        <p:nvPr/>
      </p:nvGrpSpPr>
      <p:grpSpPr>
        <a:xfrm>
          <a:off x="0" y="0"/>
          <a:ext cx="0" cy="0"/>
          <a:chOff x="0" y="0"/>
          <a:chExt cx="0" cy="0"/>
        </a:xfrm>
      </p:grpSpPr>
      <p:sp>
        <p:nvSpPr>
          <p:cNvPr id="173" name="Google Shape;173;p11"/>
          <p:cNvSpPr/>
          <p:nvPr/>
        </p:nvSpPr>
        <p:spPr>
          <a:xfrm>
            <a:off x="0" y="0"/>
            <a:ext cx="9144000" cy="1219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74" name="Google Shape;174;p1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accent3"/>
              </a:buClr>
              <a:buSzPts val="2400"/>
              <a:buFont typeface="Arial"/>
              <a:buNone/>
              <a:defRPr>
                <a:solidFill>
                  <a:schemeClr val="accent3"/>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1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grpSp>
        <p:nvGrpSpPr>
          <p:cNvPr id="176" name="Google Shape;176;p11"/>
          <p:cNvGrpSpPr/>
          <p:nvPr/>
        </p:nvGrpSpPr>
        <p:grpSpPr>
          <a:xfrm>
            <a:off x="7264458" y="365740"/>
            <a:ext cx="1553308" cy="487719"/>
            <a:chOff x="7264458" y="365740"/>
            <a:chExt cx="1553308" cy="487719"/>
          </a:xfrm>
        </p:grpSpPr>
        <p:sp>
          <p:nvSpPr>
            <p:cNvPr id="177" name="Google Shape;177;p11"/>
            <p:cNvSpPr/>
            <p:nvPr/>
          </p:nvSpPr>
          <p:spPr>
            <a:xfrm>
              <a:off x="7264458" y="705011"/>
              <a:ext cx="148988" cy="144669"/>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8" name="Google Shape;178;p11"/>
            <p:cNvSpPr/>
            <p:nvPr/>
          </p:nvSpPr>
          <p:spPr>
            <a:xfrm>
              <a:off x="7450153" y="705011"/>
              <a:ext cx="131714" cy="144669"/>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9" name="Google Shape;179;p11"/>
            <p:cNvSpPr/>
            <p:nvPr/>
          </p:nvSpPr>
          <p:spPr>
            <a:xfrm>
              <a:off x="7613446" y="705011"/>
              <a:ext cx="154116" cy="144669"/>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0" name="Google Shape;180;p11"/>
            <p:cNvSpPr/>
            <p:nvPr/>
          </p:nvSpPr>
          <p:spPr>
            <a:xfrm>
              <a:off x="7767562" y="705011"/>
              <a:ext cx="173010" cy="144669"/>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1" name="Google Shape;181;p11"/>
            <p:cNvSpPr/>
            <p:nvPr/>
          </p:nvSpPr>
          <p:spPr>
            <a:xfrm>
              <a:off x="7934364" y="705011"/>
              <a:ext cx="157895" cy="144669"/>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2" name="Google Shape;182;p11"/>
            <p:cNvSpPr/>
            <p:nvPr/>
          </p:nvSpPr>
          <p:spPr>
            <a:xfrm>
              <a:off x="8122758" y="705011"/>
              <a:ext cx="154116" cy="148448"/>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3" name="Google Shape;183;p11"/>
            <p:cNvSpPr/>
            <p:nvPr/>
          </p:nvSpPr>
          <p:spPr>
            <a:xfrm>
              <a:off x="8321678" y="705011"/>
              <a:ext cx="148448" cy="144669"/>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4" name="Google Shape;184;p11"/>
            <p:cNvSpPr/>
            <p:nvPr/>
          </p:nvSpPr>
          <p:spPr>
            <a:xfrm>
              <a:off x="8507374" y="705011"/>
              <a:ext cx="131714" cy="144669"/>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5" name="Google Shape;185;p11"/>
            <p:cNvSpPr/>
            <p:nvPr/>
          </p:nvSpPr>
          <p:spPr>
            <a:xfrm>
              <a:off x="7785916" y="618911"/>
              <a:ext cx="25911" cy="24831"/>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6" name="Google Shape;186;p11"/>
            <p:cNvSpPr/>
            <p:nvPr/>
          </p:nvSpPr>
          <p:spPr>
            <a:xfrm>
              <a:off x="7868507" y="539289"/>
              <a:ext cx="37247" cy="44804"/>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7" name="Google Shape;187;p11"/>
            <p:cNvSpPr/>
            <p:nvPr/>
          </p:nvSpPr>
          <p:spPr>
            <a:xfrm>
              <a:off x="7965403" y="477481"/>
              <a:ext cx="37787" cy="69366"/>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8" name="Google Shape;188;p11"/>
            <p:cNvSpPr/>
            <p:nvPr/>
          </p:nvSpPr>
          <p:spPr>
            <a:xfrm>
              <a:off x="8070936" y="427548"/>
              <a:ext cx="32119" cy="95546"/>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9" name="Google Shape;189;p11"/>
            <p:cNvSpPr/>
            <p:nvPr/>
          </p:nvSpPr>
          <p:spPr>
            <a:xfrm>
              <a:off x="8178358" y="392731"/>
              <a:ext cx="29690" cy="119568"/>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0" name="Google Shape;190;p11"/>
            <p:cNvSpPr/>
            <p:nvPr/>
          </p:nvSpPr>
          <p:spPr>
            <a:xfrm>
              <a:off x="8280113" y="371948"/>
              <a:ext cx="46154" cy="14143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1" name="Google Shape;191;p11"/>
            <p:cNvSpPr/>
            <p:nvPr/>
          </p:nvSpPr>
          <p:spPr>
            <a:xfrm>
              <a:off x="8379438" y="365740"/>
              <a:ext cx="68826" cy="16167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2" name="Google Shape;192;p11"/>
            <p:cNvSpPr/>
            <p:nvPr/>
          </p:nvSpPr>
          <p:spPr>
            <a:xfrm>
              <a:off x="8477144" y="377076"/>
              <a:ext cx="95007" cy="176788"/>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3" name="Google Shape;193;p11"/>
            <p:cNvSpPr/>
            <p:nvPr/>
          </p:nvSpPr>
          <p:spPr>
            <a:xfrm>
              <a:off x="8573230" y="405416"/>
              <a:ext cx="122537" cy="187584"/>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4" name="Google Shape;194;p11"/>
            <p:cNvSpPr/>
            <p:nvPr/>
          </p:nvSpPr>
          <p:spPr>
            <a:xfrm>
              <a:off x="8663109" y="450760"/>
              <a:ext cx="154656" cy="193522"/>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3_Title Only">
  <p:cSld name="3_Title Only">
    <p:spTree>
      <p:nvGrpSpPr>
        <p:cNvPr id="1" name="Shape 195"/>
        <p:cNvGrpSpPr/>
        <p:nvPr/>
      </p:nvGrpSpPr>
      <p:grpSpPr>
        <a:xfrm>
          <a:off x="0" y="0"/>
          <a:ext cx="0" cy="0"/>
          <a:chOff x="0" y="0"/>
          <a:chExt cx="0" cy="0"/>
        </a:xfrm>
      </p:grpSpPr>
      <p:pic>
        <p:nvPicPr>
          <p:cNvPr id="196" name="Google Shape;196;p12"/>
          <p:cNvPicPr preferRelativeResize="0"/>
          <p:nvPr/>
        </p:nvPicPr>
        <p:blipFill rotWithShape="1">
          <a:blip r:embed="rId2">
            <a:alphaModFix/>
          </a:blip>
          <a:srcRect t="91557" b="648"/>
          <a:stretch/>
        </p:blipFill>
        <p:spPr>
          <a:xfrm>
            <a:off x="-1" y="6259484"/>
            <a:ext cx="9144002" cy="598516"/>
          </a:xfrm>
          <a:prstGeom prst="rect">
            <a:avLst/>
          </a:prstGeom>
          <a:noFill/>
          <a:ln>
            <a:noFill/>
          </a:ln>
        </p:spPr>
      </p:pic>
      <p:sp>
        <p:nvSpPr>
          <p:cNvPr id="197" name="Google Shape;197;p12"/>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8" name="Google Shape;198;p12"/>
          <p:cNvSpPr>
            <a:spLocks noGrp="1"/>
          </p:cNvSpPr>
          <p:nvPr>
            <p:ph type="dgm" idx="2"/>
          </p:nvPr>
        </p:nvSpPr>
        <p:spPr>
          <a:xfrm>
            <a:off x="133350" y="125413"/>
            <a:ext cx="8850313" cy="6008687"/>
          </a:xfrm>
          <a:prstGeom prst="rect">
            <a:avLst/>
          </a:prstGeom>
          <a:noFill/>
          <a:ln>
            <a:noFill/>
          </a:ln>
        </p:spPr>
        <p:txBody>
          <a:bodyPr spcFirstLastPara="1" wrap="square" lIns="91425" tIns="45700" rIns="91425" bIns="45700" anchor="t" anchorCtr="0"/>
          <a:lstStyle>
            <a:lvl1pPr marR="0" lvl="0" algn="l" rtl="0">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R="0" lvl="1" algn="l" rtl="0">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R="0" lvl="2" algn="l" rtl="0">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R="0" lvl="3"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R="0" lvl="4"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R="0" lvl="5"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2_Title Only">
  <p:cSld name="2_Title Only">
    <p:spTree>
      <p:nvGrpSpPr>
        <p:cNvPr id="1" name="Shape 199"/>
        <p:cNvGrpSpPr/>
        <p:nvPr/>
      </p:nvGrpSpPr>
      <p:grpSpPr>
        <a:xfrm>
          <a:off x="0" y="0"/>
          <a:ext cx="0" cy="0"/>
          <a:chOff x="0" y="0"/>
          <a:chExt cx="0" cy="0"/>
        </a:xfrm>
      </p:grpSpPr>
      <p:sp>
        <p:nvSpPr>
          <p:cNvPr id="200" name="Google Shape;200;p13"/>
          <p:cNvSpPr/>
          <p:nvPr/>
        </p:nvSpPr>
        <p:spPr>
          <a:xfrm>
            <a:off x="0" y="6251171"/>
            <a:ext cx="9144000" cy="60682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1" name="Google Shape;201;p1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lt1"/>
                </a:solidFill>
                <a:latin typeface="Arial"/>
                <a:ea typeface="Arial"/>
                <a:cs typeface="Arial"/>
                <a:sym typeface="Arial"/>
              </a:defRPr>
            </a:lvl1pPr>
            <a:lvl2pPr marL="0" lvl="1" indent="0" algn="r">
              <a:spcBef>
                <a:spcPts val="0"/>
              </a:spcBef>
              <a:buNone/>
              <a:defRPr sz="1200" b="0">
                <a:solidFill>
                  <a:schemeClr val="lt1"/>
                </a:solidFill>
                <a:latin typeface="Arial"/>
                <a:ea typeface="Arial"/>
                <a:cs typeface="Arial"/>
                <a:sym typeface="Arial"/>
              </a:defRPr>
            </a:lvl2pPr>
            <a:lvl3pPr marL="0" lvl="2" indent="0" algn="r">
              <a:spcBef>
                <a:spcPts val="0"/>
              </a:spcBef>
              <a:buNone/>
              <a:defRPr sz="1200" b="0">
                <a:solidFill>
                  <a:schemeClr val="lt1"/>
                </a:solidFill>
                <a:latin typeface="Arial"/>
                <a:ea typeface="Arial"/>
                <a:cs typeface="Arial"/>
                <a:sym typeface="Arial"/>
              </a:defRPr>
            </a:lvl3pPr>
            <a:lvl4pPr marL="0" lvl="3" indent="0" algn="r">
              <a:spcBef>
                <a:spcPts val="0"/>
              </a:spcBef>
              <a:buNone/>
              <a:defRPr sz="1200" b="0">
                <a:solidFill>
                  <a:schemeClr val="lt1"/>
                </a:solidFill>
                <a:latin typeface="Arial"/>
                <a:ea typeface="Arial"/>
                <a:cs typeface="Arial"/>
                <a:sym typeface="Arial"/>
              </a:defRPr>
            </a:lvl4pPr>
            <a:lvl5pPr marL="0" lvl="4" indent="0" algn="r">
              <a:spcBef>
                <a:spcPts val="0"/>
              </a:spcBef>
              <a:buNone/>
              <a:defRPr sz="1200" b="0">
                <a:solidFill>
                  <a:schemeClr val="lt1"/>
                </a:solidFill>
                <a:latin typeface="Arial"/>
                <a:ea typeface="Arial"/>
                <a:cs typeface="Arial"/>
                <a:sym typeface="Arial"/>
              </a:defRPr>
            </a:lvl5pPr>
            <a:lvl6pPr marL="0" lvl="5" indent="0" algn="r">
              <a:spcBef>
                <a:spcPts val="0"/>
              </a:spcBef>
              <a:buNone/>
              <a:defRPr sz="1200" b="0">
                <a:solidFill>
                  <a:schemeClr val="lt1"/>
                </a:solidFill>
                <a:latin typeface="Arial"/>
                <a:ea typeface="Arial"/>
                <a:cs typeface="Arial"/>
                <a:sym typeface="Arial"/>
              </a:defRPr>
            </a:lvl6pPr>
            <a:lvl7pPr marL="0" lvl="6" indent="0" algn="r">
              <a:spcBef>
                <a:spcPts val="0"/>
              </a:spcBef>
              <a:buNone/>
              <a:defRPr sz="1200" b="0">
                <a:solidFill>
                  <a:schemeClr val="lt1"/>
                </a:solidFill>
                <a:latin typeface="Arial"/>
                <a:ea typeface="Arial"/>
                <a:cs typeface="Arial"/>
                <a:sym typeface="Arial"/>
              </a:defRPr>
            </a:lvl7pPr>
            <a:lvl8pPr marL="0" lvl="7" indent="0" algn="r">
              <a:spcBef>
                <a:spcPts val="0"/>
              </a:spcBef>
              <a:buNone/>
              <a:defRPr sz="1200" b="0">
                <a:solidFill>
                  <a:schemeClr val="lt1"/>
                </a:solidFill>
                <a:latin typeface="Arial"/>
                <a:ea typeface="Arial"/>
                <a:cs typeface="Arial"/>
                <a:sym typeface="Arial"/>
              </a:defRPr>
            </a:lvl8pPr>
            <a:lvl9pPr marL="0" lvl="8" indent="0" algn="r">
              <a:spcBef>
                <a:spcPts val="0"/>
              </a:spcBef>
              <a:buNone/>
              <a:defRPr sz="1200" b="0">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202" name="Google Shape;202;p13"/>
          <p:cNvPicPr preferRelativeResize="0"/>
          <p:nvPr/>
        </p:nvPicPr>
        <p:blipFill rotWithShape="1">
          <a:blip r:embed="rId2">
            <a:alphaModFix/>
          </a:blip>
          <a:srcRect/>
          <a:stretch/>
        </p:blipFill>
        <p:spPr>
          <a:xfrm>
            <a:off x="227765" y="6367323"/>
            <a:ext cx="1260213" cy="394766"/>
          </a:xfrm>
          <a:prstGeom prst="rect">
            <a:avLst/>
          </a:prstGeom>
          <a:noFill/>
          <a:ln>
            <a:noFill/>
          </a:ln>
        </p:spPr>
      </p:pic>
      <p:sp>
        <p:nvSpPr>
          <p:cNvPr id="203" name="Google Shape;203;p13"/>
          <p:cNvSpPr txBox="1">
            <a:spLocks noGrp="1"/>
          </p:cNvSpPr>
          <p:nvPr>
            <p:ph type="title"/>
          </p:nvPr>
        </p:nvSpPr>
        <p:spPr>
          <a:xfrm>
            <a:off x="380010" y="-4950"/>
            <a:ext cx="8383980" cy="844535"/>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accent1"/>
              </a:buClr>
              <a:buSzPts val="2400"/>
              <a:buFont typeface="Arial"/>
              <a:buNone/>
              <a:defRPr>
                <a:solidFill>
                  <a:schemeClr val="accen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4" name="Google Shape;204;p13"/>
          <p:cNvSpPr txBox="1">
            <a:spLocks noGrp="1"/>
          </p:cNvSpPr>
          <p:nvPr>
            <p:ph type="body" idx="1"/>
          </p:nvPr>
        </p:nvSpPr>
        <p:spPr>
          <a:xfrm>
            <a:off x="380010" y="1097280"/>
            <a:ext cx="8383980" cy="4910129"/>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5"/>
        <p:cNvGrpSpPr/>
        <p:nvPr/>
      </p:nvGrpSpPr>
      <p:grpSpPr>
        <a:xfrm>
          <a:off x="0" y="0"/>
          <a:ext cx="0" cy="0"/>
          <a:chOff x="0" y="0"/>
          <a:chExt cx="0" cy="0"/>
        </a:xfrm>
      </p:grpSpPr>
      <p:sp>
        <p:nvSpPr>
          <p:cNvPr id="206" name="Google Shape;206;p14"/>
          <p:cNvSpPr/>
          <p:nvPr/>
        </p:nvSpPr>
        <p:spPr>
          <a:xfrm>
            <a:off x="0" y="0"/>
            <a:ext cx="9144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7" name="Google Shape;207;p14"/>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56"/>
        <p:cNvGrpSpPr/>
        <p:nvPr/>
      </p:nvGrpSpPr>
      <p:grpSpPr>
        <a:xfrm>
          <a:off x="0" y="0"/>
          <a:ext cx="0" cy="0"/>
          <a:chOff x="0" y="0"/>
          <a:chExt cx="0" cy="0"/>
        </a:xfrm>
      </p:grpSpPr>
      <p:sp>
        <p:nvSpPr>
          <p:cNvPr id="57" name="Google Shape;57;p3"/>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lvl="0" algn="l">
              <a:spcBef>
                <a:spcPts val="0"/>
              </a:spcBef>
              <a:spcAft>
                <a:spcPts val="0"/>
              </a:spcAft>
              <a:buClr>
                <a:schemeClr val="lt1"/>
              </a:buClr>
              <a:buSzPts val="2400"/>
              <a:buFont typeface="Arial"/>
              <a:buNone/>
              <a:defRPr>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3"/>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lstStyle>
            <a:lvl1pPr marL="457200" lvl="0" indent="-406400" algn="l">
              <a:spcBef>
                <a:spcPts val="560"/>
              </a:spcBef>
              <a:spcAft>
                <a:spcPts val="0"/>
              </a:spcAft>
              <a:buSzPts val="2800"/>
              <a:buChar char="•"/>
              <a:defRPr>
                <a:latin typeface="Arial"/>
                <a:ea typeface="Arial"/>
                <a:cs typeface="Arial"/>
                <a:sym typeface="Arial"/>
              </a:defRPr>
            </a:lvl1pPr>
            <a:lvl2pPr marL="914400" lvl="1" indent="-381000" algn="l">
              <a:spcBef>
                <a:spcPts val="480"/>
              </a:spcBef>
              <a:spcAft>
                <a:spcPts val="0"/>
              </a:spcAft>
              <a:buSzPts val="2400"/>
              <a:buChar char="–"/>
              <a:defRPr>
                <a:latin typeface="Arial"/>
                <a:ea typeface="Arial"/>
                <a:cs typeface="Arial"/>
                <a:sym typeface="Arial"/>
              </a:defRPr>
            </a:lvl2pPr>
            <a:lvl3pPr marL="1371600" lvl="2" indent="-355600" algn="l">
              <a:spcBef>
                <a:spcPts val="400"/>
              </a:spcBef>
              <a:spcAft>
                <a:spcPts val="0"/>
              </a:spcAft>
              <a:buSzPts val="2000"/>
              <a:buChar char="•"/>
              <a:defRPr>
                <a:latin typeface="Arial"/>
                <a:ea typeface="Arial"/>
                <a:cs typeface="Arial"/>
                <a:sym typeface="Arial"/>
              </a:defRPr>
            </a:lvl3pPr>
            <a:lvl4pPr marL="1828800" lvl="3" indent="-342900" algn="l">
              <a:spcBef>
                <a:spcPts val="360"/>
              </a:spcBef>
              <a:spcAft>
                <a:spcPts val="0"/>
              </a:spcAft>
              <a:buSzPts val="1800"/>
              <a:buChar char="–"/>
              <a:defRPr>
                <a:latin typeface="Arial"/>
                <a:ea typeface="Arial"/>
                <a:cs typeface="Arial"/>
                <a:sym typeface="Arial"/>
              </a:defRPr>
            </a:lvl4pPr>
            <a:lvl5pPr marL="2286000" lvl="4" indent="-342900" algn="l">
              <a:spcBef>
                <a:spcPts val="360"/>
              </a:spcBef>
              <a:spcAft>
                <a:spcPts val="0"/>
              </a:spcAft>
              <a:buSzPts val="1800"/>
              <a:buChar char="»"/>
              <a:defRPr>
                <a:latin typeface="Arial"/>
                <a:ea typeface="Arial"/>
                <a:cs typeface="Arial"/>
                <a:sym typeface="Aria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59" name="Google Shape;59;p3"/>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a:solidFill>
                  <a:schemeClr val="accent2"/>
                </a:solidFill>
                <a:latin typeface="Arial"/>
                <a:ea typeface="Arial"/>
                <a:cs typeface="Arial"/>
                <a:sym typeface="Arial"/>
              </a:defRPr>
            </a:lvl1pPr>
            <a:lvl2pPr marL="0" lvl="1" indent="0" algn="r">
              <a:spcBef>
                <a:spcPts val="0"/>
              </a:spcBef>
              <a:buNone/>
              <a:defRPr sz="1200" b="0">
                <a:solidFill>
                  <a:schemeClr val="accent2"/>
                </a:solidFill>
                <a:latin typeface="Arial"/>
                <a:ea typeface="Arial"/>
                <a:cs typeface="Arial"/>
                <a:sym typeface="Arial"/>
              </a:defRPr>
            </a:lvl2pPr>
            <a:lvl3pPr marL="0" lvl="2" indent="0" algn="r">
              <a:spcBef>
                <a:spcPts val="0"/>
              </a:spcBef>
              <a:buNone/>
              <a:defRPr sz="1200" b="0">
                <a:solidFill>
                  <a:schemeClr val="accent2"/>
                </a:solidFill>
                <a:latin typeface="Arial"/>
                <a:ea typeface="Arial"/>
                <a:cs typeface="Arial"/>
                <a:sym typeface="Arial"/>
              </a:defRPr>
            </a:lvl3pPr>
            <a:lvl4pPr marL="0" lvl="3" indent="0" algn="r">
              <a:spcBef>
                <a:spcPts val="0"/>
              </a:spcBef>
              <a:buNone/>
              <a:defRPr sz="1200" b="0">
                <a:solidFill>
                  <a:schemeClr val="accent2"/>
                </a:solidFill>
                <a:latin typeface="Arial"/>
                <a:ea typeface="Arial"/>
                <a:cs typeface="Arial"/>
                <a:sym typeface="Arial"/>
              </a:defRPr>
            </a:lvl4pPr>
            <a:lvl5pPr marL="0" lvl="4" indent="0" algn="r">
              <a:spcBef>
                <a:spcPts val="0"/>
              </a:spcBef>
              <a:buNone/>
              <a:defRPr sz="1200" b="0">
                <a:solidFill>
                  <a:schemeClr val="accent2"/>
                </a:solidFill>
                <a:latin typeface="Arial"/>
                <a:ea typeface="Arial"/>
                <a:cs typeface="Arial"/>
                <a:sym typeface="Arial"/>
              </a:defRPr>
            </a:lvl5pPr>
            <a:lvl6pPr marL="0" lvl="5" indent="0" algn="r">
              <a:spcBef>
                <a:spcPts val="0"/>
              </a:spcBef>
              <a:buNone/>
              <a:defRPr sz="1200" b="0">
                <a:solidFill>
                  <a:schemeClr val="accent2"/>
                </a:solidFill>
                <a:latin typeface="Arial"/>
                <a:ea typeface="Arial"/>
                <a:cs typeface="Arial"/>
                <a:sym typeface="Arial"/>
              </a:defRPr>
            </a:lvl6pPr>
            <a:lvl7pPr marL="0" lvl="6" indent="0" algn="r">
              <a:spcBef>
                <a:spcPts val="0"/>
              </a:spcBef>
              <a:buNone/>
              <a:defRPr sz="1200" b="0">
                <a:solidFill>
                  <a:schemeClr val="accent2"/>
                </a:solidFill>
                <a:latin typeface="Arial"/>
                <a:ea typeface="Arial"/>
                <a:cs typeface="Arial"/>
                <a:sym typeface="Arial"/>
              </a:defRPr>
            </a:lvl7pPr>
            <a:lvl8pPr marL="0" lvl="7" indent="0" algn="r">
              <a:spcBef>
                <a:spcPts val="0"/>
              </a:spcBef>
              <a:buNone/>
              <a:defRPr sz="1200" b="0">
                <a:solidFill>
                  <a:schemeClr val="accent2"/>
                </a:solidFill>
                <a:latin typeface="Arial"/>
                <a:ea typeface="Arial"/>
                <a:cs typeface="Arial"/>
                <a:sym typeface="Arial"/>
              </a:defRPr>
            </a:lvl8pPr>
            <a:lvl9pPr marL="0" lvl="8" indent="0" algn="r">
              <a:spcBef>
                <a:spcPts val="0"/>
              </a:spcBef>
              <a:buNone/>
              <a:defRPr sz="1200" b="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98088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12192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11" name="Google Shape;11;p1"/>
          <p:cNvGrpSpPr/>
          <p:nvPr/>
        </p:nvGrpSpPr>
        <p:grpSpPr>
          <a:xfrm>
            <a:off x="7264458" y="365740"/>
            <a:ext cx="1553307" cy="487719"/>
            <a:chOff x="166688" y="-3240088"/>
            <a:chExt cx="9136063" cy="2868613"/>
          </a:xfrm>
        </p:grpSpPr>
        <p:sp>
          <p:nvSpPr>
            <p:cNvPr id="12" name="Google Shape;12;p1"/>
            <p:cNvSpPr/>
            <p:nvPr/>
          </p:nvSpPr>
          <p:spPr>
            <a:xfrm>
              <a:off x="166688" y="-1244600"/>
              <a:ext cx="876300" cy="850900"/>
            </a:xfrm>
            <a:custGeom>
              <a:avLst/>
              <a:gdLst/>
              <a:ahLst/>
              <a:cxnLst/>
              <a:rect l="l" t="t" r="r" b="b"/>
              <a:pathLst>
                <a:path w="552" h="536" extrusionOk="0">
                  <a:moveTo>
                    <a:pt x="98" y="79"/>
                  </a:moveTo>
                  <a:lnTo>
                    <a:pt x="98" y="241"/>
                  </a:lnTo>
                  <a:lnTo>
                    <a:pt x="307" y="241"/>
                  </a:lnTo>
                  <a:lnTo>
                    <a:pt x="342" y="241"/>
                  </a:lnTo>
                  <a:lnTo>
                    <a:pt x="374" y="238"/>
                  </a:lnTo>
                  <a:lnTo>
                    <a:pt x="398" y="231"/>
                  </a:lnTo>
                  <a:lnTo>
                    <a:pt x="417" y="222"/>
                  </a:lnTo>
                  <a:lnTo>
                    <a:pt x="431" y="206"/>
                  </a:lnTo>
                  <a:lnTo>
                    <a:pt x="440" y="187"/>
                  </a:lnTo>
                  <a:lnTo>
                    <a:pt x="443" y="161"/>
                  </a:lnTo>
                  <a:lnTo>
                    <a:pt x="440" y="135"/>
                  </a:lnTo>
                  <a:lnTo>
                    <a:pt x="431" y="114"/>
                  </a:lnTo>
                  <a:lnTo>
                    <a:pt x="417" y="100"/>
                  </a:lnTo>
                  <a:lnTo>
                    <a:pt x="398" y="89"/>
                  </a:lnTo>
                  <a:lnTo>
                    <a:pt x="374" y="84"/>
                  </a:lnTo>
                  <a:lnTo>
                    <a:pt x="342" y="80"/>
                  </a:lnTo>
                  <a:lnTo>
                    <a:pt x="307" y="79"/>
                  </a:lnTo>
                  <a:lnTo>
                    <a:pt x="98" y="79"/>
                  </a:lnTo>
                  <a:close/>
                  <a:moveTo>
                    <a:pt x="0" y="0"/>
                  </a:moveTo>
                  <a:lnTo>
                    <a:pt x="323" y="0"/>
                  </a:lnTo>
                  <a:lnTo>
                    <a:pt x="377" y="2"/>
                  </a:lnTo>
                  <a:lnTo>
                    <a:pt x="422" y="9"/>
                  </a:lnTo>
                  <a:lnTo>
                    <a:pt x="461" y="19"/>
                  </a:lnTo>
                  <a:lnTo>
                    <a:pt x="490" y="37"/>
                  </a:lnTo>
                  <a:lnTo>
                    <a:pt x="513" y="58"/>
                  </a:lnTo>
                  <a:lnTo>
                    <a:pt x="529" y="86"/>
                  </a:lnTo>
                  <a:lnTo>
                    <a:pt x="538" y="119"/>
                  </a:lnTo>
                  <a:lnTo>
                    <a:pt x="541" y="157"/>
                  </a:lnTo>
                  <a:lnTo>
                    <a:pt x="538" y="194"/>
                  </a:lnTo>
                  <a:lnTo>
                    <a:pt x="529" y="225"/>
                  </a:lnTo>
                  <a:lnTo>
                    <a:pt x="513" y="252"/>
                  </a:lnTo>
                  <a:lnTo>
                    <a:pt x="494" y="272"/>
                  </a:lnTo>
                  <a:lnTo>
                    <a:pt x="473" y="290"/>
                  </a:lnTo>
                  <a:lnTo>
                    <a:pt x="447" y="302"/>
                  </a:lnTo>
                  <a:lnTo>
                    <a:pt x="421" y="311"/>
                  </a:lnTo>
                  <a:lnTo>
                    <a:pt x="393" y="314"/>
                  </a:lnTo>
                  <a:lnTo>
                    <a:pt x="384" y="314"/>
                  </a:lnTo>
                  <a:lnTo>
                    <a:pt x="552" y="536"/>
                  </a:lnTo>
                  <a:lnTo>
                    <a:pt x="431" y="536"/>
                  </a:lnTo>
                  <a:lnTo>
                    <a:pt x="274" y="323"/>
                  </a:lnTo>
                  <a:lnTo>
                    <a:pt x="274" y="321"/>
                  </a:lnTo>
                  <a:lnTo>
                    <a:pt x="98" y="321"/>
                  </a:lnTo>
                  <a:lnTo>
                    <a:pt x="9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3" name="Google Shape;13;p1"/>
            <p:cNvSpPr/>
            <p:nvPr/>
          </p:nvSpPr>
          <p:spPr>
            <a:xfrm>
              <a:off x="1258888" y="-1244600"/>
              <a:ext cx="774700" cy="850900"/>
            </a:xfrm>
            <a:custGeom>
              <a:avLst/>
              <a:gdLst/>
              <a:ahLst/>
              <a:cxnLst/>
              <a:rect l="l" t="t" r="r" b="b"/>
              <a:pathLst>
                <a:path w="488" h="536" extrusionOk="0">
                  <a:moveTo>
                    <a:pt x="0" y="0"/>
                  </a:moveTo>
                  <a:lnTo>
                    <a:pt x="440" y="0"/>
                  </a:lnTo>
                  <a:lnTo>
                    <a:pt x="455" y="2"/>
                  </a:lnTo>
                  <a:lnTo>
                    <a:pt x="467" y="12"/>
                  </a:lnTo>
                  <a:lnTo>
                    <a:pt x="476" y="25"/>
                  </a:lnTo>
                  <a:lnTo>
                    <a:pt x="480" y="40"/>
                  </a:lnTo>
                  <a:lnTo>
                    <a:pt x="476" y="56"/>
                  </a:lnTo>
                  <a:lnTo>
                    <a:pt x="467" y="70"/>
                  </a:lnTo>
                  <a:lnTo>
                    <a:pt x="455" y="79"/>
                  </a:lnTo>
                  <a:lnTo>
                    <a:pt x="440" y="82"/>
                  </a:lnTo>
                  <a:lnTo>
                    <a:pt x="97" y="82"/>
                  </a:lnTo>
                  <a:lnTo>
                    <a:pt x="97" y="218"/>
                  </a:lnTo>
                  <a:lnTo>
                    <a:pt x="354" y="218"/>
                  </a:lnTo>
                  <a:lnTo>
                    <a:pt x="370" y="222"/>
                  </a:lnTo>
                  <a:lnTo>
                    <a:pt x="384" y="231"/>
                  </a:lnTo>
                  <a:lnTo>
                    <a:pt x="392" y="243"/>
                  </a:lnTo>
                  <a:lnTo>
                    <a:pt x="396" y="259"/>
                  </a:lnTo>
                  <a:lnTo>
                    <a:pt x="392" y="276"/>
                  </a:lnTo>
                  <a:lnTo>
                    <a:pt x="384" y="288"/>
                  </a:lnTo>
                  <a:lnTo>
                    <a:pt x="370" y="297"/>
                  </a:lnTo>
                  <a:lnTo>
                    <a:pt x="354" y="300"/>
                  </a:lnTo>
                  <a:lnTo>
                    <a:pt x="97" y="300"/>
                  </a:lnTo>
                  <a:lnTo>
                    <a:pt x="97" y="454"/>
                  </a:lnTo>
                  <a:lnTo>
                    <a:pt x="448" y="454"/>
                  </a:lnTo>
                  <a:lnTo>
                    <a:pt x="464" y="457"/>
                  </a:lnTo>
                  <a:lnTo>
                    <a:pt x="478" y="466"/>
                  </a:lnTo>
                  <a:lnTo>
                    <a:pt x="487" y="478"/>
                  </a:lnTo>
                  <a:lnTo>
                    <a:pt x="488" y="494"/>
                  </a:lnTo>
                  <a:lnTo>
                    <a:pt x="487" y="512"/>
                  </a:lnTo>
                  <a:lnTo>
                    <a:pt x="478" y="524"/>
                  </a:lnTo>
                  <a:lnTo>
                    <a:pt x="464" y="533"/>
                  </a:lnTo>
                  <a:lnTo>
                    <a:pt x="448"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4" name="Google Shape;14;p1"/>
            <p:cNvSpPr/>
            <p:nvPr/>
          </p:nvSpPr>
          <p:spPr>
            <a:xfrm>
              <a:off x="2219326" y="-1244600"/>
              <a:ext cx="906463" cy="850900"/>
            </a:xfrm>
            <a:custGeom>
              <a:avLst/>
              <a:gdLst/>
              <a:ahLst/>
              <a:cxnLst/>
              <a:rect l="l" t="t" r="r" b="b"/>
              <a:pathLst>
                <a:path w="571" h="536" extrusionOk="0">
                  <a:moveTo>
                    <a:pt x="48" y="0"/>
                  </a:moveTo>
                  <a:lnTo>
                    <a:pt x="65" y="4"/>
                  </a:lnTo>
                  <a:lnTo>
                    <a:pt x="79" y="12"/>
                  </a:lnTo>
                  <a:lnTo>
                    <a:pt x="89" y="26"/>
                  </a:lnTo>
                  <a:lnTo>
                    <a:pt x="280" y="431"/>
                  </a:lnTo>
                  <a:lnTo>
                    <a:pt x="285" y="440"/>
                  </a:lnTo>
                  <a:lnTo>
                    <a:pt x="484" y="26"/>
                  </a:lnTo>
                  <a:lnTo>
                    <a:pt x="494" y="12"/>
                  </a:lnTo>
                  <a:lnTo>
                    <a:pt x="508" y="2"/>
                  </a:lnTo>
                  <a:lnTo>
                    <a:pt x="526" y="0"/>
                  </a:lnTo>
                  <a:lnTo>
                    <a:pt x="541" y="2"/>
                  </a:lnTo>
                  <a:lnTo>
                    <a:pt x="554" y="9"/>
                  </a:lnTo>
                  <a:lnTo>
                    <a:pt x="564" y="21"/>
                  </a:lnTo>
                  <a:lnTo>
                    <a:pt x="571" y="35"/>
                  </a:lnTo>
                  <a:lnTo>
                    <a:pt x="571" y="51"/>
                  </a:lnTo>
                  <a:lnTo>
                    <a:pt x="568" y="67"/>
                  </a:lnTo>
                  <a:lnTo>
                    <a:pt x="337" y="536"/>
                  </a:lnTo>
                  <a:lnTo>
                    <a:pt x="233" y="536"/>
                  </a:lnTo>
                  <a:lnTo>
                    <a:pt x="6" y="67"/>
                  </a:lnTo>
                  <a:lnTo>
                    <a:pt x="0" y="51"/>
                  </a:lnTo>
                  <a:lnTo>
                    <a:pt x="2" y="35"/>
                  </a:lnTo>
                  <a:lnTo>
                    <a:pt x="7" y="21"/>
                  </a:lnTo>
                  <a:lnTo>
                    <a:pt x="18" y="9"/>
                  </a:lnTo>
                  <a:lnTo>
                    <a:pt x="32" y="2"/>
                  </a:lnTo>
                  <a:lnTo>
                    <a:pt x="48"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5" name="Google Shape;15;p1"/>
            <p:cNvSpPr/>
            <p:nvPr/>
          </p:nvSpPr>
          <p:spPr>
            <a:xfrm>
              <a:off x="3125788" y="-1244600"/>
              <a:ext cx="1017588" cy="850900"/>
            </a:xfrm>
            <a:custGeom>
              <a:avLst/>
              <a:gdLst/>
              <a:ahLst/>
              <a:cxnLst/>
              <a:rect l="l" t="t" r="r" b="b"/>
              <a:pathLst>
                <a:path w="641" h="536" extrusionOk="0">
                  <a:moveTo>
                    <a:pt x="321" y="70"/>
                  </a:moveTo>
                  <a:lnTo>
                    <a:pt x="201" y="328"/>
                  </a:lnTo>
                  <a:lnTo>
                    <a:pt x="443" y="328"/>
                  </a:lnTo>
                  <a:lnTo>
                    <a:pt x="321" y="70"/>
                  </a:lnTo>
                  <a:close/>
                  <a:moveTo>
                    <a:pt x="264" y="0"/>
                  </a:moveTo>
                  <a:lnTo>
                    <a:pt x="381" y="0"/>
                  </a:lnTo>
                  <a:lnTo>
                    <a:pt x="641" y="536"/>
                  </a:lnTo>
                  <a:lnTo>
                    <a:pt x="538" y="536"/>
                  </a:lnTo>
                  <a:lnTo>
                    <a:pt x="482" y="414"/>
                  </a:lnTo>
                  <a:lnTo>
                    <a:pt x="480" y="410"/>
                  </a:lnTo>
                  <a:lnTo>
                    <a:pt x="161" y="410"/>
                  </a:lnTo>
                  <a:lnTo>
                    <a:pt x="103" y="536"/>
                  </a:lnTo>
                  <a:lnTo>
                    <a:pt x="0" y="536"/>
                  </a:lnTo>
                  <a:lnTo>
                    <a:pt x="264"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 name="Google Shape;16;p1"/>
            <p:cNvSpPr/>
            <p:nvPr/>
          </p:nvSpPr>
          <p:spPr>
            <a:xfrm>
              <a:off x="4106863" y="-1244600"/>
              <a:ext cx="928688" cy="850900"/>
            </a:xfrm>
            <a:custGeom>
              <a:avLst/>
              <a:gdLst/>
              <a:ahLst/>
              <a:cxnLst/>
              <a:rect l="l" t="t" r="r" b="b"/>
              <a:pathLst>
                <a:path w="585" h="536" extrusionOk="0">
                  <a:moveTo>
                    <a:pt x="42" y="0"/>
                  </a:moveTo>
                  <a:lnTo>
                    <a:pt x="545" y="0"/>
                  </a:lnTo>
                  <a:lnTo>
                    <a:pt x="560" y="2"/>
                  </a:lnTo>
                  <a:lnTo>
                    <a:pt x="574" y="12"/>
                  </a:lnTo>
                  <a:lnTo>
                    <a:pt x="583" y="25"/>
                  </a:lnTo>
                  <a:lnTo>
                    <a:pt x="585" y="40"/>
                  </a:lnTo>
                  <a:lnTo>
                    <a:pt x="583" y="56"/>
                  </a:lnTo>
                  <a:lnTo>
                    <a:pt x="574" y="70"/>
                  </a:lnTo>
                  <a:lnTo>
                    <a:pt x="560" y="79"/>
                  </a:lnTo>
                  <a:lnTo>
                    <a:pt x="545" y="82"/>
                  </a:lnTo>
                  <a:lnTo>
                    <a:pt x="342" y="82"/>
                  </a:lnTo>
                  <a:lnTo>
                    <a:pt x="342" y="536"/>
                  </a:lnTo>
                  <a:lnTo>
                    <a:pt x="244" y="536"/>
                  </a:lnTo>
                  <a:lnTo>
                    <a:pt x="244" y="82"/>
                  </a:lnTo>
                  <a:lnTo>
                    <a:pt x="42" y="82"/>
                  </a:lnTo>
                  <a:lnTo>
                    <a:pt x="26" y="79"/>
                  </a:lnTo>
                  <a:lnTo>
                    <a:pt x="12" y="70"/>
                  </a:lnTo>
                  <a:lnTo>
                    <a:pt x="4" y="56"/>
                  </a:lnTo>
                  <a:lnTo>
                    <a:pt x="0" y="40"/>
                  </a:lnTo>
                  <a:lnTo>
                    <a:pt x="4" y="25"/>
                  </a:lnTo>
                  <a:lnTo>
                    <a:pt x="12" y="12"/>
                  </a:lnTo>
                  <a:lnTo>
                    <a:pt x="26" y="2"/>
                  </a:lnTo>
                  <a:lnTo>
                    <a:pt x="42"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 name="Google Shape;17;p1"/>
            <p:cNvSpPr/>
            <p:nvPr/>
          </p:nvSpPr>
          <p:spPr>
            <a:xfrm>
              <a:off x="5214938" y="-1244600"/>
              <a:ext cx="906463" cy="873125"/>
            </a:xfrm>
            <a:custGeom>
              <a:avLst/>
              <a:gdLst/>
              <a:ahLst/>
              <a:cxnLst/>
              <a:rect l="l" t="t" r="r" b="b"/>
              <a:pathLst>
                <a:path w="571" h="550" extrusionOk="0">
                  <a:moveTo>
                    <a:pt x="49" y="0"/>
                  </a:moveTo>
                  <a:lnTo>
                    <a:pt x="68" y="4"/>
                  </a:lnTo>
                  <a:lnTo>
                    <a:pt x="84" y="14"/>
                  </a:lnTo>
                  <a:lnTo>
                    <a:pt x="94" y="30"/>
                  </a:lnTo>
                  <a:lnTo>
                    <a:pt x="98" y="49"/>
                  </a:lnTo>
                  <a:lnTo>
                    <a:pt x="98" y="299"/>
                  </a:lnTo>
                  <a:lnTo>
                    <a:pt x="98" y="320"/>
                  </a:lnTo>
                  <a:lnTo>
                    <a:pt x="101" y="342"/>
                  </a:lnTo>
                  <a:lnTo>
                    <a:pt x="105" y="363"/>
                  </a:lnTo>
                  <a:lnTo>
                    <a:pt x="112" y="384"/>
                  </a:lnTo>
                  <a:lnTo>
                    <a:pt x="122" y="403"/>
                  </a:lnTo>
                  <a:lnTo>
                    <a:pt x="136" y="421"/>
                  </a:lnTo>
                  <a:lnTo>
                    <a:pt x="156" y="437"/>
                  </a:lnTo>
                  <a:lnTo>
                    <a:pt x="180" y="449"/>
                  </a:lnTo>
                  <a:lnTo>
                    <a:pt x="208" y="459"/>
                  </a:lnTo>
                  <a:lnTo>
                    <a:pt x="245" y="464"/>
                  </a:lnTo>
                  <a:lnTo>
                    <a:pt x="286" y="466"/>
                  </a:lnTo>
                  <a:lnTo>
                    <a:pt x="328" y="464"/>
                  </a:lnTo>
                  <a:lnTo>
                    <a:pt x="363" y="459"/>
                  </a:lnTo>
                  <a:lnTo>
                    <a:pt x="391" y="449"/>
                  </a:lnTo>
                  <a:lnTo>
                    <a:pt x="416" y="437"/>
                  </a:lnTo>
                  <a:lnTo>
                    <a:pt x="435" y="421"/>
                  </a:lnTo>
                  <a:lnTo>
                    <a:pt x="449" y="403"/>
                  </a:lnTo>
                  <a:lnTo>
                    <a:pt x="459" y="384"/>
                  </a:lnTo>
                  <a:lnTo>
                    <a:pt x="466" y="363"/>
                  </a:lnTo>
                  <a:lnTo>
                    <a:pt x="470" y="342"/>
                  </a:lnTo>
                  <a:lnTo>
                    <a:pt x="473" y="320"/>
                  </a:lnTo>
                  <a:lnTo>
                    <a:pt x="473" y="299"/>
                  </a:lnTo>
                  <a:lnTo>
                    <a:pt x="473" y="49"/>
                  </a:lnTo>
                  <a:lnTo>
                    <a:pt x="477" y="30"/>
                  </a:lnTo>
                  <a:lnTo>
                    <a:pt x="487" y="14"/>
                  </a:lnTo>
                  <a:lnTo>
                    <a:pt x="503" y="4"/>
                  </a:lnTo>
                  <a:lnTo>
                    <a:pt x="522" y="0"/>
                  </a:lnTo>
                  <a:lnTo>
                    <a:pt x="541" y="4"/>
                  </a:lnTo>
                  <a:lnTo>
                    <a:pt x="557" y="14"/>
                  </a:lnTo>
                  <a:lnTo>
                    <a:pt x="567" y="30"/>
                  </a:lnTo>
                  <a:lnTo>
                    <a:pt x="571" y="49"/>
                  </a:lnTo>
                  <a:lnTo>
                    <a:pt x="571" y="306"/>
                  </a:lnTo>
                  <a:lnTo>
                    <a:pt x="567" y="358"/>
                  </a:lnTo>
                  <a:lnTo>
                    <a:pt x="557" y="402"/>
                  </a:lnTo>
                  <a:lnTo>
                    <a:pt x="540" y="442"/>
                  </a:lnTo>
                  <a:lnTo>
                    <a:pt x="513" y="475"/>
                  </a:lnTo>
                  <a:lnTo>
                    <a:pt x="482" y="501"/>
                  </a:lnTo>
                  <a:lnTo>
                    <a:pt x="444" y="522"/>
                  </a:lnTo>
                  <a:lnTo>
                    <a:pt x="398" y="538"/>
                  </a:lnTo>
                  <a:lnTo>
                    <a:pt x="346" y="547"/>
                  </a:lnTo>
                  <a:lnTo>
                    <a:pt x="286" y="550"/>
                  </a:lnTo>
                  <a:lnTo>
                    <a:pt x="225" y="547"/>
                  </a:lnTo>
                  <a:lnTo>
                    <a:pt x="173" y="538"/>
                  </a:lnTo>
                  <a:lnTo>
                    <a:pt x="128" y="522"/>
                  </a:lnTo>
                  <a:lnTo>
                    <a:pt x="89" y="501"/>
                  </a:lnTo>
                  <a:lnTo>
                    <a:pt x="58" y="475"/>
                  </a:lnTo>
                  <a:lnTo>
                    <a:pt x="32" y="442"/>
                  </a:lnTo>
                  <a:lnTo>
                    <a:pt x="14" y="402"/>
                  </a:lnTo>
                  <a:lnTo>
                    <a:pt x="4" y="358"/>
                  </a:lnTo>
                  <a:lnTo>
                    <a:pt x="0" y="306"/>
                  </a:lnTo>
                  <a:lnTo>
                    <a:pt x="0" y="49"/>
                  </a:lnTo>
                  <a:lnTo>
                    <a:pt x="4" y="30"/>
                  </a:lnTo>
                  <a:lnTo>
                    <a:pt x="14" y="14"/>
                  </a:lnTo>
                  <a:lnTo>
                    <a:pt x="30" y="4"/>
                  </a:lnTo>
                  <a:lnTo>
                    <a:pt x="49"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8" name="Google Shape;18;p1"/>
            <p:cNvSpPr/>
            <p:nvPr/>
          </p:nvSpPr>
          <p:spPr>
            <a:xfrm>
              <a:off x="6384926" y="-1244600"/>
              <a:ext cx="873125" cy="850900"/>
            </a:xfrm>
            <a:custGeom>
              <a:avLst/>
              <a:gdLst/>
              <a:ahLst/>
              <a:cxnLst/>
              <a:rect l="l" t="t" r="r" b="b"/>
              <a:pathLst>
                <a:path w="550" h="536" extrusionOk="0">
                  <a:moveTo>
                    <a:pt x="96" y="79"/>
                  </a:moveTo>
                  <a:lnTo>
                    <a:pt x="96" y="241"/>
                  </a:lnTo>
                  <a:lnTo>
                    <a:pt x="307" y="241"/>
                  </a:lnTo>
                  <a:lnTo>
                    <a:pt x="342" y="241"/>
                  </a:lnTo>
                  <a:lnTo>
                    <a:pt x="372" y="238"/>
                  </a:lnTo>
                  <a:lnTo>
                    <a:pt x="398" y="231"/>
                  </a:lnTo>
                  <a:lnTo>
                    <a:pt x="417" y="222"/>
                  </a:lnTo>
                  <a:lnTo>
                    <a:pt x="431" y="206"/>
                  </a:lnTo>
                  <a:lnTo>
                    <a:pt x="440" y="187"/>
                  </a:lnTo>
                  <a:lnTo>
                    <a:pt x="443" y="161"/>
                  </a:lnTo>
                  <a:lnTo>
                    <a:pt x="440" y="135"/>
                  </a:lnTo>
                  <a:lnTo>
                    <a:pt x="431" y="114"/>
                  </a:lnTo>
                  <a:lnTo>
                    <a:pt x="417" y="100"/>
                  </a:lnTo>
                  <a:lnTo>
                    <a:pt x="398" y="89"/>
                  </a:lnTo>
                  <a:lnTo>
                    <a:pt x="372" y="84"/>
                  </a:lnTo>
                  <a:lnTo>
                    <a:pt x="342" y="80"/>
                  </a:lnTo>
                  <a:lnTo>
                    <a:pt x="307" y="79"/>
                  </a:lnTo>
                  <a:lnTo>
                    <a:pt x="96" y="79"/>
                  </a:lnTo>
                  <a:close/>
                  <a:moveTo>
                    <a:pt x="0" y="0"/>
                  </a:moveTo>
                  <a:lnTo>
                    <a:pt x="323" y="0"/>
                  </a:lnTo>
                  <a:lnTo>
                    <a:pt x="377" y="2"/>
                  </a:lnTo>
                  <a:lnTo>
                    <a:pt x="422" y="9"/>
                  </a:lnTo>
                  <a:lnTo>
                    <a:pt x="459" y="19"/>
                  </a:lnTo>
                  <a:lnTo>
                    <a:pt x="489" y="37"/>
                  </a:lnTo>
                  <a:lnTo>
                    <a:pt x="511" y="58"/>
                  </a:lnTo>
                  <a:lnTo>
                    <a:pt x="527" y="86"/>
                  </a:lnTo>
                  <a:lnTo>
                    <a:pt x="537" y="119"/>
                  </a:lnTo>
                  <a:lnTo>
                    <a:pt x="539" y="157"/>
                  </a:lnTo>
                  <a:lnTo>
                    <a:pt x="537" y="194"/>
                  </a:lnTo>
                  <a:lnTo>
                    <a:pt x="527" y="225"/>
                  </a:lnTo>
                  <a:lnTo>
                    <a:pt x="513" y="252"/>
                  </a:lnTo>
                  <a:lnTo>
                    <a:pt x="494" y="272"/>
                  </a:lnTo>
                  <a:lnTo>
                    <a:pt x="471" y="290"/>
                  </a:lnTo>
                  <a:lnTo>
                    <a:pt x="447" y="302"/>
                  </a:lnTo>
                  <a:lnTo>
                    <a:pt x="419" y="311"/>
                  </a:lnTo>
                  <a:lnTo>
                    <a:pt x="393" y="314"/>
                  </a:lnTo>
                  <a:lnTo>
                    <a:pt x="384" y="314"/>
                  </a:lnTo>
                  <a:lnTo>
                    <a:pt x="550" y="536"/>
                  </a:lnTo>
                  <a:lnTo>
                    <a:pt x="431" y="536"/>
                  </a:lnTo>
                  <a:lnTo>
                    <a:pt x="274" y="323"/>
                  </a:lnTo>
                  <a:lnTo>
                    <a:pt x="272" y="321"/>
                  </a:lnTo>
                  <a:lnTo>
                    <a:pt x="96" y="321"/>
                  </a:lnTo>
                  <a:lnTo>
                    <a:pt x="9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9" name="Google Shape;19;p1"/>
            <p:cNvSpPr/>
            <p:nvPr/>
          </p:nvSpPr>
          <p:spPr>
            <a:xfrm>
              <a:off x="7477126" y="-1244600"/>
              <a:ext cx="774700" cy="850900"/>
            </a:xfrm>
            <a:custGeom>
              <a:avLst/>
              <a:gdLst/>
              <a:ahLst/>
              <a:cxnLst/>
              <a:rect l="l" t="t" r="r" b="b"/>
              <a:pathLst>
                <a:path w="488" h="536" extrusionOk="0">
                  <a:moveTo>
                    <a:pt x="0" y="0"/>
                  </a:moveTo>
                  <a:lnTo>
                    <a:pt x="438" y="0"/>
                  </a:lnTo>
                  <a:lnTo>
                    <a:pt x="453" y="2"/>
                  </a:lnTo>
                  <a:lnTo>
                    <a:pt x="467" y="12"/>
                  </a:lnTo>
                  <a:lnTo>
                    <a:pt x="476" y="25"/>
                  </a:lnTo>
                  <a:lnTo>
                    <a:pt x="480" y="40"/>
                  </a:lnTo>
                  <a:lnTo>
                    <a:pt x="476" y="56"/>
                  </a:lnTo>
                  <a:lnTo>
                    <a:pt x="467" y="70"/>
                  </a:lnTo>
                  <a:lnTo>
                    <a:pt x="453" y="79"/>
                  </a:lnTo>
                  <a:lnTo>
                    <a:pt x="438" y="82"/>
                  </a:lnTo>
                  <a:lnTo>
                    <a:pt x="97" y="82"/>
                  </a:lnTo>
                  <a:lnTo>
                    <a:pt x="97" y="218"/>
                  </a:lnTo>
                  <a:lnTo>
                    <a:pt x="333" y="218"/>
                  </a:lnTo>
                  <a:lnTo>
                    <a:pt x="349" y="222"/>
                  </a:lnTo>
                  <a:lnTo>
                    <a:pt x="361" y="231"/>
                  </a:lnTo>
                  <a:lnTo>
                    <a:pt x="370" y="243"/>
                  </a:lnTo>
                  <a:lnTo>
                    <a:pt x="373" y="259"/>
                  </a:lnTo>
                  <a:lnTo>
                    <a:pt x="370" y="276"/>
                  </a:lnTo>
                  <a:lnTo>
                    <a:pt x="361" y="288"/>
                  </a:lnTo>
                  <a:lnTo>
                    <a:pt x="349" y="297"/>
                  </a:lnTo>
                  <a:lnTo>
                    <a:pt x="333" y="300"/>
                  </a:lnTo>
                  <a:lnTo>
                    <a:pt x="97" y="300"/>
                  </a:lnTo>
                  <a:lnTo>
                    <a:pt x="97" y="454"/>
                  </a:lnTo>
                  <a:lnTo>
                    <a:pt x="446" y="454"/>
                  </a:lnTo>
                  <a:lnTo>
                    <a:pt x="464" y="457"/>
                  </a:lnTo>
                  <a:lnTo>
                    <a:pt x="476" y="466"/>
                  </a:lnTo>
                  <a:lnTo>
                    <a:pt x="485" y="478"/>
                  </a:lnTo>
                  <a:lnTo>
                    <a:pt x="488" y="494"/>
                  </a:lnTo>
                  <a:lnTo>
                    <a:pt x="485" y="512"/>
                  </a:lnTo>
                  <a:lnTo>
                    <a:pt x="476" y="524"/>
                  </a:lnTo>
                  <a:lnTo>
                    <a:pt x="464" y="533"/>
                  </a:lnTo>
                  <a:lnTo>
                    <a:pt x="446" y="536"/>
                  </a:lnTo>
                  <a:lnTo>
                    <a:pt x="0" y="536"/>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0" name="Google Shape;20;p1"/>
            <p:cNvSpPr/>
            <p:nvPr/>
          </p:nvSpPr>
          <p:spPr>
            <a:xfrm>
              <a:off x="3233738" y="-1751013"/>
              <a:ext cx="152400" cy="146050"/>
            </a:xfrm>
            <a:custGeom>
              <a:avLst/>
              <a:gdLst/>
              <a:ahLst/>
              <a:cxnLst/>
              <a:rect l="l" t="t" r="r" b="b"/>
              <a:pathLst>
                <a:path w="96" h="92" extrusionOk="0">
                  <a:moveTo>
                    <a:pt x="51" y="0"/>
                  </a:moveTo>
                  <a:lnTo>
                    <a:pt x="53" y="0"/>
                  </a:lnTo>
                  <a:lnTo>
                    <a:pt x="70" y="5"/>
                  </a:lnTo>
                  <a:lnTo>
                    <a:pt x="84" y="15"/>
                  </a:lnTo>
                  <a:lnTo>
                    <a:pt x="93" y="31"/>
                  </a:lnTo>
                  <a:lnTo>
                    <a:pt x="96" y="49"/>
                  </a:lnTo>
                  <a:lnTo>
                    <a:pt x="91" y="66"/>
                  </a:lnTo>
                  <a:lnTo>
                    <a:pt x="81" y="80"/>
                  </a:lnTo>
                  <a:lnTo>
                    <a:pt x="65" y="91"/>
                  </a:lnTo>
                  <a:lnTo>
                    <a:pt x="47" y="92"/>
                  </a:lnTo>
                  <a:lnTo>
                    <a:pt x="44" y="92"/>
                  </a:lnTo>
                  <a:lnTo>
                    <a:pt x="26" y="87"/>
                  </a:lnTo>
                  <a:lnTo>
                    <a:pt x="12" y="77"/>
                  </a:lnTo>
                  <a:lnTo>
                    <a:pt x="4" y="61"/>
                  </a:lnTo>
                  <a:lnTo>
                    <a:pt x="0" y="43"/>
                  </a:lnTo>
                  <a:lnTo>
                    <a:pt x="5" y="26"/>
                  </a:lnTo>
                  <a:lnTo>
                    <a:pt x="16" y="12"/>
                  </a:lnTo>
                  <a:lnTo>
                    <a:pt x="32" y="2"/>
                  </a:lnTo>
                  <a:lnTo>
                    <a:pt x="51"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1" name="Google Shape;21;p1"/>
            <p:cNvSpPr/>
            <p:nvPr/>
          </p:nvSpPr>
          <p:spPr>
            <a:xfrm>
              <a:off x="3719513" y="-2219325"/>
              <a:ext cx="219075" cy="263525"/>
            </a:xfrm>
            <a:custGeom>
              <a:avLst/>
              <a:gdLst/>
              <a:ahLst/>
              <a:cxnLst/>
              <a:rect l="l" t="t" r="r" b="b"/>
              <a:pathLst>
                <a:path w="138" h="166" extrusionOk="0">
                  <a:moveTo>
                    <a:pt x="40" y="0"/>
                  </a:moveTo>
                  <a:lnTo>
                    <a:pt x="57" y="2"/>
                  </a:lnTo>
                  <a:lnTo>
                    <a:pt x="73" y="9"/>
                  </a:lnTo>
                  <a:lnTo>
                    <a:pt x="85" y="22"/>
                  </a:lnTo>
                  <a:lnTo>
                    <a:pt x="132" y="96"/>
                  </a:lnTo>
                  <a:lnTo>
                    <a:pt x="138" y="113"/>
                  </a:lnTo>
                  <a:lnTo>
                    <a:pt x="138" y="131"/>
                  </a:lnTo>
                  <a:lnTo>
                    <a:pt x="129" y="146"/>
                  </a:lnTo>
                  <a:lnTo>
                    <a:pt x="115" y="159"/>
                  </a:lnTo>
                  <a:lnTo>
                    <a:pt x="99" y="166"/>
                  </a:lnTo>
                  <a:lnTo>
                    <a:pt x="80" y="164"/>
                  </a:lnTo>
                  <a:lnTo>
                    <a:pt x="64" y="157"/>
                  </a:lnTo>
                  <a:lnTo>
                    <a:pt x="52" y="143"/>
                  </a:lnTo>
                  <a:lnTo>
                    <a:pt x="5" y="70"/>
                  </a:lnTo>
                  <a:lnTo>
                    <a:pt x="0" y="52"/>
                  </a:lnTo>
                  <a:lnTo>
                    <a:pt x="0" y="35"/>
                  </a:lnTo>
                  <a:lnTo>
                    <a:pt x="8" y="17"/>
                  </a:lnTo>
                  <a:lnTo>
                    <a:pt x="22" y="7"/>
                  </a:lnTo>
                  <a:lnTo>
                    <a:pt x="40"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2" name="Google Shape;22;p1"/>
            <p:cNvSpPr/>
            <p:nvPr/>
          </p:nvSpPr>
          <p:spPr>
            <a:xfrm>
              <a:off x="4289426" y="-2582863"/>
              <a:ext cx="222250" cy="407988"/>
            </a:xfrm>
            <a:custGeom>
              <a:avLst/>
              <a:gdLst/>
              <a:ahLst/>
              <a:cxnLst/>
              <a:rect l="l" t="t" r="r" b="b"/>
              <a:pathLst>
                <a:path w="140" h="257" extrusionOk="0">
                  <a:moveTo>
                    <a:pt x="53" y="0"/>
                  </a:moveTo>
                  <a:lnTo>
                    <a:pt x="68" y="7"/>
                  </a:lnTo>
                  <a:lnTo>
                    <a:pt x="82" y="19"/>
                  </a:lnTo>
                  <a:lnTo>
                    <a:pt x="89" y="35"/>
                  </a:lnTo>
                  <a:lnTo>
                    <a:pt x="140" y="199"/>
                  </a:lnTo>
                  <a:lnTo>
                    <a:pt x="140" y="218"/>
                  </a:lnTo>
                  <a:lnTo>
                    <a:pt x="135" y="234"/>
                  </a:lnTo>
                  <a:lnTo>
                    <a:pt x="122" y="248"/>
                  </a:lnTo>
                  <a:lnTo>
                    <a:pt x="105" y="255"/>
                  </a:lnTo>
                  <a:lnTo>
                    <a:pt x="88" y="257"/>
                  </a:lnTo>
                  <a:lnTo>
                    <a:pt x="70" y="250"/>
                  </a:lnTo>
                  <a:lnTo>
                    <a:pt x="58" y="239"/>
                  </a:lnTo>
                  <a:lnTo>
                    <a:pt x="49" y="222"/>
                  </a:lnTo>
                  <a:lnTo>
                    <a:pt x="0" y="58"/>
                  </a:lnTo>
                  <a:lnTo>
                    <a:pt x="0" y="40"/>
                  </a:lnTo>
                  <a:lnTo>
                    <a:pt x="5" y="23"/>
                  </a:lnTo>
                  <a:lnTo>
                    <a:pt x="18" y="11"/>
                  </a:lnTo>
                  <a:lnTo>
                    <a:pt x="33" y="2"/>
                  </a:lnTo>
                  <a:lnTo>
                    <a:pt x="53"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3" name="Google Shape;23;p1"/>
            <p:cNvSpPr/>
            <p:nvPr/>
          </p:nvSpPr>
          <p:spPr>
            <a:xfrm>
              <a:off x="4910138" y="-2876550"/>
              <a:ext cx="188913" cy="561975"/>
            </a:xfrm>
            <a:custGeom>
              <a:avLst/>
              <a:gdLst/>
              <a:ahLst/>
              <a:cxnLst/>
              <a:rect l="l" t="t" r="r" b="b"/>
              <a:pathLst>
                <a:path w="119" h="354" extrusionOk="0">
                  <a:moveTo>
                    <a:pt x="44" y="0"/>
                  </a:moveTo>
                  <a:lnTo>
                    <a:pt x="63" y="4"/>
                  </a:lnTo>
                  <a:lnTo>
                    <a:pt x="77" y="12"/>
                  </a:lnTo>
                  <a:lnTo>
                    <a:pt x="87" y="26"/>
                  </a:lnTo>
                  <a:lnTo>
                    <a:pt x="93" y="44"/>
                  </a:lnTo>
                  <a:lnTo>
                    <a:pt x="119" y="306"/>
                  </a:lnTo>
                  <a:lnTo>
                    <a:pt x="115" y="323"/>
                  </a:lnTo>
                  <a:lnTo>
                    <a:pt x="107" y="339"/>
                  </a:lnTo>
                  <a:lnTo>
                    <a:pt x="93" y="349"/>
                  </a:lnTo>
                  <a:lnTo>
                    <a:pt x="75" y="354"/>
                  </a:lnTo>
                  <a:lnTo>
                    <a:pt x="58" y="351"/>
                  </a:lnTo>
                  <a:lnTo>
                    <a:pt x="42" y="342"/>
                  </a:lnTo>
                  <a:lnTo>
                    <a:pt x="32" y="328"/>
                  </a:lnTo>
                  <a:lnTo>
                    <a:pt x="26" y="311"/>
                  </a:lnTo>
                  <a:lnTo>
                    <a:pt x="0" y="49"/>
                  </a:lnTo>
                  <a:lnTo>
                    <a:pt x="4" y="32"/>
                  </a:lnTo>
                  <a:lnTo>
                    <a:pt x="12" y="16"/>
                  </a:lnTo>
                  <a:lnTo>
                    <a:pt x="26" y="5"/>
                  </a:lnTo>
                  <a:lnTo>
                    <a:pt x="44"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4" name="Google Shape;24;p1"/>
            <p:cNvSpPr/>
            <p:nvPr/>
          </p:nvSpPr>
          <p:spPr>
            <a:xfrm>
              <a:off x="5541963" y="-3081338"/>
              <a:ext cx="174625" cy="703263"/>
            </a:xfrm>
            <a:custGeom>
              <a:avLst/>
              <a:gdLst/>
              <a:ahLst/>
              <a:cxnLst/>
              <a:rect l="l" t="t" r="r" b="b"/>
              <a:pathLst>
                <a:path w="110" h="443" extrusionOk="0">
                  <a:moveTo>
                    <a:pt x="68" y="0"/>
                  </a:moveTo>
                  <a:lnTo>
                    <a:pt x="86" y="5"/>
                  </a:lnTo>
                  <a:lnTo>
                    <a:pt x="100" y="16"/>
                  </a:lnTo>
                  <a:lnTo>
                    <a:pt x="107" y="31"/>
                  </a:lnTo>
                  <a:lnTo>
                    <a:pt x="110" y="51"/>
                  </a:lnTo>
                  <a:lnTo>
                    <a:pt x="93" y="401"/>
                  </a:lnTo>
                  <a:lnTo>
                    <a:pt x="87" y="419"/>
                  </a:lnTo>
                  <a:lnTo>
                    <a:pt x="75" y="433"/>
                  </a:lnTo>
                  <a:lnTo>
                    <a:pt x="61" y="442"/>
                  </a:lnTo>
                  <a:lnTo>
                    <a:pt x="42" y="443"/>
                  </a:lnTo>
                  <a:lnTo>
                    <a:pt x="25" y="438"/>
                  </a:lnTo>
                  <a:lnTo>
                    <a:pt x="11" y="426"/>
                  </a:lnTo>
                  <a:lnTo>
                    <a:pt x="2" y="412"/>
                  </a:lnTo>
                  <a:lnTo>
                    <a:pt x="0" y="393"/>
                  </a:lnTo>
                  <a:lnTo>
                    <a:pt x="18" y="42"/>
                  </a:lnTo>
                  <a:lnTo>
                    <a:pt x="23" y="24"/>
                  </a:lnTo>
                  <a:lnTo>
                    <a:pt x="33" y="10"/>
                  </a:lnTo>
                  <a:lnTo>
                    <a:pt x="49" y="2"/>
                  </a:lnTo>
                  <a:lnTo>
                    <a:pt x="68"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5" name="Google Shape;25;p1"/>
            <p:cNvSpPr/>
            <p:nvPr/>
          </p:nvSpPr>
          <p:spPr>
            <a:xfrm>
              <a:off x="6140451" y="-3203575"/>
              <a:ext cx="271463" cy="831850"/>
            </a:xfrm>
            <a:custGeom>
              <a:avLst/>
              <a:gdLst/>
              <a:ahLst/>
              <a:cxnLst/>
              <a:rect l="l" t="t" r="r" b="b"/>
              <a:pathLst>
                <a:path w="171" h="524" extrusionOk="0">
                  <a:moveTo>
                    <a:pt x="119" y="0"/>
                  </a:moveTo>
                  <a:lnTo>
                    <a:pt x="136" y="0"/>
                  </a:lnTo>
                  <a:lnTo>
                    <a:pt x="154" y="9"/>
                  </a:lnTo>
                  <a:lnTo>
                    <a:pt x="166" y="21"/>
                  </a:lnTo>
                  <a:lnTo>
                    <a:pt x="171" y="37"/>
                  </a:lnTo>
                  <a:lnTo>
                    <a:pt x="171" y="56"/>
                  </a:lnTo>
                  <a:lnTo>
                    <a:pt x="91" y="489"/>
                  </a:lnTo>
                  <a:lnTo>
                    <a:pt x="84" y="506"/>
                  </a:lnTo>
                  <a:lnTo>
                    <a:pt x="70" y="517"/>
                  </a:lnTo>
                  <a:lnTo>
                    <a:pt x="54" y="524"/>
                  </a:lnTo>
                  <a:lnTo>
                    <a:pt x="37" y="524"/>
                  </a:lnTo>
                  <a:lnTo>
                    <a:pt x="19" y="517"/>
                  </a:lnTo>
                  <a:lnTo>
                    <a:pt x="7" y="503"/>
                  </a:lnTo>
                  <a:lnTo>
                    <a:pt x="0" y="487"/>
                  </a:lnTo>
                  <a:lnTo>
                    <a:pt x="2" y="468"/>
                  </a:lnTo>
                  <a:lnTo>
                    <a:pt x="82" y="35"/>
                  </a:lnTo>
                  <a:lnTo>
                    <a:pt x="89" y="19"/>
                  </a:lnTo>
                  <a:lnTo>
                    <a:pt x="101" y="7"/>
                  </a:lnTo>
                  <a:lnTo>
                    <a:pt x="11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6" name="Google Shape;26;p1"/>
            <p:cNvSpPr/>
            <p:nvPr/>
          </p:nvSpPr>
          <p:spPr>
            <a:xfrm>
              <a:off x="6724651" y="-3240088"/>
              <a:ext cx="404813" cy="950913"/>
            </a:xfrm>
            <a:custGeom>
              <a:avLst/>
              <a:gdLst/>
              <a:ahLst/>
              <a:cxnLst/>
              <a:rect l="l" t="t" r="r" b="b"/>
              <a:pathLst>
                <a:path w="255" h="599" extrusionOk="0">
                  <a:moveTo>
                    <a:pt x="206" y="0"/>
                  </a:moveTo>
                  <a:lnTo>
                    <a:pt x="226" y="4"/>
                  </a:lnTo>
                  <a:lnTo>
                    <a:pt x="241" y="13"/>
                  </a:lnTo>
                  <a:lnTo>
                    <a:pt x="252" y="27"/>
                  </a:lnTo>
                  <a:lnTo>
                    <a:pt x="255" y="44"/>
                  </a:lnTo>
                  <a:lnTo>
                    <a:pt x="254" y="62"/>
                  </a:lnTo>
                  <a:lnTo>
                    <a:pt x="90" y="569"/>
                  </a:lnTo>
                  <a:lnTo>
                    <a:pt x="81" y="585"/>
                  </a:lnTo>
                  <a:lnTo>
                    <a:pt x="65" y="596"/>
                  </a:lnTo>
                  <a:lnTo>
                    <a:pt x="49" y="599"/>
                  </a:lnTo>
                  <a:lnTo>
                    <a:pt x="30" y="597"/>
                  </a:lnTo>
                  <a:lnTo>
                    <a:pt x="14" y="587"/>
                  </a:lnTo>
                  <a:lnTo>
                    <a:pt x="4" y="573"/>
                  </a:lnTo>
                  <a:lnTo>
                    <a:pt x="0" y="556"/>
                  </a:lnTo>
                  <a:lnTo>
                    <a:pt x="2" y="538"/>
                  </a:lnTo>
                  <a:lnTo>
                    <a:pt x="166" y="30"/>
                  </a:lnTo>
                  <a:lnTo>
                    <a:pt x="175" y="16"/>
                  </a:lnTo>
                  <a:lnTo>
                    <a:pt x="191" y="6"/>
                  </a:lnTo>
                  <a:lnTo>
                    <a:pt x="206"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7" name="Google Shape;27;p1"/>
            <p:cNvSpPr/>
            <p:nvPr/>
          </p:nvSpPr>
          <p:spPr>
            <a:xfrm>
              <a:off x="7299326" y="-3173413"/>
              <a:ext cx="558800" cy="1039813"/>
            </a:xfrm>
            <a:custGeom>
              <a:avLst/>
              <a:gdLst/>
              <a:ahLst/>
              <a:cxnLst/>
              <a:rect l="l" t="t" r="r" b="b"/>
              <a:pathLst>
                <a:path w="352" h="655" extrusionOk="0">
                  <a:moveTo>
                    <a:pt x="309" y="0"/>
                  </a:moveTo>
                  <a:lnTo>
                    <a:pt x="326" y="6"/>
                  </a:lnTo>
                  <a:lnTo>
                    <a:pt x="342" y="18"/>
                  </a:lnTo>
                  <a:lnTo>
                    <a:pt x="349" y="32"/>
                  </a:lnTo>
                  <a:lnTo>
                    <a:pt x="352" y="49"/>
                  </a:lnTo>
                  <a:lnTo>
                    <a:pt x="347" y="68"/>
                  </a:lnTo>
                  <a:lnTo>
                    <a:pt x="87" y="630"/>
                  </a:lnTo>
                  <a:lnTo>
                    <a:pt x="77" y="644"/>
                  </a:lnTo>
                  <a:lnTo>
                    <a:pt x="61" y="653"/>
                  </a:lnTo>
                  <a:lnTo>
                    <a:pt x="43" y="655"/>
                  </a:lnTo>
                  <a:lnTo>
                    <a:pt x="26" y="650"/>
                  </a:lnTo>
                  <a:lnTo>
                    <a:pt x="10" y="639"/>
                  </a:lnTo>
                  <a:lnTo>
                    <a:pt x="3" y="623"/>
                  </a:lnTo>
                  <a:lnTo>
                    <a:pt x="0" y="606"/>
                  </a:lnTo>
                  <a:lnTo>
                    <a:pt x="5" y="589"/>
                  </a:lnTo>
                  <a:lnTo>
                    <a:pt x="265" y="27"/>
                  </a:lnTo>
                  <a:lnTo>
                    <a:pt x="276" y="11"/>
                  </a:lnTo>
                  <a:lnTo>
                    <a:pt x="291" y="4"/>
                  </a:lnTo>
                  <a:lnTo>
                    <a:pt x="309"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8" name="Google Shape;28;p1"/>
            <p:cNvSpPr/>
            <p:nvPr/>
          </p:nvSpPr>
          <p:spPr>
            <a:xfrm>
              <a:off x="7864476" y="-3006725"/>
              <a:ext cx="720725" cy="1103313"/>
            </a:xfrm>
            <a:custGeom>
              <a:avLst/>
              <a:gdLst/>
              <a:ahLst/>
              <a:cxnLst/>
              <a:rect l="l" t="t" r="r" b="b"/>
              <a:pathLst>
                <a:path w="454" h="695" extrusionOk="0">
                  <a:moveTo>
                    <a:pt x="417" y="0"/>
                  </a:moveTo>
                  <a:lnTo>
                    <a:pt x="433" y="7"/>
                  </a:lnTo>
                  <a:lnTo>
                    <a:pt x="447" y="21"/>
                  </a:lnTo>
                  <a:lnTo>
                    <a:pt x="454" y="37"/>
                  </a:lnTo>
                  <a:lnTo>
                    <a:pt x="454" y="54"/>
                  </a:lnTo>
                  <a:lnTo>
                    <a:pt x="447" y="72"/>
                  </a:lnTo>
                  <a:lnTo>
                    <a:pt x="84" y="676"/>
                  </a:lnTo>
                  <a:lnTo>
                    <a:pt x="70" y="688"/>
                  </a:lnTo>
                  <a:lnTo>
                    <a:pt x="54" y="695"/>
                  </a:lnTo>
                  <a:lnTo>
                    <a:pt x="37" y="695"/>
                  </a:lnTo>
                  <a:lnTo>
                    <a:pt x="19" y="688"/>
                  </a:lnTo>
                  <a:lnTo>
                    <a:pt x="7" y="676"/>
                  </a:lnTo>
                  <a:lnTo>
                    <a:pt x="0" y="660"/>
                  </a:lnTo>
                  <a:lnTo>
                    <a:pt x="0" y="642"/>
                  </a:lnTo>
                  <a:lnTo>
                    <a:pt x="7" y="625"/>
                  </a:lnTo>
                  <a:lnTo>
                    <a:pt x="370" y="21"/>
                  </a:lnTo>
                  <a:lnTo>
                    <a:pt x="382" y="7"/>
                  </a:lnTo>
                  <a:lnTo>
                    <a:pt x="400" y="0"/>
                  </a:lnTo>
                  <a:lnTo>
                    <a:pt x="417"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29" name="Google Shape;29;p1"/>
            <p:cNvSpPr/>
            <p:nvPr/>
          </p:nvSpPr>
          <p:spPr>
            <a:xfrm>
              <a:off x="8393113" y="-2740025"/>
              <a:ext cx="909638" cy="1138238"/>
            </a:xfrm>
            <a:custGeom>
              <a:avLst/>
              <a:gdLst/>
              <a:ahLst/>
              <a:cxnLst/>
              <a:rect l="l" t="t" r="r" b="b"/>
              <a:pathLst>
                <a:path w="573" h="717" extrusionOk="0">
                  <a:moveTo>
                    <a:pt x="522" y="0"/>
                  </a:moveTo>
                  <a:lnTo>
                    <a:pt x="540" y="1"/>
                  </a:lnTo>
                  <a:lnTo>
                    <a:pt x="557" y="10"/>
                  </a:lnTo>
                  <a:lnTo>
                    <a:pt x="568" y="24"/>
                  </a:lnTo>
                  <a:lnTo>
                    <a:pt x="573" y="40"/>
                  </a:lnTo>
                  <a:lnTo>
                    <a:pt x="571" y="57"/>
                  </a:lnTo>
                  <a:lnTo>
                    <a:pt x="562" y="75"/>
                  </a:lnTo>
                  <a:lnTo>
                    <a:pt x="81" y="700"/>
                  </a:lnTo>
                  <a:lnTo>
                    <a:pt x="67" y="712"/>
                  </a:lnTo>
                  <a:lnTo>
                    <a:pt x="51" y="717"/>
                  </a:lnTo>
                  <a:lnTo>
                    <a:pt x="32" y="715"/>
                  </a:lnTo>
                  <a:lnTo>
                    <a:pt x="16" y="707"/>
                  </a:lnTo>
                  <a:lnTo>
                    <a:pt x="5" y="693"/>
                  </a:lnTo>
                  <a:lnTo>
                    <a:pt x="0" y="675"/>
                  </a:lnTo>
                  <a:lnTo>
                    <a:pt x="2" y="658"/>
                  </a:lnTo>
                  <a:lnTo>
                    <a:pt x="11" y="642"/>
                  </a:lnTo>
                  <a:lnTo>
                    <a:pt x="491" y="15"/>
                  </a:lnTo>
                  <a:lnTo>
                    <a:pt x="506" y="3"/>
                  </a:lnTo>
                  <a:lnTo>
                    <a:pt x="522" y="0"/>
                  </a:lnTo>
                  <a:close/>
                </a:path>
              </a:pathLst>
            </a:custGeom>
            <a:solidFill>
              <a:srgbClr val="F36A2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sp>
        <p:nvSpPr>
          <p:cNvPr id="30" name="Google Shape;30;p1"/>
          <p:cNvSpPr txBox="1">
            <a:spLocks noGrp="1"/>
          </p:cNvSpPr>
          <p:nvPr>
            <p:ph type="body" idx="1"/>
          </p:nvPr>
        </p:nvSpPr>
        <p:spPr>
          <a:xfrm>
            <a:off x="380010" y="1481446"/>
            <a:ext cx="8383980" cy="4525963"/>
          </a:xfrm>
          <a:prstGeom prst="rect">
            <a:avLst/>
          </a:prstGeom>
          <a:noFill/>
          <a:ln>
            <a:noFill/>
          </a:ln>
        </p:spPr>
        <p:txBody>
          <a:bodyPr spcFirstLastPara="1" wrap="square" lIns="91425" tIns="45700" rIns="91425" bIns="45700" anchor="t" anchorCtr="0"/>
          <a:lstStyle>
            <a:lvl1pPr marL="457200" marR="0" lvl="0" indent="-406400" algn="l" rtl="0">
              <a:spcBef>
                <a:spcPts val="560"/>
              </a:spcBef>
              <a:spcAft>
                <a:spcPts val="0"/>
              </a:spcAft>
              <a:buClr>
                <a:schemeClr val="accent1"/>
              </a:buClr>
              <a:buSzPts val="2800"/>
              <a:buFont typeface="Arial"/>
              <a:buChar char="•"/>
              <a:defRPr sz="2800" b="0" i="0" u="none" strike="noStrike" cap="none">
                <a:solidFill>
                  <a:schemeClr val="dk2"/>
                </a:solidFill>
                <a:latin typeface="Arial"/>
                <a:ea typeface="Arial"/>
                <a:cs typeface="Arial"/>
                <a:sym typeface="Arial"/>
              </a:defRPr>
            </a:lvl1pPr>
            <a:lvl2pPr marL="914400" marR="0" lvl="1" indent="-381000" algn="l" rtl="0">
              <a:spcBef>
                <a:spcPts val="480"/>
              </a:spcBef>
              <a:spcAft>
                <a:spcPts val="0"/>
              </a:spcAft>
              <a:buClr>
                <a:schemeClr val="accent1"/>
              </a:buClr>
              <a:buSzPts val="2400"/>
              <a:buFont typeface="Arial"/>
              <a:buChar char="–"/>
              <a:defRPr sz="2400" b="0" i="0" u="none" strike="noStrike" cap="none">
                <a:solidFill>
                  <a:schemeClr val="dk2"/>
                </a:solidFill>
                <a:latin typeface="Arial"/>
                <a:ea typeface="Arial"/>
                <a:cs typeface="Arial"/>
                <a:sym typeface="Arial"/>
              </a:defRPr>
            </a:lvl2pPr>
            <a:lvl3pPr marL="1371600" marR="0" lvl="2" indent="-355600" algn="l" rtl="0">
              <a:spcBef>
                <a:spcPts val="400"/>
              </a:spcBef>
              <a:spcAft>
                <a:spcPts val="0"/>
              </a:spcAft>
              <a:buClr>
                <a:schemeClr val="accent1"/>
              </a:buClr>
              <a:buSzPts val="2000"/>
              <a:buFont typeface="Arial"/>
              <a:buChar char="•"/>
              <a:defRPr sz="2000" b="0" i="0" u="none" strike="noStrike" cap="none">
                <a:solidFill>
                  <a:schemeClr val="dk2"/>
                </a:solidFill>
                <a:latin typeface="Arial"/>
                <a:ea typeface="Arial"/>
                <a:cs typeface="Arial"/>
                <a:sym typeface="Arial"/>
              </a:defRPr>
            </a:lvl3pPr>
            <a:lvl4pPr marL="1828800" marR="0" lvl="3" indent="-342900"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4pPr>
            <a:lvl5pPr marL="2286000" marR="0" lvl="4" indent="-342900" algn="l" rtl="0">
              <a:spcBef>
                <a:spcPts val="360"/>
              </a:spcBef>
              <a:spcAft>
                <a:spcPts val="0"/>
              </a:spcAft>
              <a:buClr>
                <a:schemeClr val="accent1"/>
              </a:buClr>
              <a:buSzPts val="1800"/>
              <a:buFont typeface="Arial"/>
              <a:buChar char="»"/>
              <a:defRPr sz="1800" b="0" i="0" u="none" strike="noStrike" cap="none">
                <a:solidFill>
                  <a:schemeClr val="dk2"/>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1" name="Google Shape;31;p1"/>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u="none">
                <a:solidFill>
                  <a:schemeClr val="accent2"/>
                </a:solidFill>
                <a:latin typeface="Arial"/>
                <a:ea typeface="Arial"/>
                <a:cs typeface="Arial"/>
                <a:sym typeface="Arial"/>
              </a:defRPr>
            </a:lvl1pPr>
            <a:lvl2pPr marL="0" marR="0" lvl="1" indent="0" algn="r" rtl="0">
              <a:spcBef>
                <a:spcPts val="0"/>
              </a:spcBef>
              <a:buNone/>
              <a:defRPr sz="1200" b="0" u="none">
                <a:solidFill>
                  <a:schemeClr val="accent2"/>
                </a:solidFill>
                <a:latin typeface="Arial"/>
                <a:ea typeface="Arial"/>
                <a:cs typeface="Arial"/>
                <a:sym typeface="Arial"/>
              </a:defRPr>
            </a:lvl2pPr>
            <a:lvl3pPr marL="0" marR="0" lvl="2" indent="0" algn="r" rtl="0">
              <a:spcBef>
                <a:spcPts val="0"/>
              </a:spcBef>
              <a:buNone/>
              <a:defRPr sz="1200" b="0" u="none">
                <a:solidFill>
                  <a:schemeClr val="accent2"/>
                </a:solidFill>
                <a:latin typeface="Arial"/>
                <a:ea typeface="Arial"/>
                <a:cs typeface="Arial"/>
                <a:sym typeface="Arial"/>
              </a:defRPr>
            </a:lvl3pPr>
            <a:lvl4pPr marL="0" marR="0" lvl="3" indent="0" algn="r" rtl="0">
              <a:spcBef>
                <a:spcPts val="0"/>
              </a:spcBef>
              <a:buNone/>
              <a:defRPr sz="1200" b="0" u="none">
                <a:solidFill>
                  <a:schemeClr val="accent2"/>
                </a:solidFill>
                <a:latin typeface="Arial"/>
                <a:ea typeface="Arial"/>
                <a:cs typeface="Arial"/>
                <a:sym typeface="Arial"/>
              </a:defRPr>
            </a:lvl4pPr>
            <a:lvl5pPr marL="0" marR="0" lvl="4" indent="0" algn="r" rtl="0">
              <a:spcBef>
                <a:spcPts val="0"/>
              </a:spcBef>
              <a:buNone/>
              <a:defRPr sz="1200" b="0" u="none">
                <a:solidFill>
                  <a:schemeClr val="accent2"/>
                </a:solidFill>
                <a:latin typeface="Arial"/>
                <a:ea typeface="Arial"/>
                <a:cs typeface="Arial"/>
                <a:sym typeface="Arial"/>
              </a:defRPr>
            </a:lvl5pPr>
            <a:lvl6pPr marL="0" marR="0" lvl="5" indent="0" algn="r" rtl="0">
              <a:spcBef>
                <a:spcPts val="0"/>
              </a:spcBef>
              <a:buNone/>
              <a:defRPr sz="1200" b="0" u="none">
                <a:solidFill>
                  <a:schemeClr val="accent2"/>
                </a:solidFill>
                <a:latin typeface="Arial"/>
                <a:ea typeface="Arial"/>
                <a:cs typeface="Arial"/>
                <a:sym typeface="Arial"/>
              </a:defRPr>
            </a:lvl6pPr>
            <a:lvl7pPr marL="0" marR="0" lvl="6" indent="0" algn="r" rtl="0">
              <a:spcBef>
                <a:spcPts val="0"/>
              </a:spcBef>
              <a:buNone/>
              <a:defRPr sz="1200" b="0" u="none">
                <a:solidFill>
                  <a:schemeClr val="accent2"/>
                </a:solidFill>
                <a:latin typeface="Arial"/>
                <a:ea typeface="Arial"/>
                <a:cs typeface="Arial"/>
                <a:sym typeface="Arial"/>
              </a:defRPr>
            </a:lvl7pPr>
            <a:lvl8pPr marL="0" marR="0" lvl="7" indent="0" algn="r" rtl="0">
              <a:spcBef>
                <a:spcPts val="0"/>
              </a:spcBef>
              <a:buNone/>
              <a:defRPr sz="1200" b="0" u="none">
                <a:solidFill>
                  <a:schemeClr val="accent2"/>
                </a:solidFill>
                <a:latin typeface="Arial"/>
                <a:ea typeface="Arial"/>
                <a:cs typeface="Arial"/>
                <a:sym typeface="Arial"/>
              </a:defRPr>
            </a:lvl8pPr>
            <a:lvl9pPr marL="0" marR="0" lvl="8" indent="0" algn="r" rtl="0">
              <a:spcBef>
                <a:spcPts val="0"/>
              </a:spcBef>
              <a:buNone/>
              <a:defRPr sz="1200" b="0" u="none">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32" name="Google Shape;32;p1"/>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2"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hyperlink" Target="https://docs.junit.org/5.5.0-M1/api/org/junit/jupiter/params/provider/package-summary.html" TargetMode="Externa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5"/>
          <p:cNvSpPr txBox="1">
            <a:spLocks noGrp="1"/>
          </p:cNvSpPr>
          <p:nvPr>
            <p:ph type="ctrTitle"/>
          </p:nvPr>
        </p:nvSpPr>
        <p:spPr>
          <a:xfrm>
            <a:off x="496177" y="320634"/>
            <a:ext cx="7216588" cy="2543545"/>
          </a:xfrm>
          <a:prstGeom prst="rect">
            <a:avLst/>
          </a:prstGeom>
          <a:noFill/>
          <a:ln>
            <a:noFill/>
          </a:ln>
        </p:spPr>
        <p:txBody>
          <a:bodyPr spcFirstLastPara="1" wrap="square" lIns="91425" tIns="45700" rIns="91425" bIns="45700" anchor="b" anchorCtr="0">
            <a:noAutofit/>
          </a:bodyPr>
          <a:lstStyle/>
          <a:p>
            <a:pPr marL="0" lvl="0" indent="0" algn="l" rtl="0">
              <a:lnSpc>
                <a:spcPct val="80000"/>
              </a:lnSpc>
              <a:spcBef>
                <a:spcPts val="0"/>
              </a:spcBef>
              <a:spcAft>
                <a:spcPts val="0"/>
              </a:spcAft>
              <a:buClr>
                <a:schemeClr val="accent1"/>
              </a:buClr>
              <a:buSzPts val="4400"/>
              <a:buFont typeface="Arial"/>
              <a:buNone/>
            </a:pPr>
            <a:r>
              <a:rPr lang="en-US" dirty="0"/>
              <a:t>Testing with JUnit and Mockito</a:t>
            </a:r>
            <a:endParaRPr dirty="0"/>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947FC-ED58-14EC-766E-B345CBB2129B}"/>
              </a:ext>
            </a:extLst>
          </p:cNvPr>
          <p:cNvSpPr>
            <a:spLocks noGrp="1"/>
          </p:cNvSpPr>
          <p:nvPr>
            <p:ph type="title"/>
          </p:nvPr>
        </p:nvSpPr>
        <p:spPr/>
        <p:txBody>
          <a:bodyPr/>
          <a:lstStyle/>
          <a:p>
            <a:r>
              <a:rPr lang="en-US" dirty="0"/>
              <a:t>Outline</a:t>
            </a:r>
          </a:p>
        </p:txBody>
      </p:sp>
      <p:sp>
        <p:nvSpPr>
          <p:cNvPr id="3" name="Text Placeholder 2">
            <a:extLst>
              <a:ext uri="{FF2B5EF4-FFF2-40B4-BE49-F238E27FC236}">
                <a16:creationId xmlns:a16="http://schemas.microsoft.com/office/drawing/2014/main" id="{31D0A314-1889-7642-D5E4-583ADD03E47C}"/>
              </a:ext>
            </a:extLst>
          </p:cNvPr>
          <p:cNvSpPr>
            <a:spLocks noGrp="1"/>
          </p:cNvSpPr>
          <p:nvPr>
            <p:ph type="body" idx="1"/>
          </p:nvPr>
        </p:nvSpPr>
        <p:spPr>
          <a:xfrm>
            <a:off x="380010" y="1481447"/>
            <a:ext cx="8383980" cy="4316452"/>
          </a:xfrm>
        </p:spPr>
        <p:txBody>
          <a:bodyPr numCol="1">
            <a:normAutofit/>
          </a:bodyPr>
          <a:lstStyle/>
          <a:p>
            <a:r>
              <a:rPr lang="en-US" dirty="0"/>
              <a:t>JUnit</a:t>
            </a:r>
          </a:p>
          <a:p>
            <a:r>
              <a:rPr lang="en-US" dirty="0"/>
              <a:t>JUnit Annotations</a:t>
            </a:r>
          </a:p>
          <a:p>
            <a:r>
              <a:rPr lang="en-US" dirty="0"/>
              <a:t>Junit Assertion Methods</a:t>
            </a:r>
          </a:p>
          <a:p>
            <a:r>
              <a:rPr lang="en-US" dirty="0"/>
              <a:t>Stubs &amp; Mocks</a:t>
            </a:r>
          </a:p>
          <a:p>
            <a:r>
              <a:rPr lang="en-US" dirty="0"/>
              <a:t>Mockito</a:t>
            </a:r>
          </a:p>
          <a:p>
            <a:endParaRPr lang="en-US" dirty="0"/>
          </a:p>
        </p:txBody>
      </p:sp>
      <p:sp>
        <p:nvSpPr>
          <p:cNvPr id="4" name="Slide Number Placeholder 3">
            <a:extLst>
              <a:ext uri="{FF2B5EF4-FFF2-40B4-BE49-F238E27FC236}">
                <a16:creationId xmlns:a16="http://schemas.microsoft.com/office/drawing/2014/main" id="{E6ADCEA2-50D6-C516-65CC-742821A02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extLst>
      <p:ext uri="{BB962C8B-B14F-4D97-AF65-F5344CB8AC3E}">
        <p14:creationId xmlns:p14="http://schemas.microsoft.com/office/powerpoint/2010/main" val="1957433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372D2-EBEC-AEC4-BAF6-B310624F0E9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E6CE2FE-DE7F-ACB7-2301-888DE70DF4A7}"/>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2</a:t>
            </a:fld>
            <a:endParaRPr lang="en-US"/>
          </a:p>
        </p:txBody>
      </p:sp>
      <p:sp>
        <p:nvSpPr>
          <p:cNvPr id="4" name="Google Shape;212;p15">
            <a:extLst>
              <a:ext uri="{FF2B5EF4-FFF2-40B4-BE49-F238E27FC236}">
                <a16:creationId xmlns:a16="http://schemas.microsoft.com/office/drawing/2014/main" id="{4CB7CF7E-0C59-3C4B-553D-A7FB62B754E1}"/>
              </a:ext>
            </a:extLst>
          </p:cNvPr>
          <p:cNvSpPr txBox="1">
            <a:spLocks/>
          </p:cNvSpPr>
          <p:nvPr/>
        </p:nvSpPr>
        <p:spPr>
          <a:xfrm>
            <a:off x="157928"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JUnit</a:t>
            </a:r>
          </a:p>
        </p:txBody>
      </p:sp>
      <p:pic>
        <p:nvPicPr>
          <p:cNvPr id="6" name="Picture 5">
            <a:extLst>
              <a:ext uri="{FF2B5EF4-FFF2-40B4-BE49-F238E27FC236}">
                <a16:creationId xmlns:a16="http://schemas.microsoft.com/office/drawing/2014/main" id="{C0274D00-76B2-E6DC-8179-58E1A04ECF7F}"/>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245129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JUnit</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93262" y="1481446"/>
            <a:ext cx="8383980" cy="4882266"/>
          </a:xfrm>
        </p:spPr>
        <p:txBody>
          <a:bodyPr>
            <a:normAutofit fontScale="92500"/>
          </a:bodyPr>
          <a:lstStyle/>
          <a:p>
            <a:r>
              <a:rPr lang="en-US" dirty="0"/>
              <a:t>JUnit is an open-source java framework designed for the purpose of writing and running unit testing.</a:t>
            </a:r>
          </a:p>
          <a:p>
            <a:r>
              <a:rPr lang="en-US" dirty="0"/>
              <a:t>JUnit 5 is the most widely used testing framework for java applications.</a:t>
            </a:r>
          </a:p>
          <a:p>
            <a:r>
              <a:rPr lang="en-US" dirty="0"/>
              <a:t>JUnit allows for the creation of both application code and test during development.</a:t>
            </a:r>
          </a:p>
          <a:p>
            <a:r>
              <a:rPr lang="en-US" dirty="0"/>
              <a:t>JUnit also provides a graphical user interface (GUI) which makes it possible to write and test source code quickly and easily.</a:t>
            </a:r>
          </a:p>
          <a:p>
            <a:pPr lvl="1"/>
            <a:r>
              <a:rPr lang="en-US" dirty="0"/>
              <a:t>JUnit shows test progress in a bar that starts green if testing is going fine, but turns red when a test fails.</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extLst>
      <p:ext uri="{BB962C8B-B14F-4D97-AF65-F5344CB8AC3E}">
        <p14:creationId xmlns:p14="http://schemas.microsoft.com/office/powerpoint/2010/main" val="1245995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6E926-A805-5918-CD0E-21195B3A2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5A2F8-75AB-E490-33ED-2D8752520799}"/>
              </a:ext>
            </a:extLst>
          </p:cNvPr>
          <p:cNvSpPr>
            <a:spLocks noGrp="1"/>
          </p:cNvSpPr>
          <p:nvPr>
            <p:ph type="title"/>
          </p:nvPr>
        </p:nvSpPr>
        <p:spPr/>
        <p:txBody>
          <a:bodyPr/>
          <a:lstStyle/>
          <a:p>
            <a:r>
              <a:rPr lang="en-US" dirty="0"/>
              <a:t>Junit 5 Ecosystem</a:t>
            </a:r>
          </a:p>
        </p:txBody>
      </p:sp>
      <p:sp>
        <p:nvSpPr>
          <p:cNvPr id="3" name="Text Placeholder 2">
            <a:extLst>
              <a:ext uri="{FF2B5EF4-FFF2-40B4-BE49-F238E27FC236}">
                <a16:creationId xmlns:a16="http://schemas.microsoft.com/office/drawing/2014/main" id="{E393A941-E63F-7236-2D82-BE72ACBB4CD3}"/>
              </a:ext>
            </a:extLst>
          </p:cNvPr>
          <p:cNvSpPr>
            <a:spLocks noGrp="1"/>
          </p:cNvSpPr>
          <p:nvPr>
            <p:ph type="body" idx="1"/>
          </p:nvPr>
        </p:nvSpPr>
        <p:spPr>
          <a:xfrm>
            <a:off x="393262" y="1481446"/>
            <a:ext cx="8383980" cy="4882266"/>
          </a:xfrm>
        </p:spPr>
        <p:txBody>
          <a:bodyPr>
            <a:normAutofit/>
          </a:bodyPr>
          <a:lstStyle/>
          <a:p>
            <a:r>
              <a:rPr lang="en-US" dirty="0"/>
              <a:t>Junit 5 is composed of several different modules from three different sub-projects:</a:t>
            </a:r>
          </a:p>
          <a:p>
            <a:r>
              <a:rPr lang="en-US" sz="2000" b="1" dirty="0"/>
              <a:t>JUnit 5 = JUnit platform + Junit Jupiter + Junit Vintage</a:t>
            </a:r>
          </a:p>
          <a:p>
            <a:endParaRPr lang="en-US" sz="2000" b="1" dirty="0"/>
          </a:p>
          <a:p>
            <a:endParaRPr lang="en-US" sz="2000" b="1" dirty="0"/>
          </a:p>
        </p:txBody>
      </p:sp>
      <p:sp>
        <p:nvSpPr>
          <p:cNvPr id="4" name="Slide Number Placeholder 3">
            <a:extLst>
              <a:ext uri="{FF2B5EF4-FFF2-40B4-BE49-F238E27FC236}">
                <a16:creationId xmlns:a16="http://schemas.microsoft.com/office/drawing/2014/main" id="{51D54E57-DE55-4BA1-0472-5DB8579836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pic>
        <p:nvPicPr>
          <p:cNvPr id="5" name="Picture 4">
            <a:extLst>
              <a:ext uri="{FF2B5EF4-FFF2-40B4-BE49-F238E27FC236}">
                <a16:creationId xmlns:a16="http://schemas.microsoft.com/office/drawing/2014/main" id="{EDC3AFF5-9624-4296-894B-4F01E78FD9BE}"/>
              </a:ext>
            </a:extLst>
          </p:cNvPr>
          <p:cNvPicPr>
            <a:picLocks noChangeAspect="1"/>
          </p:cNvPicPr>
          <p:nvPr/>
        </p:nvPicPr>
        <p:blipFill>
          <a:blip r:embed="rId2"/>
          <a:stretch>
            <a:fillRect/>
          </a:stretch>
        </p:blipFill>
        <p:spPr>
          <a:xfrm>
            <a:off x="2642152" y="3172578"/>
            <a:ext cx="3886200" cy="2772966"/>
          </a:xfrm>
          <a:prstGeom prst="rect">
            <a:avLst/>
          </a:prstGeom>
        </p:spPr>
      </p:pic>
    </p:spTree>
    <p:extLst>
      <p:ext uri="{BB962C8B-B14F-4D97-AF65-F5344CB8AC3E}">
        <p14:creationId xmlns:p14="http://schemas.microsoft.com/office/powerpoint/2010/main" val="1371403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8E1DE-5E75-FFEC-A80C-8932FCA20A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877578-9F1E-0C8D-567E-5FB36EBF1D9A}"/>
              </a:ext>
            </a:extLst>
          </p:cNvPr>
          <p:cNvSpPr>
            <a:spLocks noGrp="1"/>
          </p:cNvSpPr>
          <p:nvPr>
            <p:ph type="title"/>
          </p:nvPr>
        </p:nvSpPr>
        <p:spPr/>
        <p:txBody>
          <a:bodyPr/>
          <a:lstStyle/>
          <a:p>
            <a:r>
              <a:rPr lang="en-US" dirty="0"/>
              <a:t>JUnit Platform</a:t>
            </a:r>
          </a:p>
        </p:txBody>
      </p:sp>
      <p:sp>
        <p:nvSpPr>
          <p:cNvPr id="4" name="Slide Number Placeholder 3">
            <a:extLst>
              <a:ext uri="{FF2B5EF4-FFF2-40B4-BE49-F238E27FC236}">
                <a16:creationId xmlns:a16="http://schemas.microsoft.com/office/drawing/2014/main" id="{43B2A03F-A585-8FC6-6B03-3111492230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
        <p:nvSpPr>
          <p:cNvPr id="6" name="Text Placeholder 5">
            <a:extLst>
              <a:ext uri="{FF2B5EF4-FFF2-40B4-BE49-F238E27FC236}">
                <a16:creationId xmlns:a16="http://schemas.microsoft.com/office/drawing/2014/main" id="{925BF8D6-1C9B-092C-2289-2E417FE2A909}"/>
              </a:ext>
            </a:extLst>
          </p:cNvPr>
          <p:cNvSpPr>
            <a:spLocks noGrp="1"/>
          </p:cNvSpPr>
          <p:nvPr>
            <p:ph type="body" idx="1"/>
          </p:nvPr>
        </p:nvSpPr>
        <p:spPr/>
        <p:txBody>
          <a:bodyPr/>
          <a:lstStyle/>
          <a:p>
            <a:r>
              <a:rPr lang="en-US" dirty="0"/>
              <a:t>Used to be able to launch JUnit tests, IDEs, build tools or plugins need to include and extend platform APIs</a:t>
            </a:r>
          </a:p>
          <a:p>
            <a:r>
              <a:rPr lang="en-US" dirty="0"/>
              <a:t>Defines the </a:t>
            </a:r>
            <a:r>
              <a:rPr lang="en-US" dirty="0" err="1"/>
              <a:t>TestEngine</a:t>
            </a:r>
            <a:r>
              <a:rPr lang="en-US" dirty="0"/>
              <a:t> API for developing new testing frameworks that run on the platform</a:t>
            </a:r>
          </a:p>
          <a:p>
            <a:r>
              <a:rPr lang="en-US" dirty="0"/>
              <a:t>Also provides Console Launcher to launch the platform from the command line and build plugins for Gradle and Maven.</a:t>
            </a:r>
          </a:p>
        </p:txBody>
      </p:sp>
    </p:spTree>
    <p:extLst>
      <p:ext uri="{BB962C8B-B14F-4D97-AF65-F5344CB8AC3E}">
        <p14:creationId xmlns:p14="http://schemas.microsoft.com/office/powerpoint/2010/main" val="3398868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AAE37-2816-E175-757A-00404E0BE6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5E900F-E5B9-951C-681F-9C7DC8CAE1B3}"/>
              </a:ext>
            </a:extLst>
          </p:cNvPr>
          <p:cNvSpPr>
            <a:spLocks noGrp="1"/>
          </p:cNvSpPr>
          <p:nvPr>
            <p:ph type="title"/>
          </p:nvPr>
        </p:nvSpPr>
        <p:spPr/>
        <p:txBody>
          <a:bodyPr/>
          <a:lstStyle/>
          <a:p>
            <a:r>
              <a:rPr lang="en-US" dirty="0"/>
              <a:t>JUnit Jupiter</a:t>
            </a:r>
          </a:p>
        </p:txBody>
      </p:sp>
      <p:sp>
        <p:nvSpPr>
          <p:cNvPr id="4" name="Slide Number Placeholder 3">
            <a:extLst>
              <a:ext uri="{FF2B5EF4-FFF2-40B4-BE49-F238E27FC236}">
                <a16:creationId xmlns:a16="http://schemas.microsoft.com/office/drawing/2014/main" id="{3F2CD335-4B7E-B203-D29B-A3CF782E9D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6" name="Text Placeholder 5">
            <a:extLst>
              <a:ext uri="{FF2B5EF4-FFF2-40B4-BE49-F238E27FC236}">
                <a16:creationId xmlns:a16="http://schemas.microsoft.com/office/drawing/2014/main" id="{9286670D-B79D-48B3-1219-FB4FB72DFF61}"/>
              </a:ext>
            </a:extLst>
          </p:cNvPr>
          <p:cNvSpPr>
            <a:spLocks noGrp="1"/>
          </p:cNvSpPr>
          <p:nvPr>
            <p:ph type="body" idx="1"/>
          </p:nvPr>
        </p:nvSpPr>
        <p:spPr/>
        <p:txBody>
          <a:bodyPr/>
          <a:lstStyle/>
          <a:p>
            <a:r>
              <a:rPr lang="en-US" dirty="0"/>
              <a:t>Includes new programming and extension models for writing tests</a:t>
            </a:r>
          </a:p>
          <a:p>
            <a:r>
              <a:rPr lang="en-US" dirty="0"/>
              <a:t>Has all new JUnit annotations and </a:t>
            </a:r>
            <a:r>
              <a:rPr lang="en-US" dirty="0" err="1"/>
              <a:t>TestEngine</a:t>
            </a:r>
            <a:r>
              <a:rPr lang="en-US" dirty="0"/>
              <a:t> implementation to run tests written with these annotations</a:t>
            </a:r>
          </a:p>
        </p:txBody>
      </p:sp>
    </p:spTree>
    <p:extLst>
      <p:ext uri="{BB962C8B-B14F-4D97-AF65-F5344CB8AC3E}">
        <p14:creationId xmlns:p14="http://schemas.microsoft.com/office/powerpoint/2010/main" val="557545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22752-1B72-F3EA-554F-B05B72453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228F1A-ACBA-C90B-D413-414754ADC1EC}"/>
              </a:ext>
            </a:extLst>
          </p:cNvPr>
          <p:cNvSpPr>
            <a:spLocks noGrp="1"/>
          </p:cNvSpPr>
          <p:nvPr>
            <p:ph type="title"/>
          </p:nvPr>
        </p:nvSpPr>
        <p:spPr/>
        <p:txBody>
          <a:bodyPr/>
          <a:lstStyle/>
          <a:p>
            <a:r>
              <a:rPr lang="en-US" dirty="0"/>
              <a:t>JUnit Vintage</a:t>
            </a:r>
          </a:p>
        </p:txBody>
      </p:sp>
      <p:sp>
        <p:nvSpPr>
          <p:cNvPr id="4" name="Slide Number Placeholder 3">
            <a:extLst>
              <a:ext uri="{FF2B5EF4-FFF2-40B4-BE49-F238E27FC236}">
                <a16:creationId xmlns:a16="http://schemas.microsoft.com/office/drawing/2014/main" id="{CB619BE3-64CB-D850-B9A4-42B6470DD78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6" name="Text Placeholder 5">
            <a:extLst>
              <a:ext uri="{FF2B5EF4-FFF2-40B4-BE49-F238E27FC236}">
                <a16:creationId xmlns:a16="http://schemas.microsoft.com/office/drawing/2014/main" id="{5B9BE6FF-AF14-691E-72DE-5ED2BE790B3F}"/>
              </a:ext>
            </a:extLst>
          </p:cNvPr>
          <p:cNvSpPr>
            <a:spLocks noGrp="1"/>
          </p:cNvSpPr>
          <p:nvPr>
            <p:ph type="body" idx="1"/>
          </p:nvPr>
        </p:nvSpPr>
        <p:spPr/>
        <p:txBody>
          <a:bodyPr/>
          <a:lstStyle/>
          <a:p>
            <a:r>
              <a:rPr lang="en-US" dirty="0"/>
              <a:t>Supports running tests written for JUnit 3 and JUnit 4 on the JUnit 5 platform.</a:t>
            </a:r>
          </a:p>
          <a:p>
            <a:pPr lvl="1"/>
            <a:r>
              <a:rPr lang="en-US" dirty="0"/>
              <a:t>i.e. ensures backward compatibility.</a:t>
            </a:r>
          </a:p>
        </p:txBody>
      </p:sp>
    </p:spTree>
    <p:extLst>
      <p:ext uri="{BB962C8B-B14F-4D97-AF65-F5344CB8AC3E}">
        <p14:creationId xmlns:p14="http://schemas.microsoft.com/office/powerpoint/2010/main" val="3631416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289FC-52F3-46DB-28DE-C78F059C2F4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0DEAE-F261-E4C9-A329-D607BBA9BCD0}"/>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8</a:t>
            </a:fld>
            <a:endParaRPr lang="en-US"/>
          </a:p>
        </p:txBody>
      </p:sp>
      <p:sp>
        <p:nvSpPr>
          <p:cNvPr id="4" name="Google Shape;212;p15">
            <a:extLst>
              <a:ext uri="{FF2B5EF4-FFF2-40B4-BE49-F238E27FC236}">
                <a16:creationId xmlns:a16="http://schemas.microsoft.com/office/drawing/2014/main" id="{0978D198-9B9C-D057-2B36-B6072209C132}"/>
              </a:ext>
            </a:extLst>
          </p:cNvPr>
          <p:cNvSpPr txBox="1">
            <a:spLocks/>
          </p:cNvSpPr>
          <p:nvPr/>
        </p:nvSpPr>
        <p:spPr>
          <a:xfrm>
            <a:off x="157928"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JUnit Annotations</a:t>
            </a:r>
          </a:p>
        </p:txBody>
      </p:sp>
      <p:pic>
        <p:nvPicPr>
          <p:cNvPr id="6" name="Picture 5">
            <a:extLst>
              <a:ext uri="{FF2B5EF4-FFF2-40B4-BE49-F238E27FC236}">
                <a16:creationId xmlns:a16="http://schemas.microsoft.com/office/drawing/2014/main" id="{F25F835B-A006-C585-6BAB-2BDB1DB89A6D}"/>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2426800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JUnit 5 Annotations | Basics</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93262" y="1481445"/>
            <a:ext cx="8383980" cy="5247391"/>
          </a:xfrm>
        </p:spPr>
        <p:txBody>
          <a:bodyPr>
            <a:normAutofit fontScale="77500" lnSpcReduction="20000"/>
          </a:bodyPr>
          <a:lstStyle/>
          <a:p>
            <a:r>
              <a:rPr lang="en-US" dirty="0"/>
              <a:t>JUnit uses several annotations within the </a:t>
            </a:r>
            <a:r>
              <a:rPr lang="en-US" dirty="0" err="1"/>
              <a:t>org.junit</a:t>
            </a:r>
            <a:r>
              <a:rPr lang="en-US" dirty="0"/>
              <a:t> package that developers can use to create tests and setup test environments:</a:t>
            </a:r>
          </a:p>
          <a:p>
            <a:pPr lvl="1"/>
            <a:r>
              <a:rPr lang="en-US" dirty="0">
                <a:latin typeface="Courier New" panose="02070309020205020404" pitchFamily="49" charset="0"/>
                <a:cs typeface="Courier New" panose="02070309020205020404" pitchFamily="49" charset="0"/>
              </a:rPr>
              <a:t>@Test</a:t>
            </a:r>
            <a:r>
              <a:rPr lang="en-US" dirty="0"/>
              <a:t> – declares a method as a test method</a:t>
            </a:r>
          </a:p>
          <a:p>
            <a:pPr lvl="1"/>
            <a:r>
              <a:rPr lang="en-US" dirty="0">
                <a:latin typeface="Courier New" panose="02070309020205020404" pitchFamily="49" charset="0"/>
                <a:cs typeface="Courier New" panose="02070309020205020404" pitchFamily="49" charset="0"/>
              </a:rPr>
              <a:t>@BeforeAll</a:t>
            </a:r>
            <a:r>
              <a:rPr lang="en-US" dirty="0"/>
              <a:t> – declares a setup method that runs once, before all other methods in the class. This method must be static.</a:t>
            </a:r>
          </a:p>
          <a:p>
            <a:pPr lvl="1"/>
            <a:r>
              <a:rPr lang="en-US" dirty="0">
                <a:latin typeface="Courier New" panose="02070309020205020404" pitchFamily="49" charset="0"/>
                <a:cs typeface="Courier New" panose="02070309020205020404" pitchFamily="49" charset="0"/>
              </a:rPr>
              <a:t>@BeforeEach</a:t>
            </a:r>
            <a:r>
              <a:rPr lang="en-US" dirty="0"/>
              <a:t> – declares a setup method that runs before each test method is run</a:t>
            </a:r>
          </a:p>
          <a:p>
            <a:pPr lvl="1"/>
            <a:r>
              <a:rPr lang="en-US" dirty="0">
                <a:latin typeface="Courier New" panose="02070309020205020404" pitchFamily="49" charset="0"/>
                <a:cs typeface="Courier New" panose="02070309020205020404" pitchFamily="49" charset="0"/>
              </a:rPr>
              <a:t>@AfterEach</a:t>
            </a:r>
            <a:r>
              <a:rPr lang="en-US" dirty="0"/>
              <a:t> – declares a ‘tear-down’ method that runs after each test method</a:t>
            </a:r>
          </a:p>
          <a:p>
            <a:pPr lvl="1"/>
            <a:r>
              <a:rPr lang="en-US" dirty="0">
                <a:latin typeface="Courier New" panose="02070309020205020404" pitchFamily="49" charset="0"/>
                <a:cs typeface="Courier New" panose="02070309020205020404" pitchFamily="49" charset="0"/>
              </a:rPr>
              <a:t>@AfterAll</a:t>
            </a:r>
            <a:r>
              <a:rPr lang="en-US" dirty="0"/>
              <a:t> – declares a ‘tear-down’ method that runs once, after all other methods in the class. This method must be static.</a:t>
            </a:r>
          </a:p>
          <a:p>
            <a:pPr lvl="1"/>
            <a:r>
              <a:rPr lang="en-US" dirty="0">
                <a:latin typeface="Courier New" panose="02070309020205020404" pitchFamily="49" charset="0"/>
                <a:cs typeface="Courier New" panose="02070309020205020404" pitchFamily="49" charset="0"/>
              </a:rPr>
              <a:t>@Display</a:t>
            </a:r>
            <a:r>
              <a:rPr lang="en-US" dirty="0"/>
              <a:t> – Controls the display name of the test in the test runner output</a:t>
            </a:r>
          </a:p>
          <a:p>
            <a:pPr lvl="1"/>
            <a:r>
              <a:rPr lang="en-US" dirty="0">
                <a:latin typeface="Courier New" panose="02070309020205020404" pitchFamily="49" charset="0"/>
                <a:cs typeface="Courier New" panose="02070309020205020404" pitchFamily="49" charset="0"/>
              </a:rPr>
              <a:t>@Disable</a:t>
            </a:r>
            <a:r>
              <a:rPr lang="en-US" dirty="0"/>
              <a:t> – declares that the proceeding test class or method will not be run.</a:t>
            </a:r>
          </a:p>
          <a:p>
            <a:pPr lvl="2"/>
            <a:r>
              <a:rPr lang="en-US" dirty="0"/>
              <a:t>Note: When disabling tests, a string argument can be passed which gives information regarding the skipped test. A valid, and descriptive reason should always be provided when skipping tests.</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1111324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E9F50-FBEF-7D17-321E-D5C909328B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F8C0D8-F7D3-EDF0-5BD8-C55C9966B137}"/>
              </a:ext>
            </a:extLst>
          </p:cNvPr>
          <p:cNvSpPr>
            <a:spLocks noGrp="1"/>
          </p:cNvSpPr>
          <p:nvPr>
            <p:ph type="title"/>
          </p:nvPr>
        </p:nvSpPr>
        <p:spPr/>
        <p:txBody>
          <a:bodyPr/>
          <a:lstStyle/>
          <a:p>
            <a:r>
              <a:rPr lang="en-US" dirty="0"/>
              <a:t>JUnit 5 Annotations | Features</a:t>
            </a:r>
          </a:p>
        </p:txBody>
      </p:sp>
      <p:sp>
        <p:nvSpPr>
          <p:cNvPr id="3" name="Text Placeholder 2">
            <a:extLst>
              <a:ext uri="{FF2B5EF4-FFF2-40B4-BE49-F238E27FC236}">
                <a16:creationId xmlns:a16="http://schemas.microsoft.com/office/drawing/2014/main" id="{52EE4020-AE11-B7E3-6CE5-EE37259558EA}"/>
              </a:ext>
            </a:extLst>
          </p:cNvPr>
          <p:cNvSpPr>
            <a:spLocks noGrp="1"/>
          </p:cNvSpPr>
          <p:nvPr>
            <p:ph type="body" idx="1"/>
          </p:nvPr>
        </p:nvSpPr>
        <p:spPr>
          <a:xfrm>
            <a:off x="393262" y="1330035"/>
            <a:ext cx="8383980" cy="5398801"/>
          </a:xfrm>
        </p:spPr>
        <p:txBody>
          <a:bodyPr>
            <a:normAutofit fontScale="85000" lnSpcReduction="20000"/>
          </a:bodyPr>
          <a:lstStyle/>
          <a:p>
            <a:r>
              <a:rPr lang="en-US" dirty="0"/>
              <a:t>Aside from the basic Annotations, Junit provides additional annotations which provide more convenience and flexibility when writing test files.</a:t>
            </a:r>
          </a:p>
          <a:p>
            <a:r>
              <a:rPr lang="en-US" dirty="0"/>
              <a:t>These annotations help reduce redundancy (duplication of test logic) and organize the structure of your test files:</a:t>
            </a:r>
          </a:p>
          <a:p>
            <a:r>
              <a:rPr lang="en-US" dirty="0">
                <a:latin typeface="Courier New" panose="02070309020205020404" pitchFamily="49" charset="0"/>
                <a:cs typeface="Courier New" panose="02070309020205020404" pitchFamily="49" charset="0"/>
              </a:rPr>
              <a:t>@Nested</a:t>
            </a:r>
            <a:r>
              <a:rPr lang="en-US" dirty="0"/>
              <a:t> – Declares a class as nested – used to organize test logic</a:t>
            </a:r>
          </a:p>
          <a:p>
            <a:r>
              <a:rPr lang="en-US" dirty="0">
                <a:latin typeface="Courier New" panose="02070309020205020404" pitchFamily="49" charset="0"/>
                <a:cs typeface="Courier New" panose="02070309020205020404" pitchFamily="49" charset="0"/>
              </a:rPr>
              <a:t>@ParameterizedTest</a:t>
            </a:r>
            <a:r>
              <a:rPr lang="en-US" dirty="0"/>
              <a:t> – Used to declare that values will be supplied to a test from a source. Sources should be included as a separate annotation:</a:t>
            </a:r>
          </a:p>
          <a:p>
            <a:pPr lvl="1"/>
            <a:r>
              <a:rPr lang="en-US" dirty="0">
                <a:latin typeface="Courier New" panose="02070309020205020404" pitchFamily="49" charset="0"/>
                <a:cs typeface="Courier New" panose="02070309020205020404" pitchFamily="49" charset="0"/>
              </a:rPr>
              <a:t>@ValueSource </a:t>
            </a:r>
            <a:r>
              <a:rPr lang="en-US" dirty="0"/>
              <a:t>– Used to provide a simple value to a Parameterized test</a:t>
            </a:r>
          </a:p>
          <a:p>
            <a:pPr lvl="1"/>
            <a:r>
              <a:rPr lang="en-US" dirty="0">
                <a:latin typeface="Courier New" panose="02070309020205020404" pitchFamily="49" charset="0"/>
                <a:cs typeface="Courier New" panose="02070309020205020404" pitchFamily="49" charset="0"/>
              </a:rPr>
              <a:t>@CsvSource</a:t>
            </a:r>
            <a:r>
              <a:rPr lang="en-US" dirty="0"/>
              <a:t> – Used to provide a comma-separated list of arguments to a parameterized test</a:t>
            </a:r>
          </a:p>
          <a:p>
            <a:pPr lvl="1"/>
            <a:r>
              <a:rPr lang="en-US" dirty="0"/>
              <a:t>A list of all ‘Source’ annotations can be found in the documentation: </a:t>
            </a:r>
            <a:r>
              <a:rPr lang="en-US" dirty="0" err="1">
                <a:hlinkClick r:id="rId2"/>
              </a:rPr>
              <a:t>org.junit.jupiter.params.provider</a:t>
            </a:r>
            <a:r>
              <a:rPr lang="en-US" dirty="0">
                <a:hlinkClick r:id="rId2"/>
              </a:rPr>
              <a:t> (JUnit 5.5.0-M1 API)</a:t>
            </a:r>
            <a:endParaRPr lang="en-US" dirty="0"/>
          </a:p>
        </p:txBody>
      </p:sp>
      <p:sp>
        <p:nvSpPr>
          <p:cNvPr id="4" name="Slide Number Placeholder 3">
            <a:extLst>
              <a:ext uri="{FF2B5EF4-FFF2-40B4-BE49-F238E27FC236}">
                <a16:creationId xmlns:a16="http://schemas.microsoft.com/office/drawing/2014/main" id="{5732B842-A6E3-E5DA-565F-7295A5BCAA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1184725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9DB303-D775-746E-23A1-393632D847B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5577F2-EAD5-9589-D222-CD61F0B24B4D}"/>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11</a:t>
            </a:fld>
            <a:endParaRPr lang="en-US"/>
          </a:p>
        </p:txBody>
      </p:sp>
      <p:sp>
        <p:nvSpPr>
          <p:cNvPr id="4" name="Google Shape;212;p15">
            <a:extLst>
              <a:ext uri="{FF2B5EF4-FFF2-40B4-BE49-F238E27FC236}">
                <a16:creationId xmlns:a16="http://schemas.microsoft.com/office/drawing/2014/main" id="{69D9978E-1FD2-3FF4-C6FD-20C4AD697F45}"/>
              </a:ext>
            </a:extLst>
          </p:cNvPr>
          <p:cNvSpPr txBox="1">
            <a:spLocks/>
          </p:cNvSpPr>
          <p:nvPr/>
        </p:nvSpPr>
        <p:spPr>
          <a:xfrm>
            <a:off x="157928"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JUnit Assertion Methods</a:t>
            </a:r>
          </a:p>
        </p:txBody>
      </p:sp>
      <p:pic>
        <p:nvPicPr>
          <p:cNvPr id="6" name="Picture 5">
            <a:extLst>
              <a:ext uri="{FF2B5EF4-FFF2-40B4-BE49-F238E27FC236}">
                <a16:creationId xmlns:a16="http://schemas.microsoft.com/office/drawing/2014/main" id="{D3BAB27D-29C6-94DD-B8A8-AE372DDB99B5}"/>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021008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JUnit Assertions</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6" name="Text Placeholder 5">
            <a:extLst>
              <a:ext uri="{FF2B5EF4-FFF2-40B4-BE49-F238E27FC236}">
                <a16:creationId xmlns:a16="http://schemas.microsoft.com/office/drawing/2014/main" id="{0CB82CCE-178F-F369-B3F5-7340E0DF4996}"/>
              </a:ext>
            </a:extLst>
          </p:cNvPr>
          <p:cNvSpPr>
            <a:spLocks noGrp="1"/>
          </p:cNvSpPr>
          <p:nvPr>
            <p:ph type="body" idx="1"/>
          </p:nvPr>
        </p:nvSpPr>
        <p:spPr/>
        <p:txBody>
          <a:bodyPr/>
          <a:lstStyle/>
          <a:p>
            <a:r>
              <a:rPr lang="en-US" dirty="0"/>
              <a:t>Assertions help validate the expected output with actual output of a test case.</a:t>
            </a:r>
          </a:p>
          <a:p>
            <a:r>
              <a:rPr lang="en-US" dirty="0"/>
              <a:t>All JUnit Jupiter assertions are static methods in the ‘</a:t>
            </a:r>
            <a:r>
              <a:rPr lang="en-US" dirty="0" err="1"/>
              <a:t>org.junit.jupiter.Assertions</a:t>
            </a:r>
            <a:r>
              <a:rPr lang="en-US" dirty="0"/>
              <a:t>’ class.</a:t>
            </a:r>
          </a:p>
          <a:p>
            <a:pPr lvl="1"/>
            <a:r>
              <a:rPr lang="en-US" dirty="0"/>
              <a:t>E.g. ‘</a:t>
            </a:r>
            <a:r>
              <a:rPr lang="en-US" dirty="0" err="1"/>
              <a:t>org.junit.jupuer.Assertions.assertEquals</a:t>
            </a:r>
            <a:r>
              <a:rPr lang="en-US" dirty="0"/>
              <a:t>()’</a:t>
            </a:r>
          </a:p>
          <a:p>
            <a:r>
              <a:rPr lang="en-US" dirty="0"/>
              <a:t>The syntax for most assertions methods is a variation of the following:</a:t>
            </a:r>
          </a:p>
        </p:txBody>
      </p:sp>
      <p:sp>
        <p:nvSpPr>
          <p:cNvPr id="7" name="Rectangle 6">
            <a:extLst>
              <a:ext uri="{FF2B5EF4-FFF2-40B4-BE49-F238E27FC236}">
                <a16:creationId xmlns:a16="http://schemas.microsoft.com/office/drawing/2014/main" id="{F37B3350-BCC6-BC7D-C568-2332BF94837D}"/>
              </a:ext>
            </a:extLst>
          </p:cNvPr>
          <p:cNvSpPr/>
          <p:nvPr/>
        </p:nvSpPr>
        <p:spPr>
          <a:xfrm>
            <a:off x="1272620" y="4954490"/>
            <a:ext cx="6598760" cy="704439"/>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a:bodyPr>
          <a:lstStyle/>
          <a:p>
            <a:r>
              <a:rPr lang="en-US" sz="1200" dirty="0" err="1">
                <a:latin typeface="Courier New" panose="02070309020205020404" pitchFamily="49" charset="0"/>
                <a:cs typeface="Courier New" panose="02070309020205020404" pitchFamily="49" charset="0"/>
              </a:rPr>
              <a:t>assertMethodName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expected_value</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actual_value</a:t>
            </a:r>
            <a:r>
              <a:rPr lang="en-US" sz="1200" dirty="0">
                <a:latin typeface="Courier New" panose="02070309020205020404" pitchFamily="49" charset="0"/>
                <a:cs typeface="Courier New" panose="02070309020205020404" pitchFamily="49" charset="0"/>
              </a:rPr>
              <a:t>, String message)</a:t>
            </a:r>
          </a:p>
        </p:txBody>
      </p:sp>
    </p:spTree>
    <p:extLst>
      <p:ext uri="{BB962C8B-B14F-4D97-AF65-F5344CB8AC3E}">
        <p14:creationId xmlns:p14="http://schemas.microsoft.com/office/powerpoint/2010/main" val="4181207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F3A94-A03C-9FD4-C730-D7CCB5AA9E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36F5EA-45AA-6E85-C5DC-5DE087008F52}"/>
              </a:ext>
            </a:extLst>
          </p:cNvPr>
          <p:cNvSpPr>
            <a:spLocks noGrp="1"/>
          </p:cNvSpPr>
          <p:nvPr>
            <p:ph type="title"/>
          </p:nvPr>
        </p:nvSpPr>
        <p:spPr/>
        <p:txBody>
          <a:bodyPr/>
          <a:lstStyle/>
          <a:p>
            <a:r>
              <a:rPr lang="en-US" dirty="0"/>
              <a:t>Static Imports</a:t>
            </a:r>
          </a:p>
        </p:txBody>
      </p:sp>
      <p:sp>
        <p:nvSpPr>
          <p:cNvPr id="4" name="Slide Number Placeholder 3">
            <a:extLst>
              <a:ext uri="{FF2B5EF4-FFF2-40B4-BE49-F238E27FC236}">
                <a16:creationId xmlns:a16="http://schemas.microsoft.com/office/drawing/2014/main" id="{22D8D538-0FCD-FE27-691A-EE9C177EEA4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
        <p:nvSpPr>
          <p:cNvPr id="6" name="Text Placeholder 5">
            <a:extLst>
              <a:ext uri="{FF2B5EF4-FFF2-40B4-BE49-F238E27FC236}">
                <a16:creationId xmlns:a16="http://schemas.microsoft.com/office/drawing/2014/main" id="{D445A38F-499A-42D9-B40F-788A45EDFD00}"/>
              </a:ext>
            </a:extLst>
          </p:cNvPr>
          <p:cNvSpPr>
            <a:spLocks noGrp="1"/>
          </p:cNvSpPr>
          <p:nvPr>
            <p:ph type="body" idx="1"/>
          </p:nvPr>
        </p:nvSpPr>
        <p:spPr>
          <a:xfrm>
            <a:off x="380010" y="1481446"/>
            <a:ext cx="8383980" cy="4882266"/>
          </a:xfrm>
        </p:spPr>
        <p:txBody>
          <a:bodyPr>
            <a:normAutofit fontScale="92500" lnSpcReduction="20000"/>
          </a:bodyPr>
          <a:lstStyle/>
          <a:p>
            <a:r>
              <a:rPr lang="en-US" dirty="0"/>
              <a:t>When importing functionality from a library. You can import static methods and/or variables using a ‘static import’.</a:t>
            </a:r>
          </a:p>
          <a:p>
            <a:r>
              <a:rPr lang="en-US" dirty="0"/>
              <a:t>A static import uses the keyword </a:t>
            </a:r>
            <a:r>
              <a:rPr lang="en-US" dirty="0">
                <a:latin typeface="Courier New" panose="02070309020205020404" pitchFamily="49" charset="0"/>
                <a:cs typeface="Courier New" panose="02070309020205020404" pitchFamily="49" charset="0"/>
              </a:rPr>
              <a:t>static</a:t>
            </a:r>
          </a:p>
          <a:p>
            <a:r>
              <a:rPr lang="en-US" dirty="0"/>
              <a:t>Static imports are convenience imports that allow you to reference a static method/variable as if it were declared in your importing class, rather than appending the class name:</a:t>
            </a:r>
          </a:p>
          <a:p>
            <a:pPr lvl="1"/>
            <a:r>
              <a:rPr lang="en-US" dirty="0"/>
              <a:t>i.e. </a:t>
            </a:r>
            <a:r>
              <a:rPr lang="en-US" dirty="0" err="1">
                <a:latin typeface="Courier New" panose="02070309020205020404" pitchFamily="49" charset="0"/>
                <a:cs typeface="Courier New" panose="02070309020205020404" pitchFamily="49" charset="0"/>
              </a:rPr>
              <a:t>myStaticMethod</a:t>
            </a:r>
            <a:r>
              <a:rPr lang="en-US" dirty="0">
                <a:latin typeface="Courier New" panose="02070309020205020404" pitchFamily="49" charset="0"/>
                <a:cs typeface="Courier New" panose="02070309020205020404" pitchFamily="49" charset="0"/>
              </a:rPr>
              <a:t>()</a:t>
            </a:r>
            <a:r>
              <a:rPr lang="en-US" dirty="0"/>
              <a:t> vs </a:t>
            </a:r>
            <a:r>
              <a:rPr lang="en-US" dirty="0" err="1">
                <a:latin typeface="Courier New" panose="02070309020205020404" pitchFamily="49" charset="0"/>
                <a:cs typeface="Courier New" panose="02070309020205020404" pitchFamily="49" charset="0"/>
              </a:rPr>
              <a:t>MyClass.myStaticMethod</a:t>
            </a:r>
            <a:r>
              <a:rPr lang="en-US" dirty="0">
                <a:latin typeface="Courier New" panose="02070309020205020404" pitchFamily="49" charset="0"/>
                <a:cs typeface="Courier New" panose="02070309020205020404" pitchFamily="49" charset="0"/>
              </a:rPr>
              <a:t>()</a:t>
            </a:r>
          </a:p>
          <a:p>
            <a:r>
              <a:rPr lang="en-US" dirty="0">
                <a:latin typeface="+mj-lt"/>
                <a:cs typeface="Courier New" panose="02070309020205020404" pitchFamily="49" charset="0"/>
              </a:rPr>
              <a:t>It is common practice to use static imports on static methods that are called frequently in your code, to increase legibility and reduce bloat.</a:t>
            </a:r>
          </a:p>
        </p:txBody>
      </p:sp>
    </p:spTree>
    <p:extLst>
      <p:ext uri="{BB962C8B-B14F-4D97-AF65-F5344CB8AC3E}">
        <p14:creationId xmlns:p14="http://schemas.microsoft.com/office/powerpoint/2010/main" val="564307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A8DAA-0BCC-4FA8-1BEA-E6DB622BC3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8FBFF4-3997-19F4-13C3-26AB0A92227C}"/>
              </a:ext>
            </a:extLst>
          </p:cNvPr>
          <p:cNvSpPr>
            <a:spLocks noGrp="1"/>
          </p:cNvSpPr>
          <p:nvPr>
            <p:ph type="title"/>
          </p:nvPr>
        </p:nvSpPr>
        <p:spPr/>
        <p:txBody>
          <a:bodyPr/>
          <a:lstStyle/>
          <a:p>
            <a:r>
              <a:rPr lang="en-US" dirty="0"/>
              <a:t>JUnit Assertions - Methods</a:t>
            </a:r>
          </a:p>
        </p:txBody>
      </p:sp>
      <p:sp>
        <p:nvSpPr>
          <p:cNvPr id="3" name="Text Placeholder 2">
            <a:extLst>
              <a:ext uri="{FF2B5EF4-FFF2-40B4-BE49-F238E27FC236}">
                <a16:creationId xmlns:a16="http://schemas.microsoft.com/office/drawing/2014/main" id="{873041BD-8743-9717-B12D-F26899E23B92}"/>
              </a:ext>
            </a:extLst>
          </p:cNvPr>
          <p:cNvSpPr>
            <a:spLocks noGrp="1"/>
          </p:cNvSpPr>
          <p:nvPr>
            <p:ph type="body" idx="1"/>
          </p:nvPr>
        </p:nvSpPr>
        <p:spPr>
          <a:xfrm>
            <a:off x="380010" y="1422547"/>
            <a:ext cx="8383980" cy="5306290"/>
          </a:xfrm>
        </p:spPr>
        <p:txBody>
          <a:bodyPr>
            <a:normAutofit fontScale="85000" lnSpcReduction="20000"/>
          </a:bodyPr>
          <a:lstStyle/>
          <a:p>
            <a:r>
              <a:rPr lang="en-US" dirty="0" err="1">
                <a:latin typeface="Courier New" panose="02070309020205020404" pitchFamily="49" charset="0"/>
                <a:cs typeface="Courier New" panose="02070309020205020404" pitchFamily="49" charset="0"/>
              </a:rPr>
              <a:t>assertEquals</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assertNotEquals</a:t>
            </a:r>
            <a:r>
              <a:rPr lang="en-US" dirty="0">
                <a:latin typeface="Courier New" panose="02070309020205020404" pitchFamily="49" charset="0"/>
                <a:cs typeface="Courier New" panose="02070309020205020404" pitchFamily="49" charset="0"/>
              </a:rPr>
              <a:t>() </a:t>
            </a:r>
            <a:r>
              <a:rPr lang="en-US" dirty="0"/>
              <a:t> – Test to see if an actual result matches or differs from an expected, respectively</a:t>
            </a:r>
          </a:p>
          <a:p>
            <a:r>
              <a:rPr lang="en-US" dirty="0" err="1">
                <a:latin typeface="Courier New" panose="02070309020205020404" pitchFamily="49" charset="0"/>
                <a:cs typeface="Courier New" panose="02070309020205020404" pitchFamily="49" charset="0"/>
              </a:rPr>
              <a:t>assertThrows</a:t>
            </a:r>
            <a:r>
              <a:rPr lang="en-US" dirty="0">
                <a:latin typeface="Courier New" panose="02070309020205020404" pitchFamily="49" charset="0"/>
                <a:cs typeface="Courier New" panose="02070309020205020404" pitchFamily="49" charset="0"/>
              </a:rPr>
              <a:t>()</a:t>
            </a:r>
            <a:r>
              <a:rPr lang="en-US" dirty="0"/>
              <a:t> – Test to see if an expected object is thrown from the method under test</a:t>
            </a:r>
          </a:p>
          <a:p>
            <a:r>
              <a:rPr lang="en-US" dirty="0" err="1">
                <a:latin typeface="Courier New" panose="02070309020205020404" pitchFamily="49" charset="0"/>
                <a:cs typeface="Courier New" panose="02070309020205020404" pitchFamily="49" charset="0"/>
              </a:rPr>
              <a:t>assertNull</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assertNotNull</a:t>
            </a:r>
            <a:r>
              <a:rPr lang="en-US" dirty="0">
                <a:latin typeface="Courier New" panose="02070309020205020404" pitchFamily="49" charset="0"/>
                <a:cs typeface="Courier New" panose="02070309020205020404" pitchFamily="49" charset="0"/>
              </a:rPr>
              <a:t>() </a:t>
            </a:r>
            <a:r>
              <a:rPr lang="en-US" dirty="0"/>
              <a:t> – Test to see if a reference is null or not, respectively</a:t>
            </a:r>
          </a:p>
          <a:p>
            <a:r>
              <a:rPr lang="en-US" dirty="0" err="1">
                <a:latin typeface="Courier New" panose="02070309020205020404" pitchFamily="49" charset="0"/>
                <a:cs typeface="Courier New" panose="02070309020205020404" pitchFamily="49" charset="0"/>
              </a:rPr>
              <a:t>assertArrayEquals</a:t>
            </a:r>
            <a:r>
              <a:rPr lang="en-US" dirty="0">
                <a:latin typeface="Courier New" panose="02070309020205020404" pitchFamily="49" charset="0"/>
                <a:cs typeface="Courier New" panose="02070309020205020404" pitchFamily="49" charset="0"/>
              </a:rPr>
              <a:t>()</a:t>
            </a:r>
            <a:r>
              <a:rPr lang="en-US" dirty="0"/>
              <a:t> – Test to see if the values of an array match a provided array.</a:t>
            </a:r>
          </a:p>
          <a:p>
            <a:r>
              <a:rPr lang="en-US" dirty="0" err="1">
                <a:latin typeface="Courier New" panose="02070309020205020404" pitchFamily="49" charset="0"/>
                <a:cs typeface="Courier New" panose="02070309020205020404" pitchFamily="49" charset="0"/>
              </a:rPr>
              <a:t>assertTrue</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assertFalse</a:t>
            </a:r>
            <a:r>
              <a:rPr lang="en-US" dirty="0">
                <a:latin typeface="Courier New" panose="02070309020205020404" pitchFamily="49" charset="0"/>
                <a:cs typeface="Courier New" panose="02070309020205020404" pitchFamily="49" charset="0"/>
              </a:rPr>
              <a:t>()</a:t>
            </a:r>
            <a:r>
              <a:rPr lang="en-US" dirty="0"/>
              <a:t> – Test to see if a result is true or false, respectively</a:t>
            </a:r>
          </a:p>
          <a:p>
            <a:r>
              <a:rPr lang="en-US" dirty="0" err="1">
                <a:latin typeface="Courier New" panose="02070309020205020404" pitchFamily="49" charset="0"/>
                <a:cs typeface="Courier New" panose="02070309020205020404" pitchFamily="49" charset="0"/>
              </a:rPr>
              <a:t>assertAll</a:t>
            </a:r>
            <a:r>
              <a:rPr lang="en-US" dirty="0">
                <a:latin typeface="Courier New" panose="02070309020205020404" pitchFamily="49" charset="0"/>
                <a:cs typeface="Courier New" panose="02070309020205020404" pitchFamily="49" charset="0"/>
              </a:rPr>
              <a:t>()</a:t>
            </a:r>
            <a:r>
              <a:rPr lang="en-US" dirty="0"/>
              <a:t> – Tests a series of assertions, but reports the passes and fails separately – so all grouped assertions will be executed</a:t>
            </a:r>
          </a:p>
          <a:p>
            <a:pPr lvl="1"/>
            <a:r>
              <a:rPr lang="en-US" dirty="0"/>
              <a:t>Note: Adding multiple assertions to a test normally would halt the test as a failure.</a:t>
            </a:r>
          </a:p>
        </p:txBody>
      </p:sp>
      <p:sp>
        <p:nvSpPr>
          <p:cNvPr id="4" name="Slide Number Placeholder 3">
            <a:extLst>
              <a:ext uri="{FF2B5EF4-FFF2-40B4-BE49-F238E27FC236}">
                <a16:creationId xmlns:a16="http://schemas.microsoft.com/office/drawing/2014/main" id="{85782611-2E17-5DAD-D835-B8EE70F7C80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4102662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BBFBE-45BF-3A53-94FB-8F704C2FEB7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B4A755E-EB74-E4EE-0B37-42B6F3C17CFB}"/>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15</a:t>
            </a:fld>
            <a:endParaRPr lang="en-US"/>
          </a:p>
        </p:txBody>
      </p:sp>
      <p:sp>
        <p:nvSpPr>
          <p:cNvPr id="4" name="Google Shape;212;p15">
            <a:extLst>
              <a:ext uri="{FF2B5EF4-FFF2-40B4-BE49-F238E27FC236}">
                <a16:creationId xmlns:a16="http://schemas.microsoft.com/office/drawing/2014/main" id="{4DC7D652-FD5D-AC14-C480-1BF17107FDD4}"/>
              </a:ext>
            </a:extLst>
          </p:cNvPr>
          <p:cNvSpPr txBox="1">
            <a:spLocks/>
          </p:cNvSpPr>
          <p:nvPr/>
        </p:nvSpPr>
        <p:spPr>
          <a:xfrm>
            <a:off x="157928"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Stubs and Mocks</a:t>
            </a:r>
          </a:p>
        </p:txBody>
      </p:sp>
      <p:pic>
        <p:nvPicPr>
          <p:cNvPr id="6" name="Picture 5">
            <a:extLst>
              <a:ext uri="{FF2B5EF4-FFF2-40B4-BE49-F238E27FC236}">
                <a16:creationId xmlns:a16="http://schemas.microsoft.com/office/drawing/2014/main" id="{FAF66FEB-9ADE-34D8-6BA1-D238E8E4E05B}"/>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547535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Test Stubs</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a:bodyPr>
          <a:lstStyle/>
          <a:p>
            <a:r>
              <a:rPr lang="en-US" dirty="0"/>
              <a:t>A test stub is a piece of code or a program that simulates the behavior of a portion of software that is under test.</a:t>
            </a:r>
          </a:p>
          <a:p>
            <a:r>
              <a:rPr lang="en-US" dirty="0"/>
              <a:t>Although a stub simulates behavior, the end goal is not to verify that behavior, but instead to verify state as part of the testing process.</a:t>
            </a:r>
          </a:p>
          <a:p>
            <a:r>
              <a:rPr lang="en-US" dirty="0"/>
              <a:t>Generally, a stub provides a predetermined answer or response rather than recreating the behavior it is replacing.</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1811231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Mocking Data</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a:bodyPr>
          <a:lstStyle/>
          <a:p>
            <a:r>
              <a:rPr lang="en-US" dirty="0"/>
              <a:t>A test mock is an object that mimics the behavior of a real object. </a:t>
            </a:r>
          </a:p>
          <a:p>
            <a:r>
              <a:rPr lang="en-US" dirty="0"/>
              <a:t>The primary goal of using a test mock is to verify the behavior of an object under test.</a:t>
            </a:r>
          </a:p>
          <a:p>
            <a:r>
              <a:rPr lang="en-US" dirty="0"/>
              <a:t>This approach to testing is also called Behavior Verification.</a:t>
            </a:r>
          </a:p>
          <a:p>
            <a:r>
              <a:rPr lang="en-US" dirty="0"/>
              <a:t>Tools such as Mockito give developers the ability to easily mock classes.</a:t>
            </a:r>
          </a:p>
          <a:p>
            <a:r>
              <a:rPr lang="en-US" dirty="0"/>
              <a:t>Test mocks are used to inject behavior where needed and verify the behavior of the code.</a:t>
            </a:r>
          </a:p>
          <a:p>
            <a:endParaRPr lang="en-US" dirty="0"/>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extLst>
      <p:ext uri="{BB962C8B-B14F-4D97-AF65-F5344CB8AC3E}">
        <p14:creationId xmlns:p14="http://schemas.microsoft.com/office/powerpoint/2010/main" val="1139438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Mocks vs Stubs</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
        <p:nvSpPr>
          <p:cNvPr id="5" name="Rectangle 4">
            <a:extLst>
              <a:ext uri="{FF2B5EF4-FFF2-40B4-BE49-F238E27FC236}">
                <a16:creationId xmlns:a16="http://schemas.microsoft.com/office/drawing/2014/main" id="{8D4A71A4-AEFE-4EB2-AEF7-BF2E1B40547A}"/>
              </a:ext>
            </a:extLst>
          </p:cNvPr>
          <p:cNvSpPr/>
          <p:nvPr/>
        </p:nvSpPr>
        <p:spPr>
          <a:xfrm>
            <a:off x="380010" y="1842101"/>
            <a:ext cx="3804923" cy="3173797"/>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a:bodyPr>
          <a:lstStyle/>
          <a:p>
            <a:pPr defTabSz="228600"/>
            <a:r>
              <a:rPr lang="en-US" sz="1200" b="1" dirty="0">
                <a:latin typeface="Courier New" panose="02070309020205020404" pitchFamily="49" charset="0"/>
                <a:cs typeface="Courier New" panose="02070309020205020404" pitchFamily="49" charset="0"/>
              </a:rPr>
              <a:t>// TEST STUBS:</a:t>
            </a:r>
          </a:p>
          <a:p>
            <a:pPr defTabSz="228600"/>
            <a:r>
              <a:rPr lang="en-US" sz="1200" b="1" dirty="0">
                <a:latin typeface="Courier New" panose="02070309020205020404" pitchFamily="49" charset="0"/>
                <a:cs typeface="Courier New" panose="02070309020205020404" pitchFamily="49" charset="0"/>
              </a:rPr>
              <a:t>public class Example {</a:t>
            </a:r>
          </a:p>
          <a:p>
            <a:pPr defTabSz="228600"/>
            <a:r>
              <a:rPr lang="en-US" sz="1200" b="1" dirty="0">
                <a:latin typeface="Courier New" panose="02070309020205020404" pitchFamily="49" charset="0"/>
                <a:cs typeface="Courier New" panose="02070309020205020404" pitchFamily="49" charset="0"/>
              </a:rPr>
              <a:t>	public int</a:t>
            </a:r>
            <a:r>
              <a:rPr lang="en-US" sz="1200" dirty="0">
                <a:latin typeface="Courier New" panose="02070309020205020404" pitchFamily="49" charset="0"/>
                <a:cs typeface="Courier New" panose="02070309020205020404" pitchFamily="49" charset="0"/>
              </a:rPr>
              <a:t> sum(int... </a:t>
            </a:r>
            <a:r>
              <a:rPr lang="en-US" sz="1200" dirty="0" err="1">
                <a:latin typeface="Courier New" panose="02070309020205020404" pitchFamily="49" charset="0"/>
                <a:cs typeface="Courier New" panose="02070309020205020404" pitchFamily="49" charset="0"/>
              </a:rPr>
              <a:t>nums</a:t>
            </a:r>
            <a:r>
              <a:rPr lang="en-US" sz="1200" dirty="0">
                <a:latin typeface="Courier New" panose="02070309020205020404" pitchFamily="49" charset="0"/>
                <a:cs typeface="Courier New" panose="02070309020205020404" pitchFamily="49" charset="0"/>
              </a:rPr>
              <a:t>) {</a:t>
            </a:r>
          </a:p>
          <a:p>
            <a:pPr defTabSz="228600"/>
            <a:r>
              <a:rPr lang="en-US" sz="1200" dirty="0">
                <a:latin typeface="Courier New" panose="02070309020205020404" pitchFamily="49" charset="0"/>
                <a:cs typeface="Courier New" panose="02070309020205020404" pitchFamily="49" charset="0"/>
              </a:rPr>
              <a:t>		int sum = 0;</a:t>
            </a:r>
          </a:p>
          <a:p>
            <a:pPr defTabSz="228600"/>
            <a:r>
              <a:rPr lang="en-US" sz="1200" dirty="0">
                <a:latin typeface="Courier New" panose="02070309020205020404" pitchFamily="49" charset="0"/>
                <a:cs typeface="Courier New" panose="02070309020205020404" pitchFamily="49" charset="0"/>
              </a:rPr>
              <a:t>		for (int </a:t>
            </a:r>
            <a:r>
              <a:rPr lang="en-US" sz="1200" dirty="0" err="1">
                <a:latin typeface="Courier New" panose="02070309020205020404" pitchFamily="49" charset="0"/>
                <a:cs typeface="Courier New" panose="02070309020205020404" pitchFamily="49" charset="0"/>
              </a:rPr>
              <a:t>i</a:t>
            </a:r>
            <a:r>
              <a:rPr lang="en-US" sz="1200" dirty="0">
                <a:latin typeface="Courier New" panose="02070309020205020404" pitchFamily="49" charset="0"/>
                <a:cs typeface="Courier New" panose="02070309020205020404" pitchFamily="49" charset="0"/>
              </a:rPr>
              <a:t> : </a:t>
            </a:r>
            <a:r>
              <a:rPr lang="en-US" sz="1200" dirty="0" err="1">
                <a:latin typeface="Courier New" panose="02070309020205020404" pitchFamily="49" charset="0"/>
                <a:cs typeface="Courier New" panose="02070309020205020404" pitchFamily="49" charset="0"/>
              </a:rPr>
              <a:t>nums</a:t>
            </a:r>
            <a:r>
              <a:rPr lang="en-US" sz="1200" dirty="0">
                <a:latin typeface="Courier New" panose="02070309020205020404" pitchFamily="49" charset="0"/>
                <a:cs typeface="Courier New" panose="02070309020205020404" pitchFamily="49" charset="0"/>
              </a:rPr>
              <a:t>) {</a:t>
            </a:r>
          </a:p>
          <a:p>
            <a:pPr defTabSz="228600"/>
            <a:r>
              <a:rPr lang="en-US" sz="1200" dirty="0">
                <a:latin typeface="Courier New" panose="02070309020205020404" pitchFamily="49" charset="0"/>
                <a:cs typeface="Courier New" panose="02070309020205020404" pitchFamily="49" charset="0"/>
              </a:rPr>
              <a:t>			sum += i;</a:t>
            </a:r>
          </a:p>
          <a:p>
            <a:pPr defTabSz="228600"/>
            <a:r>
              <a:rPr lang="en-US" sz="1200" dirty="0">
                <a:latin typeface="Courier New" panose="02070309020205020404" pitchFamily="49" charset="0"/>
                <a:cs typeface="Courier New" panose="02070309020205020404" pitchFamily="49" charset="0"/>
              </a:rPr>
              <a:t>		}</a:t>
            </a:r>
          </a:p>
          <a:p>
            <a:pPr defTabSz="228600"/>
            <a:r>
              <a:rPr lang="en-US" sz="1200" dirty="0">
                <a:latin typeface="Courier New" panose="02070309020205020404" pitchFamily="49" charset="0"/>
                <a:cs typeface="Courier New" panose="02070309020205020404" pitchFamily="49" charset="0"/>
              </a:rPr>
              <a:t>		return sum;</a:t>
            </a:r>
          </a:p>
          <a:p>
            <a:pPr defTabSz="228600"/>
            <a:r>
              <a:rPr lang="en-US" sz="1200" dirty="0">
                <a:latin typeface="Courier New" panose="02070309020205020404" pitchFamily="49" charset="0"/>
                <a:cs typeface="Courier New" panose="02070309020205020404" pitchFamily="49" charset="0"/>
              </a:rPr>
              <a:t>	}</a:t>
            </a:r>
          </a:p>
          <a:p>
            <a:pPr defTabSz="228600"/>
            <a:r>
              <a:rPr lang="en-US" sz="1200" dirty="0">
                <a:latin typeface="Courier New" panose="02070309020205020404" pitchFamily="49" charset="0"/>
                <a:cs typeface="Courier New" panose="02070309020205020404" pitchFamily="49" charset="0"/>
              </a:rPr>
              <a:t>}</a:t>
            </a:r>
          </a:p>
          <a:p>
            <a:pPr defTabSz="228600"/>
            <a:endParaRPr lang="en-US" sz="1200" dirty="0">
              <a:latin typeface="Courier New" panose="02070309020205020404" pitchFamily="49" charset="0"/>
              <a:cs typeface="Courier New" panose="02070309020205020404" pitchFamily="49" charset="0"/>
            </a:endParaRPr>
          </a:p>
          <a:p>
            <a:pPr defTabSz="228600"/>
            <a:r>
              <a:rPr lang="en-US" sz="1200" dirty="0">
                <a:latin typeface="Courier New" panose="02070309020205020404" pitchFamily="49" charset="0"/>
                <a:cs typeface="Courier New" panose="02070309020205020404" pitchFamily="49" charset="0"/>
              </a:rPr>
              <a:t>//Equivalent method stub:</a:t>
            </a:r>
          </a:p>
          <a:p>
            <a:pPr defTabSz="228600"/>
            <a:r>
              <a:rPr lang="en-US" sz="1200" b="1" dirty="0">
                <a:latin typeface="Courier New" panose="02070309020205020404" pitchFamily="49" charset="0"/>
                <a:cs typeface="Courier New" panose="02070309020205020404" pitchFamily="49" charset="0"/>
              </a:rPr>
              <a:t>public</a:t>
            </a:r>
            <a:r>
              <a:rPr lang="en-US" sz="1200" dirty="0">
                <a:latin typeface="Courier New" panose="02070309020205020404" pitchFamily="49" charset="0"/>
                <a:cs typeface="Courier New" panose="02070309020205020404" pitchFamily="49" charset="0"/>
              </a:rPr>
              <a:t> </a:t>
            </a:r>
            <a:r>
              <a:rPr lang="en-US" sz="1200" b="1" dirty="0">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 sum(int… </a:t>
            </a:r>
            <a:r>
              <a:rPr lang="en-US" sz="1200" dirty="0" err="1">
                <a:latin typeface="Courier New" panose="02070309020205020404" pitchFamily="49" charset="0"/>
                <a:cs typeface="Courier New" panose="02070309020205020404" pitchFamily="49" charset="0"/>
              </a:rPr>
              <a:t>nums</a:t>
            </a:r>
            <a:r>
              <a:rPr lang="en-US" sz="1200" dirty="0">
                <a:latin typeface="Courier New" panose="02070309020205020404" pitchFamily="49" charset="0"/>
                <a:cs typeface="Courier New" panose="02070309020205020404" pitchFamily="49" charset="0"/>
              </a:rPr>
              <a:t>) {</a:t>
            </a:r>
          </a:p>
          <a:p>
            <a:pPr defTabSz="228600"/>
            <a:r>
              <a:rPr lang="en-US" sz="1200" dirty="0">
                <a:latin typeface="Courier New" panose="02070309020205020404" pitchFamily="49" charset="0"/>
                <a:cs typeface="Courier New" panose="02070309020205020404" pitchFamily="49" charset="0"/>
              </a:rPr>
              <a:t>	return 1;</a:t>
            </a:r>
          </a:p>
          <a:p>
            <a:pPr defTabSz="228600"/>
            <a:r>
              <a:rPr lang="en-US" sz="1200" dirty="0">
                <a:latin typeface="Courier New" panose="02070309020205020404" pitchFamily="49" charset="0"/>
                <a:cs typeface="Courier New" panose="02070309020205020404" pitchFamily="49" charset="0"/>
              </a:rPr>
              <a:t>}</a:t>
            </a:r>
          </a:p>
        </p:txBody>
      </p:sp>
      <p:sp>
        <p:nvSpPr>
          <p:cNvPr id="6" name="Rectangle 5">
            <a:extLst>
              <a:ext uri="{FF2B5EF4-FFF2-40B4-BE49-F238E27FC236}">
                <a16:creationId xmlns:a16="http://schemas.microsoft.com/office/drawing/2014/main" id="{8AEE4098-D85C-4353-8302-3B8DDDA49505}"/>
              </a:ext>
            </a:extLst>
          </p:cNvPr>
          <p:cNvSpPr/>
          <p:nvPr/>
        </p:nvSpPr>
        <p:spPr>
          <a:xfrm>
            <a:off x="4572000" y="1842101"/>
            <a:ext cx="4412428" cy="3173797"/>
          </a:xfrm>
          <a:prstGeom prst="rect">
            <a:avLst/>
          </a:prstGeom>
        </p:spPr>
        <p:style>
          <a:lnRef idx="1">
            <a:schemeClr val="accent2"/>
          </a:lnRef>
          <a:fillRef idx="2">
            <a:schemeClr val="accent2"/>
          </a:fillRef>
          <a:effectRef idx="1">
            <a:schemeClr val="accent2"/>
          </a:effectRef>
          <a:fontRef idx="minor">
            <a:schemeClr val="dk1"/>
          </a:fontRef>
        </p:style>
        <p:txBody>
          <a:bodyPr rtlCol="0" anchor="ctr">
            <a:normAutofit/>
          </a:bodyPr>
          <a:lstStyle/>
          <a:p>
            <a:pPr marL="0" marR="0" lvl="0" indent="0" algn="l" defTabSz="2286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 TEST MOCKS:</a:t>
            </a:r>
          </a:p>
          <a:p>
            <a:pPr marL="0" marR="0" lvl="0" indent="0" algn="l" defTabSz="2286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public class Example {</a:t>
            </a:r>
          </a:p>
          <a:p>
            <a:pPr marL="0" marR="0" lvl="0" indent="0" algn="l" defTabSz="2286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	public int</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 sum(int...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sym typeface="Arial"/>
              </a:rPr>
              <a:t>nums</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 {</a:t>
            </a:r>
          </a:p>
          <a:p>
            <a:pPr marL="0" marR="0" lvl="0" indent="0" algn="l" defTabSz="2286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		int sum = 0;</a:t>
            </a:r>
          </a:p>
          <a:p>
            <a:pPr marL="0" marR="0" lvl="0" indent="0" algn="l" defTabSz="2286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		for (int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sym typeface="Arial"/>
              </a:rPr>
              <a:t>i</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 :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sym typeface="Arial"/>
              </a:rPr>
              <a:t>nums</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 {</a:t>
            </a:r>
          </a:p>
          <a:p>
            <a:pPr marL="0" marR="0" lvl="0" indent="0" algn="l" defTabSz="2286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			sum += </a:t>
            </a:r>
            <a:r>
              <a:rPr kumimoji="0" lang="en-US" sz="1200" b="0" i="0" u="none" strike="noStrike" kern="0" cap="none" spc="0" normalizeH="0" baseline="0" noProof="0" dirty="0" err="1">
                <a:ln>
                  <a:noFill/>
                </a:ln>
                <a:solidFill>
                  <a:srgbClr val="000000"/>
                </a:solidFill>
                <a:effectLst/>
                <a:uLnTx/>
                <a:uFillTx/>
                <a:latin typeface="Courier New" panose="02070309020205020404" pitchFamily="49" charset="0"/>
                <a:ea typeface="+mn-ea"/>
                <a:cs typeface="Courier New" panose="02070309020205020404" pitchFamily="49" charset="0"/>
                <a:sym typeface="Arial"/>
              </a:rPr>
              <a:t>i</a:t>
            </a: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a:t>
            </a:r>
          </a:p>
          <a:p>
            <a:pPr marL="0" marR="0" lvl="0" indent="0" algn="l" defTabSz="2286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		}</a:t>
            </a:r>
          </a:p>
          <a:p>
            <a:pPr marL="0" marR="0" lvl="0" indent="0" algn="l" defTabSz="2286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		return sum;</a:t>
            </a:r>
          </a:p>
          <a:p>
            <a:pPr marL="0" marR="0" lvl="0" indent="0" algn="l" defTabSz="2286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	}</a:t>
            </a:r>
          </a:p>
          <a:p>
            <a:pPr marL="0" marR="0" lvl="0" indent="0" algn="l" defTabSz="2286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Courier New" panose="02070309020205020404" pitchFamily="49" charset="0"/>
                <a:ea typeface="+mn-ea"/>
                <a:cs typeface="Courier New" panose="02070309020205020404" pitchFamily="49" charset="0"/>
                <a:sym typeface="Arial"/>
              </a:rPr>
              <a:t>}</a:t>
            </a:r>
          </a:p>
          <a:p>
            <a:pPr marL="0" marR="0" lvl="0" indent="0" algn="l" defTabSz="228600" rtl="0" eaLnBrk="1" fontAlgn="auto" latinLnBrk="0" hangingPunct="1">
              <a:lnSpc>
                <a:spcPct val="100000"/>
              </a:lnSpc>
              <a:spcBef>
                <a:spcPts val="0"/>
              </a:spcBef>
              <a:spcAft>
                <a:spcPts val="0"/>
              </a:spcAft>
              <a:buClr>
                <a:srgbClr val="000000"/>
              </a:buClr>
              <a:buSzTx/>
              <a:buFont typeface="Arial"/>
              <a:buNone/>
              <a:tabLst/>
              <a:defRPr/>
            </a:pPr>
            <a:endParaRPr lang="en-US" sz="1200" dirty="0">
              <a:latin typeface="Courier New" panose="02070309020205020404" pitchFamily="49" charset="0"/>
              <a:cs typeface="Courier New" panose="02070309020205020404" pitchFamily="49" charset="0"/>
            </a:endParaRPr>
          </a:p>
          <a:p>
            <a:pPr defTabSz="228600"/>
            <a:r>
              <a:rPr lang="en-US" sz="1200" dirty="0">
                <a:latin typeface="Courier New" panose="02070309020205020404" pitchFamily="49" charset="0"/>
                <a:cs typeface="Courier New" panose="02070309020205020404" pitchFamily="49" charset="0"/>
              </a:rPr>
              <a:t>//test mock:</a:t>
            </a:r>
          </a:p>
          <a:p>
            <a:pPr defTabSz="228600"/>
            <a:r>
              <a:rPr lang="en-US" sz="1200" b="1" dirty="0">
                <a:latin typeface="Courier New" panose="02070309020205020404" pitchFamily="49" charset="0"/>
                <a:cs typeface="Courier New" panose="02070309020205020404" pitchFamily="49" charset="0"/>
              </a:rPr>
              <a:t>public</a:t>
            </a:r>
            <a:r>
              <a:rPr lang="en-US" sz="1200" dirty="0">
                <a:latin typeface="Courier New" panose="02070309020205020404" pitchFamily="49" charset="0"/>
                <a:cs typeface="Courier New" panose="02070309020205020404" pitchFamily="49" charset="0"/>
              </a:rPr>
              <a:t> </a:t>
            </a:r>
            <a:r>
              <a:rPr lang="en-US" sz="1200" b="1" dirty="0">
                <a:latin typeface="Courier New" panose="02070309020205020404" pitchFamily="49" charset="0"/>
                <a:cs typeface="Courier New" panose="02070309020205020404" pitchFamily="49" charset="0"/>
              </a:rPr>
              <a:t>int</a:t>
            </a:r>
            <a:r>
              <a:rPr lang="en-US" sz="1200" dirty="0">
                <a:latin typeface="Courier New" panose="02070309020205020404" pitchFamily="49" charset="0"/>
                <a:cs typeface="Courier New" panose="02070309020205020404" pitchFamily="49" charset="0"/>
              </a:rPr>
              <a:t> </a:t>
            </a:r>
            <a:r>
              <a:rPr lang="en-US" sz="1200" dirty="0" err="1">
                <a:latin typeface="Courier New" panose="02070309020205020404" pitchFamily="49" charset="0"/>
                <a:cs typeface="Courier New" panose="02070309020205020404" pitchFamily="49" charset="0"/>
              </a:rPr>
              <a:t>ExampleMock</a:t>
            </a:r>
            <a:r>
              <a:rPr lang="en-US" sz="1200" dirty="0">
                <a:latin typeface="Courier New" panose="02070309020205020404" pitchFamily="49" charset="0"/>
                <a:cs typeface="Courier New" panose="02070309020205020404" pitchFamily="49" charset="0"/>
              </a:rPr>
              <a:t> </a:t>
            </a:r>
            <a:r>
              <a:rPr lang="en-US" sz="1200" b="1" dirty="0">
                <a:latin typeface="Courier New" panose="02070309020205020404" pitchFamily="49" charset="0"/>
                <a:cs typeface="Courier New" panose="02070309020205020404" pitchFamily="49" charset="0"/>
              </a:rPr>
              <a:t>extends</a:t>
            </a:r>
            <a:r>
              <a:rPr lang="en-US" sz="1200" dirty="0">
                <a:latin typeface="Courier New" panose="02070309020205020404" pitchFamily="49" charset="0"/>
                <a:cs typeface="Courier New" panose="02070309020205020404" pitchFamily="49" charset="0"/>
              </a:rPr>
              <a:t> Example {</a:t>
            </a:r>
          </a:p>
          <a:p>
            <a:pPr lvl="1" defTabSz="228600"/>
            <a:r>
              <a:rPr lang="en-US" sz="1200" dirty="0">
                <a:latin typeface="Courier New" panose="02070309020205020404" pitchFamily="49" charset="0"/>
                <a:cs typeface="Courier New" panose="02070309020205020404" pitchFamily="49" charset="0"/>
              </a:rPr>
              <a:t>	// Override inherited methods here!</a:t>
            </a:r>
          </a:p>
          <a:p>
            <a:pPr defTabSz="228600"/>
            <a:r>
              <a:rPr lang="en-US" sz="120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3445307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682B5-A319-6C5A-EF7E-9FCB2A68161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5BE5BF-AA51-20A1-930B-C71AE3FF48F5}"/>
              </a:ext>
            </a:extLst>
          </p:cNvPr>
          <p:cNvSpPr>
            <a:spLocks noGrp="1"/>
          </p:cNvSpPr>
          <p:nvPr>
            <p:ph type="sldNum" idx="12"/>
          </p:nvPr>
        </p:nvSpPr>
        <p:spPr>
          <a:xfrm>
            <a:off x="8122757" y="6363712"/>
            <a:ext cx="861671" cy="365125"/>
          </a:xfrm>
        </p:spPr>
        <p:txBody>
          <a:bodyPr spcFirstLastPara="1" wrap="square" lIns="91425" tIns="45700" rIns="91425" bIns="45700" anchor="ctr" anchorCtr="0">
            <a:normAutofit/>
          </a:bodyPr>
          <a:lstStyle/>
          <a:p>
            <a:pPr>
              <a:spcAft>
                <a:spcPts val="600"/>
              </a:spcAft>
            </a:pPr>
            <a:fld id="{00000000-1234-1234-1234-123412341234}" type="slidenum">
              <a:rPr lang="en-US" smtClean="0"/>
              <a:pPr>
                <a:spcAft>
                  <a:spcPts val="600"/>
                </a:spcAft>
              </a:pPr>
              <a:t>19</a:t>
            </a:fld>
            <a:endParaRPr lang="en-US"/>
          </a:p>
        </p:txBody>
      </p:sp>
      <p:sp>
        <p:nvSpPr>
          <p:cNvPr id="4" name="Google Shape;212;p15">
            <a:extLst>
              <a:ext uri="{FF2B5EF4-FFF2-40B4-BE49-F238E27FC236}">
                <a16:creationId xmlns:a16="http://schemas.microsoft.com/office/drawing/2014/main" id="{6B4BFB88-F3C5-DCFD-77AF-0BB23A3296D9}"/>
              </a:ext>
            </a:extLst>
          </p:cNvPr>
          <p:cNvSpPr txBox="1">
            <a:spLocks/>
          </p:cNvSpPr>
          <p:nvPr/>
        </p:nvSpPr>
        <p:spPr>
          <a:xfrm>
            <a:off x="157928" y="2493034"/>
            <a:ext cx="8826500" cy="3591854"/>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gn="ctr">
              <a:spcBef>
                <a:spcPts val="560"/>
              </a:spcBef>
              <a:buClr>
                <a:schemeClr val="accent1"/>
              </a:buClr>
              <a:buSzPts val="2800"/>
            </a:pPr>
            <a:r>
              <a:rPr lang="en-US" sz="4000" b="0" i="0" u="none" strike="noStrike" cap="none" dirty="0">
                <a:solidFill>
                  <a:schemeClr val="dk2"/>
                </a:solidFill>
                <a:latin typeface="Arial"/>
                <a:ea typeface="Arial"/>
                <a:cs typeface="Arial"/>
                <a:sym typeface="Arial"/>
              </a:rPr>
              <a:t>Mockito</a:t>
            </a:r>
          </a:p>
        </p:txBody>
      </p:sp>
      <p:pic>
        <p:nvPicPr>
          <p:cNvPr id="6" name="Picture 5">
            <a:extLst>
              <a:ext uri="{FF2B5EF4-FFF2-40B4-BE49-F238E27FC236}">
                <a16:creationId xmlns:a16="http://schemas.microsoft.com/office/drawing/2014/main" id="{44DAEE86-4263-E632-E554-26268C4D85EB}"/>
              </a:ext>
            </a:extLst>
          </p:cNvPr>
          <p:cNvPicPr>
            <a:picLocks noChangeAspect="1"/>
          </p:cNvPicPr>
          <p:nvPr/>
        </p:nvPicPr>
        <p:blipFill>
          <a:blip r:embed="rId2"/>
          <a:stretch>
            <a:fillRect/>
          </a:stretch>
        </p:blipFill>
        <p:spPr>
          <a:xfrm>
            <a:off x="6788472" y="0"/>
            <a:ext cx="2355528" cy="864158"/>
          </a:xfrm>
          <a:prstGeom prst="rect">
            <a:avLst/>
          </a:prstGeom>
        </p:spPr>
      </p:pic>
    </p:spTree>
    <p:extLst>
      <p:ext uri="{BB962C8B-B14F-4D97-AF65-F5344CB8AC3E}">
        <p14:creationId xmlns:p14="http://schemas.microsoft.com/office/powerpoint/2010/main" val="10513035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Mockito</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380010" y="1481446"/>
            <a:ext cx="8383980" cy="4882266"/>
          </a:xfrm>
        </p:spPr>
        <p:txBody>
          <a:bodyPr>
            <a:normAutofit fontScale="85000" lnSpcReduction="20000"/>
          </a:bodyPr>
          <a:lstStyle/>
          <a:p>
            <a:r>
              <a:rPr lang="en-US" dirty="0"/>
              <a:t>Mockito is a mocking framework for unit tests in java that provides support for test stubs and test mocks.</a:t>
            </a:r>
          </a:p>
          <a:p>
            <a:r>
              <a:rPr lang="en-US" dirty="0"/>
              <a:t>It provides a simple API which allows for readable tests and simple verification errors. </a:t>
            </a:r>
          </a:p>
          <a:p>
            <a:r>
              <a:rPr lang="en-US" dirty="0"/>
              <a:t>Due to its simplicity, it is one of the most popular mocking libraries for Java.</a:t>
            </a:r>
          </a:p>
          <a:p>
            <a:pPr lvl="1"/>
            <a:r>
              <a:rPr lang="en-US" dirty="0"/>
              <a:t>Mockito eliminates the need to manually mock objects. All the developer has to do is specify the type they would like to mock and Mockito will create the requested mocks at runtime.</a:t>
            </a:r>
          </a:p>
          <a:p>
            <a:pPr lvl="1"/>
            <a:r>
              <a:rPr lang="en-US" dirty="0"/>
              <a:t>Mockito uses built-in annotations which make it easy to learn and use. Ex: </a:t>
            </a:r>
            <a:r>
              <a:rPr lang="en-US" dirty="0">
                <a:latin typeface="Courier New" panose="02070309020205020404" pitchFamily="49" charset="0"/>
                <a:cs typeface="Courier New" panose="02070309020205020404" pitchFamily="49" charset="0"/>
              </a:rPr>
              <a:t>@Mock</a:t>
            </a:r>
          </a:p>
          <a:p>
            <a:pPr lvl="1"/>
            <a:r>
              <a:rPr lang="en-US" dirty="0"/>
              <a:t>Provides simple behavior verification. For instance, keeping track of the number of times a method is called uses Mockito’s </a:t>
            </a:r>
            <a:r>
              <a:rPr lang="en-US" dirty="0">
                <a:latin typeface="Courier New" panose="02070309020205020404" pitchFamily="49" charset="0"/>
                <a:cs typeface="Courier New" panose="02070309020205020404" pitchFamily="49" charset="0"/>
              </a:rPr>
              <a:t>Verify()</a:t>
            </a:r>
            <a:r>
              <a:rPr lang="en-US" dirty="0">
                <a:latin typeface="+mj-lt"/>
                <a:cs typeface="Courier New" panose="02070309020205020404" pitchFamily="49" charset="0"/>
              </a:rPr>
              <a:t> method.</a:t>
            </a:r>
          </a:p>
          <a:p>
            <a:r>
              <a:rPr lang="en-US" dirty="0"/>
              <a:t>Other mocking frameworks include: </a:t>
            </a:r>
            <a:r>
              <a:rPr lang="en-US" dirty="0" err="1"/>
              <a:t>EasyMock</a:t>
            </a:r>
            <a:r>
              <a:rPr lang="en-US" dirty="0"/>
              <a:t>, and </a:t>
            </a:r>
            <a:r>
              <a:rPr lang="en-US" dirty="0" err="1"/>
              <a:t>JMockit</a:t>
            </a:r>
            <a:r>
              <a:rPr lang="en-US" dirty="0"/>
              <a:t>.</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355073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05D57-D302-11F2-2620-692E902799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7FF72-C598-0E04-3FD0-E62D428C77AB}"/>
              </a:ext>
            </a:extLst>
          </p:cNvPr>
          <p:cNvSpPr>
            <a:spLocks noGrp="1"/>
          </p:cNvSpPr>
          <p:nvPr>
            <p:ph type="title"/>
          </p:nvPr>
        </p:nvSpPr>
        <p:spPr/>
        <p:txBody>
          <a:bodyPr/>
          <a:lstStyle/>
          <a:p>
            <a:r>
              <a:rPr lang="en-US" dirty="0"/>
              <a:t>Mockito Features</a:t>
            </a:r>
          </a:p>
        </p:txBody>
      </p:sp>
      <p:sp>
        <p:nvSpPr>
          <p:cNvPr id="3" name="Text Placeholder 2">
            <a:extLst>
              <a:ext uri="{FF2B5EF4-FFF2-40B4-BE49-F238E27FC236}">
                <a16:creationId xmlns:a16="http://schemas.microsoft.com/office/drawing/2014/main" id="{B98FDD33-00E9-635C-281A-EC0FACC40D76}"/>
              </a:ext>
            </a:extLst>
          </p:cNvPr>
          <p:cNvSpPr>
            <a:spLocks noGrp="1"/>
          </p:cNvSpPr>
          <p:nvPr>
            <p:ph type="body" idx="1"/>
          </p:nvPr>
        </p:nvSpPr>
        <p:spPr>
          <a:xfrm>
            <a:off x="159572" y="1481445"/>
            <a:ext cx="8604418" cy="5247391"/>
          </a:xfrm>
        </p:spPr>
        <p:txBody>
          <a:bodyPr>
            <a:normAutofit/>
          </a:bodyPr>
          <a:lstStyle/>
          <a:p>
            <a:r>
              <a:rPr lang="en-US" dirty="0"/>
              <a:t>Mockito utilizes a simple annotation system for easy mocking:</a:t>
            </a:r>
          </a:p>
          <a:p>
            <a:pPr lvl="1"/>
            <a:r>
              <a:rPr lang="en-US" dirty="0">
                <a:latin typeface="Courier New" panose="02070309020205020404" pitchFamily="49" charset="0"/>
                <a:cs typeface="Courier New" panose="02070309020205020404" pitchFamily="49" charset="0"/>
              </a:rPr>
              <a:t>@Mock</a:t>
            </a:r>
            <a:r>
              <a:rPr lang="en-US" dirty="0"/>
              <a:t> – Annotation used to create mock classes</a:t>
            </a:r>
          </a:p>
          <a:p>
            <a:pPr lvl="1"/>
            <a:r>
              <a:rPr lang="en-US" dirty="0">
                <a:latin typeface="Courier New" panose="02070309020205020404" pitchFamily="49" charset="0"/>
                <a:cs typeface="Courier New" panose="02070309020205020404" pitchFamily="49" charset="0"/>
              </a:rPr>
              <a:t>@InjectMocks</a:t>
            </a:r>
            <a:r>
              <a:rPr lang="en-US" dirty="0"/>
              <a:t> – Annotation used to inject mocked classes into another class</a:t>
            </a:r>
          </a:p>
          <a:p>
            <a:pPr lvl="1"/>
            <a:r>
              <a:rPr lang="en-US" dirty="0" err="1">
                <a:latin typeface="Courier New" panose="02070309020205020404" pitchFamily="49" charset="0"/>
                <a:cs typeface="Courier New" panose="02070309020205020404" pitchFamily="49" charset="0"/>
              </a:rPr>
              <a:t>initMocks</a:t>
            </a:r>
            <a:r>
              <a:rPr lang="en-US" dirty="0">
                <a:latin typeface="Courier New" panose="02070309020205020404" pitchFamily="49" charset="0"/>
                <a:cs typeface="Courier New" panose="02070309020205020404" pitchFamily="49" charset="0"/>
              </a:rPr>
              <a:t>()</a:t>
            </a:r>
            <a:r>
              <a:rPr lang="en-US" dirty="0"/>
              <a:t> – Method used to initialize the mocked classes. For Mockito 4 and lower, this method must be invoked before mocks can be used.</a:t>
            </a:r>
          </a:p>
          <a:p>
            <a:pPr lvl="1"/>
            <a:r>
              <a:rPr lang="en-US" dirty="0" err="1">
                <a:latin typeface="Courier New" panose="02070309020205020404" pitchFamily="49" charset="0"/>
                <a:cs typeface="Courier New" panose="02070309020205020404" pitchFamily="49" charset="0"/>
              </a:rPr>
              <a:t>openMocks</a:t>
            </a:r>
            <a:r>
              <a:rPr lang="en-US" dirty="0">
                <a:latin typeface="Courier New" panose="02070309020205020404" pitchFamily="49" charset="0"/>
                <a:cs typeface="Courier New" panose="02070309020205020404" pitchFamily="49" charset="0"/>
              </a:rPr>
              <a:t>()</a:t>
            </a:r>
            <a:r>
              <a:rPr lang="en-US" dirty="0"/>
              <a:t> – This is the equivalent to ‘</a:t>
            </a:r>
            <a:r>
              <a:rPr lang="en-US" dirty="0" err="1">
                <a:latin typeface="Courier New" panose="02070309020205020404" pitchFamily="49" charset="0"/>
                <a:cs typeface="Courier New" panose="02070309020205020404" pitchFamily="49" charset="0"/>
              </a:rPr>
              <a:t>initMocks</a:t>
            </a:r>
            <a:r>
              <a:rPr lang="en-US" dirty="0">
                <a:latin typeface="Courier New" panose="02070309020205020404" pitchFamily="49" charset="0"/>
                <a:cs typeface="Courier New" panose="02070309020205020404" pitchFamily="49" charset="0"/>
              </a:rPr>
              <a:t>()</a:t>
            </a:r>
            <a:r>
              <a:rPr lang="en-US" dirty="0"/>
              <a:t>’ in Mockito 5</a:t>
            </a:r>
          </a:p>
          <a:p>
            <a:pPr lvl="2"/>
            <a:r>
              <a:rPr lang="en-US" dirty="0"/>
              <a:t>Note: The ‘</a:t>
            </a:r>
            <a:r>
              <a:rPr lang="en-US" dirty="0" err="1">
                <a:latin typeface="Courier New" panose="02070309020205020404" pitchFamily="49" charset="0"/>
                <a:cs typeface="Courier New" panose="02070309020205020404" pitchFamily="49" charset="0"/>
              </a:rPr>
              <a:t>ExtendWith</a:t>
            </a:r>
            <a:r>
              <a:rPr lang="en-US" dirty="0"/>
              <a:t>’ annotation from Junit Jupiter can be used with the </a:t>
            </a:r>
            <a:r>
              <a:rPr lang="en-US" dirty="0" err="1">
                <a:latin typeface="Courier New" panose="02070309020205020404" pitchFamily="49" charset="0"/>
                <a:cs typeface="Courier New" panose="02070309020205020404" pitchFamily="49" charset="0"/>
              </a:rPr>
              <a:t>MockitoExtension</a:t>
            </a:r>
            <a:r>
              <a:rPr lang="en-US" dirty="0"/>
              <a:t> class to bypass the need to call </a:t>
            </a:r>
            <a:r>
              <a:rPr lang="en-US" dirty="0" err="1">
                <a:latin typeface="Courier New" panose="02070309020205020404" pitchFamily="49" charset="0"/>
                <a:cs typeface="Courier New" panose="02070309020205020404" pitchFamily="49" charset="0"/>
              </a:rPr>
              <a:t>openMocks</a:t>
            </a:r>
            <a:r>
              <a:rPr lang="en-US" dirty="0"/>
              <a:t> in Junit 5</a:t>
            </a:r>
          </a:p>
        </p:txBody>
      </p:sp>
      <p:sp>
        <p:nvSpPr>
          <p:cNvPr id="4" name="Slide Number Placeholder 3">
            <a:extLst>
              <a:ext uri="{FF2B5EF4-FFF2-40B4-BE49-F238E27FC236}">
                <a16:creationId xmlns:a16="http://schemas.microsoft.com/office/drawing/2014/main" id="{84F39013-B39A-09AA-50EA-68CDB150468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3533296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D82E8-80E8-8824-C9D6-AEB95C662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0E527B-996B-1E69-972E-01C267E0322F}"/>
              </a:ext>
            </a:extLst>
          </p:cNvPr>
          <p:cNvSpPr>
            <a:spLocks noGrp="1"/>
          </p:cNvSpPr>
          <p:nvPr>
            <p:ph type="title"/>
          </p:nvPr>
        </p:nvSpPr>
        <p:spPr/>
        <p:txBody>
          <a:bodyPr/>
          <a:lstStyle/>
          <a:p>
            <a:r>
              <a:rPr lang="en-US" dirty="0"/>
              <a:t>Mockito Methods | Stubbing</a:t>
            </a:r>
          </a:p>
        </p:txBody>
      </p:sp>
      <p:sp>
        <p:nvSpPr>
          <p:cNvPr id="3" name="Text Placeholder 2">
            <a:extLst>
              <a:ext uri="{FF2B5EF4-FFF2-40B4-BE49-F238E27FC236}">
                <a16:creationId xmlns:a16="http://schemas.microsoft.com/office/drawing/2014/main" id="{6B118FCF-14E5-B717-AAE2-0995249B9436}"/>
              </a:ext>
            </a:extLst>
          </p:cNvPr>
          <p:cNvSpPr>
            <a:spLocks noGrp="1"/>
          </p:cNvSpPr>
          <p:nvPr>
            <p:ph type="body" idx="1"/>
          </p:nvPr>
        </p:nvSpPr>
        <p:spPr>
          <a:xfrm>
            <a:off x="159572" y="1481445"/>
            <a:ext cx="8604418" cy="5247391"/>
          </a:xfrm>
        </p:spPr>
        <p:txBody>
          <a:bodyPr>
            <a:normAutofit fontScale="92500" lnSpcReduction="10000"/>
          </a:bodyPr>
          <a:lstStyle/>
          <a:p>
            <a:r>
              <a:rPr lang="en-US" b="1" dirty="0"/>
              <a:t>Method Stubbing</a:t>
            </a:r>
            <a:r>
              <a:rPr lang="en-US" dirty="0"/>
              <a:t>: Methods used to define what a mock should do when called.</a:t>
            </a:r>
          </a:p>
          <a:p>
            <a:pPr lvl="1"/>
            <a:r>
              <a:rPr lang="en-US" dirty="0">
                <a:latin typeface="Courier New" panose="02070309020205020404" pitchFamily="49" charset="0"/>
                <a:cs typeface="Courier New" panose="02070309020205020404" pitchFamily="49" charset="0"/>
              </a:rPr>
              <a:t>when(</a:t>
            </a:r>
            <a:r>
              <a:rPr lang="en-US" dirty="0" err="1">
                <a:latin typeface="Courier New" panose="02070309020205020404" pitchFamily="49" charset="0"/>
                <a:cs typeface="Courier New" panose="02070309020205020404" pitchFamily="49" charset="0"/>
              </a:rPr>
              <a:t>mock.method</a:t>
            </a:r>
            <a:r>
              <a:rPr lang="en-US" dirty="0">
                <a:latin typeface="Courier New" panose="02070309020205020404" pitchFamily="49" charset="0"/>
                <a:cs typeface="Courier New" panose="02070309020205020404" pitchFamily="49" charset="0"/>
              </a:rPr>
              <a:t>())</a:t>
            </a:r>
            <a:r>
              <a:rPr lang="en-US" dirty="0"/>
              <a:t> – Stubs the given method with any arguments provided to method.</a:t>
            </a:r>
          </a:p>
          <a:p>
            <a:pPr lvl="1"/>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thenReturn</a:t>
            </a:r>
            <a:r>
              <a:rPr lang="en-US" dirty="0">
                <a:latin typeface="Courier New" panose="02070309020205020404" pitchFamily="49" charset="0"/>
                <a:cs typeface="Courier New" panose="02070309020205020404" pitchFamily="49" charset="0"/>
              </a:rPr>
              <a:t>(value)</a:t>
            </a:r>
            <a:r>
              <a:rPr lang="en-US" dirty="0"/>
              <a:t> – Returns a fixed value when the stubbed method is called.</a:t>
            </a:r>
          </a:p>
          <a:p>
            <a:pPr lvl="1"/>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thenThrow</a:t>
            </a:r>
            <a:r>
              <a:rPr lang="en-US" dirty="0">
                <a:latin typeface="Courier New" panose="02070309020205020404" pitchFamily="49" charset="0"/>
                <a:cs typeface="Courier New" panose="02070309020205020404" pitchFamily="49" charset="0"/>
              </a:rPr>
              <a:t>(exception)</a:t>
            </a:r>
            <a:r>
              <a:rPr lang="en-US" dirty="0"/>
              <a:t> – Throws the given exception instead of returning a value when calling the stubbed method.</a:t>
            </a:r>
          </a:p>
          <a:p>
            <a:pPr lvl="1"/>
            <a:r>
              <a:rPr lang="en-US" dirty="0" err="1">
                <a:latin typeface="Courier New" panose="02070309020205020404" pitchFamily="49" charset="0"/>
                <a:cs typeface="Courier New" panose="02070309020205020404" pitchFamily="49" charset="0"/>
              </a:rPr>
              <a:t>doReturn</a:t>
            </a:r>
            <a:r>
              <a:rPr lang="en-US" dirty="0">
                <a:latin typeface="Courier New" panose="02070309020205020404" pitchFamily="49" charset="0"/>
                <a:cs typeface="Courier New" panose="02070309020205020404" pitchFamily="49" charset="0"/>
              </a:rPr>
              <a:t>(value).when(mock).method()</a:t>
            </a:r>
            <a:r>
              <a:rPr lang="en-US" dirty="0"/>
              <a:t> – This syntax is the equivalent of using </a:t>
            </a:r>
            <a:r>
              <a:rPr lang="en-US" dirty="0">
                <a:latin typeface="Courier New" panose="02070309020205020404" pitchFamily="49" charset="0"/>
                <a:cs typeface="Courier New" panose="02070309020205020404" pitchFamily="49" charset="0"/>
              </a:rPr>
              <a:t>when().</a:t>
            </a:r>
            <a:r>
              <a:rPr lang="en-US" dirty="0" err="1">
                <a:latin typeface="Courier New" panose="02070309020205020404" pitchFamily="49" charset="0"/>
                <a:cs typeface="Courier New" panose="02070309020205020404" pitchFamily="49" charset="0"/>
              </a:rPr>
              <a:t>thenReturn</a:t>
            </a:r>
            <a:r>
              <a:rPr lang="en-US" dirty="0">
                <a:latin typeface="Courier New" panose="02070309020205020404" pitchFamily="49" charset="0"/>
                <a:cs typeface="Courier New" panose="02070309020205020404" pitchFamily="49" charset="0"/>
              </a:rPr>
              <a:t>()</a:t>
            </a:r>
            <a:r>
              <a:rPr lang="en-US" dirty="0"/>
              <a:t> for methods that return void.</a:t>
            </a:r>
          </a:p>
          <a:p>
            <a:pPr lvl="1"/>
            <a:r>
              <a:rPr lang="en-US" dirty="0" err="1">
                <a:latin typeface="Courier New" panose="02070309020205020404" pitchFamily="49" charset="0"/>
                <a:cs typeface="Courier New" panose="02070309020205020404" pitchFamily="49" charset="0"/>
              </a:rPr>
              <a:t>doThrow</a:t>
            </a:r>
            <a:r>
              <a:rPr lang="en-US" dirty="0">
                <a:latin typeface="Courier New" panose="02070309020205020404" pitchFamily="49" charset="0"/>
                <a:cs typeface="Courier New" panose="02070309020205020404" pitchFamily="49" charset="0"/>
              </a:rPr>
              <a:t>(exception).when(mock).method()</a:t>
            </a:r>
            <a:r>
              <a:rPr lang="en-US" dirty="0"/>
              <a:t> – This syntax is equivalent of using </a:t>
            </a:r>
            <a:r>
              <a:rPr lang="en-US" dirty="0">
                <a:latin typeface="Courier New" panose="02070309020205020404" pitchFamily="49" charset="0"/>
                <a:cs typeface="Courier New" panose="02070309020205020404" pitchFamily="49" charset="0"/>
              </a:rPr>
              <a:t>when().</a:t>
            </a:r>
            <a:r>
              <a:rPr lang="en-US" dirty="0" err="1">
                <a:latin typeface="Courier New" panose="02070309020205020404" pitchFamily="49" charset="0"/>
                <a:cs typeface="Courier New" panose="02070309020205020404" pitchFamily="49" charset="0"/>
              </a:rPr>
              <a:t>thenThrow</a:t>
            </a:r>
            <a:r>
              <a:rPr lang="en-US" dirty="0">
                <a:latin typeface="Courier New" panose="02070309020205020404" pitchFamily="49" charset="0"/>
                <a:cs typeface="Courier New" panose="02070309020205020404" pitchFamily="49" charset="0"/>
              </a:rPr>
              <a:t>()</a:t>
            </a:r>
            <a:r>
              <a:rPr lang="en-US" dirty="0"/>
              <a:t> for methods that return void.</a:t>
            </a:r>
          </a:p>
          <a:p>
            <a:pPr lvl="1"/>
            <a:endParaRPr lang="en-US" dirty="0"/>
          </a:p>
        </p:txBody>
      </p:sp>
      <p:sp>
        <p:nvSpPr>
          <p:cNvPr id="4" name="Slide Number Placeholder 3">
            <a:extLst>
              <a:ext uri="{FF2B5EF4-FFF2-40B4-BE49-F238E27FC236}">
                <a16:creationId xmlns:a16="http://schemas.microsoft.com/office/drawing/2014/main" id="{C031A67D-4935-E893-3FE8-D856DEC9B57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extLst>
      <p:ext uri="{BB962C8B-B14F-4D97-AF65-F5344CB8AC3E}">
        <p14:creationId xmlns:p14="http://schemas.microsoft.com/office/powerpoint/2010/main" val="1047741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930B4-E996-4435-B9F1-D407853E2C03}"/>
              </a:ext>
            </a:extLst>
          </p:cNvPr>
          <p:cNvSpPr>
            <a:spLocks noGrp="1"/>
          </p:cNvSpPr>
          <p:nvPr>
            <p:ph type="title"/>
          </p:nvPr>
        </p:nvSpPr>
        <p:spPr/>
        <p:txBody>
          <a:bodyPr/>
          <a:lstStyle/>
          <a:p>
            <a:r>
              <a:rPr lang="en-US" dirty="0"/>
              <a:t>Mockito Methods | Verification</a:t>
            </a:r>
          </a:p>
        </p:txBody>
      </p:sp>
      <p:sp>
        <p:nvSpPr>
          <p:cNvPr id="3" name="Text Placeholder 2">
            <a:extLst>
              <a:ext uri="{FF2B5EF4-FFF2-40B4-BE49-F238E27FC236}">
                <a16:creationId xmlns:a16="http://schemas.microsoft.com/office/drawing/2014/main" id="{0C6BA468-B2FB-4410-8CC4-82872A4103B6}"/>
              </a:ext>
            </a:extLst>
          </p:cNvPr>
          <p:cNvSpPr>
            <a:spLocks noGrp="1"/>
          </p:cNvSpPr>
          <p:nvPr>
            <p:ph type="body" idx="1"/>
          </p:nvPr>
        </p:nvSpPr>
        <p:spPr>
          <a:xfrm>
            <a:off x="159572" y="1481445"/>
            <a:ext cx="8604418" cy="5247391"/>
          </a:xfrm>
        </p:spPr>
        <p:txBody>
          <a:bodyPr>
            <a:normAutofit fontScale="85000" lnSpcReduction="10000"/>
          </a:bodyPr>
          <a:lstStyle/>
          <a:p>
            <a:r>
              <a:rPr lang="en-US" b="1" dirty="0"/>
              <a:t>Behavior Verification</a:t>
            </a:r>
            <a:r>
              <a:rPr lang="en-US" dirty="0"/>
              <a:t>: Methods used to confirm how a mock was actually used</a:t>
            </a:r>
          </a:p>
          <a:p>
            <a:pPr lvl="1"/>
            <a:r>
              <a:rPr lang="en-US" dirty="0">
                <a:latin typeface="Courier New" panose="02070309020205020404" pitchFamily="49" charset="0"/>
                <a:cs typeface="Courier New" panose="02070309020205020404" pitchFamily="49" charset="0"/>
              </a:rPr>
              <a:t>Verify(mock)</a:t>
            </a:r>
            <a:r>
              <a:rPr lang="en-US" dirty="0">
                <a:latin typeface="+mj-lt"/>
                <a:cs typeface="Courier New" panose="02070309020205020404" pitchFamily="49" charset="0"/>
              </a:rPr>
              <a:t> – Method used to confirm behavior in tests.</a:t>
            </a:r>
          </a:p>
          <a:p>
            <a:pPr lvl="1"/>
            <a:r>
              <a:rPr lang="en-US" dirty="0">
                <a:latin typeface="Courier New" panose="02070309020205020404" pitchFamily="49" charset="0"/>
                <a:cs typeface="Courier New" panose="02070309020205020404" pitchFamily="49" charset="0"/>
              </a:rPr>
              <a:t>verify(mock).method(</a:t>
            </a:r>
            <a:r>
              <a:rPr lang="en-US" dirty="0" err="1">
                <a:latin typeface="Courier New" panose="02070309020205020404" pitchFamily="49" charset="0"/>
                <a:cs typeface="Courier New" panose="02070309020205020404" pitchFamily="49" charset="0"/>
              </a:rPr>
              <a:t>args</a:t>
            </a:r>
            <a:r>
              <a:rPr lang="en-US" dirty="0">
                <a:latin typeface="Courier New" panose="02070309020205020404" pitchFamily="49" charset="0"/>
                <a:cs typeface="Courier New" panose="02070309020205020404" pitchFamily="49" charset="0"/>
              </a:rPr>
              <a:t>)</a:t>
            </a:r>
            <a:r>
              <a:rPr lang="en-US" dirty="0"/>
              <a:t> – confirms the method was called </a:t>
            </a:r>
            <a:r>
              <a:rPr lang="en-US" b="1" i="1" dirty="0"/>
              <a:t>exactly once</a:t>
            </a:r>
            <a:r>
              <a:rPr lang="en-US" dirty="0"/>
              <a:t> with the given arguments</a:t>
            </a:r>
          </a:p>
          <a:p>
            <a:pPr lvl="1"/>
            <a:r>
              <a:rPr lang="en-US" dirty="0">
                <a:latin typeface="Courier New" panose="02070309020205020404" pitchFamily="49" charset="0"/>
                <a:cs typeface="Courier New" panose="02070309020205020404" pitchFamily="49" charset="0"/>
              </a:rPr>
              <a:t>Times(n)</a:t>
            </a:r>
            <a:r>
              <a:rPr lang="en-US" dirty="0"/>
              <a:t> – confirms the method was called </a:t>
            </a:r>
            <a:r>
              <a:rPr lang="en-US" b="1" i="1" dirty="0"/>
              <a:t>exactly</a:t>
            </a:r>
            <a:r>
              <a:rPr lang="en-US" dirty="0"/>
              <a:t> </a:t>
            </a:r>
            <a:r>
              <a:rPr lang="en-US" dirty="0">
                <a:latin typeface="Courier New" panose="02070309020205020404" pitchFamily="49" charset="0"/>
                <a:cs typeface="Courier New" panose="02070309020205020404" pitchFamily="49" charset="0"/>
              </a:rPr>
              <a:t>n</a:t>
            </a:r>
            <a:r>
              <a:rPr lang="en-US" dirty="0"/>
              <a:t> </a:t>
            </a:r>
            <a:r>
              <a:rPr lang="en-US" b="1" i="1" dirty="0"/>
              <a:t>times</a:t>
            </a:r>
          </a:p>
          <a:p>
            <a:pPr lvl="2"/>
            <a:r>
              <a:rPr lang="en-US" dirty="0"/>
              <a:t>E.g. </a:t>
            </a:r>
            <a:r>
              <a:rPr lang="en-US" dirty="0">
                <a:latin typeface="Courier New" panose="02070309020205020404" pitchFamily="49" charset="0"/>
                <a:cs typeface="Courier New" panose="02070309020205020404" pitchFamily="49" charset="0"/>
              </a:rPr>
              <a:t>verify(mock, times(n)).method(</a:t>
            </a:r>
            <a:r>
              <a:rPr lang="en-US" dirty="0" err="1">
                <a:latin typeface="Courier New" panose="02070309020205020404" pitchFamily="49" charset="0"/>
                <a:cs typeface="Courier New" panose="02070309020205020404" pitchFamily="49" charset="0"/>
              </a:rPr>
              <a:t>args</a:t>
            </a:r>
            <a:r>
              <a:rPr lang="en-US" dirty="0">
                <a:latin typeface="Courier New" panose="02070309020205020404" pitchFamily="49" charset="0"/>
                <a:cs typeface="Courier New" panose="02070309020205020404" pitchFamily="49" charset="0"/>
              </a:rPr>
              <a:t>)</a:t>
            </a:r>
          </a:p>
          <a:p>
            <a:pPr lvl="1"/>
            <a:r>
              <a:rPr lang="en-US" dirty="0">
                <a:latin typeface="Courier New" panose="02070309020205020404" pitchFamily="49" charset="0"/>
                <a:cs typeface="Courier New" panose="02070309020205020404" pitchFamily="49" charset="0"/>
              </a:rPr>
              <a:t>Never()</a:t>
            </a:r>
            <a:r>
              <a:rPr lang="en-US" dirty="0"/>
              <a:t> – Confirms a method was </a:t>
            </a:r>
            <a:r>
              <a:rPr lang="en-US" b="1" i="1" dirty="0"/>
              <a:t>never called</a:t>
            </a:r>
            <a:endParaRPr lang="en-US" dirty="0"/>
          </a:p>
          <a:p>
            <a:pPr lvl="2"/>
            <a:r>
              <a:rPr lang="en-US" dirty="0"/>
              <a:t>E.g. </a:t>
            </a:r>
            <a:r>
              <a:rPr lang="en-US" dirty="0">
                <a:latin typeface="Courier New" panose="02070309020205020404" pitchFamily="49" charset="0"/>
                <a:cs typeface="Courier New" panose="02070309020205020404" pitchFamily="49" charset="0"/>
              </a:rPr>
              <a:t>verify(mock, never()).method(</a:t>
            </a:r>
            <a:r>
              <a:rPr lang="en-US" dirty="0" err="1">
                <a:latin typeface="Courier New" panose="02070309020205020404" pitchFamily="49" charset="0"/>
                <a:cs typeface="Courier New" panose="02070309020205020404" pitchFamily="49" charset="0"/>
              </a:rPr>
              <a:t>args</a:t>
            </a:r>
            <a:r>
              <a:rPr lang="en-US" dirty="0">
                <a:latin typeface="Courier New" panose="02070309020205020404" pitchFamily="49" charset="0"/>
                <a:cs typeface="Courier New" panose="02070309020205020404" pitchFamily="49" charset="0"/>
              </a:rPr>
              <a:t>)</a:t>
            </a:r>
            <a:endParaRPr lang="en-US" dirty="0"/>
          </a:p>
          <a:p>
            <a:pPr lvl="1"/>
            <a:r>
              <a:rPr lang="en-US" dirty="0" err="1">
                <a:latin typeface="Courier New" panose="02070309020205020404" pitchFamily="49" charset="0"/>
                <a:cs typeface="Courier New" panose="02070309020205020404" pitchFamily="49" charset="0"/>
              </a:rPr>
              <a:t>atLeastOnce</a:t>
            </a:r>
            <a:r>
              <a:rPr lang="en-US" dirty="0">
                <a:latin typeface="Courier New" panose="02070309020205020404" pitchFamily="49" charset="0"/>
                <a:cs typeface="Courier New" panose="02070309020205020404" pitchFamily="49" charset="0"/>
              </a:rPr>
              <a:t>()</a:t>
            </a:r>
            <a:r>
              <a:rPr lang="en-US" dirty="0">
                <a:latin typeface="+mj-lt"/>
                <a:cs typeface="Courier New" panose="02070309020205020404" pitchFamily="49" charset="0"/>
              </a:rPr>
              <a:t> | </a:t>
            </a:r>
            <a:r>
              <a:rPr lang="en-US" dirty="0" err="1">
                <a:latin typeface="Courier New" panose="02070309020205020404" pitchFamily="49" charset="0"/>
                <a:cs typeface="Courier New" panose="02070309020205020404" pitchFamily="49" charset="0"/>
              </a:rPr>
              <a:t>atLeast</a:t>
            </a:r>
            <a:r>
              <a:rPr lang="en-US" dirty="0">
                <a:latin typeface="Courier New" panose="02070309020205020404" pitchFamily="49" charset="0"/>
                <a:cs typeface="Courier New" panose="02070309020205020404" pitchFamily="49" charset="0"/>
              </a:rPr>
              <a:t>(n)</a:t>
            </a:r>
            <a:r>
              <a:rPr lang="en-US" dirty="0">
                <a:latin typeface="+mj-lt"/>
                <a:cs typeface="Courier New" panose="02070309020205020404" pitchFamily="49" charset="0"/>
              </a:rPr>
              <a:t> | </a:t>
            </a:r>
            <a:r>
              <a:rPr lang="en-US" dirty="0" err="1">
                <a:latin typeface="Courier New" panose="02070309020205020404" pitchFamily="49" charset="0"/>
                <a:cs typeface="Courier New" panose="02070309020205020404" pitchFamily="49" charset="0"/>
              </a:rPr>
              <a:t>atMost</a:t>
            </a:r>
            <a:r>
              <a:rPr lang="en-US" dirty="0">
                <a:latin typeface="Courier New" panose="02070309020205020404" pitchFamily="49" charset="0"/>
                <a:cs typeface="Courier New" panose="02070309020205020404" pitchFamily="49" charset="0"/>
              </a:rPr>
              <a:t>(n)</a:t>
            </a:r>
            <a:r>
              <a:rPr lang="en-US" dirty="0"/>
              <a:t> – Looser call-count checks, for when an exact invocation count isn’t important</a:t>
            </a:r>
          </a:p>
          <a:p>
            <a:r>
              <a:rPr lang="en-US" b="1" dirty="0"/>
              <a:t>Argument Matches</a:t>
            </a:r>
            <a:r>
              <a:rPr lang="en-US" dirty="0"/>
              <a:t>: Used inside stubbing or verification when the exact argument doesn’t matter.</a:t>
            </a:r>
          </a:p>
          <a:p>
            <a:pPr lvl="1"/>
            <a:r>
              <a:rPr lang="en-US" dirty="0" err="1">
                <a:latin typeface="Courier New" panose="02070309020205020404" pitchFamily="49" charset="0"/>
                <a:cs typeface="Courier New" panose="02070309020205020404" pitchFamily="49" charset="0"/>
              </a:rPr>
              <a:t>anyString</a:t>
            </a:r>
            <a:r>
              <a:rPr lang="en-US" dirty="0">
                <a:latin typeface="Courier New" panose="02070309020205020404" pitchFamily="49" charset="0"/>
                <a:cs typeface="Courier New" panose="02070309020205020404" pitchFamily="49" charset="0"/>
              </a:rPr>
              <a:t>()</a:t>
            </a:r>
            <a:r>
              <a:rPr lang="en-US" dirty="0"/>
              <a:t> | </a:t>
            </a:r>
            <a:r>
              <a:rPr lang="en-US" dirty="0" err="1">
                <a:latin typeface="Courier New" panose="02070309020205020404" pitchFamily="49" charset="0"/>
                <a:cs typeface="Courier New" panose="02070309020205020404" pitchFamily="49" charset="0"/>
              </a:rPr>
              <a:t>anyInt</a:t>
            </a:r>
            <a:r>
              <a:rPr lang="en-US" dirty="0">
                <a:latin typeface="Courier New" panose="02070309020205020404" pitchFamily="49" charset="0"/>
                <a:cs typeface="Courier New" panose="02070309020205020404" pitchFamily="49" charset="0"/>
              </a:rPr>
              <a:t>()</a:t>
            </a:r>
            <a:r>
              <a:rPr lang="en-US" dirty="0"/>
              <a:t> | </a:t>
            </a:r>
            <a:r>
              <a:rPr lang="en-US" dirty="0">
                <a:latin typeface="Courier New" panose="02070309020205020404" pitchFamily="49" charset="0"/>
                <a:cs typeface="Courier New" panose="02070309020205020404" pitchFamily="49" charset="0"/>
              </a:rPr>
              <a:t>any()</a:t>
            </a:r>
            <a:r>
              <a:rPr lang="en-US" dirty="0"/>
              <a:t> | </a:t>
            </a:r>
            <a:r>
              <a:rPr lang="en-US" dirty="0" err="1">
                <a:latin typeface="Courier New" panose="02070309020205020404" pitchFamily="49" charset="0"/>
                <a:cs typeface="Courier New" panose="02070309020205020404" pitchFamily="49" charset="0"/>
              </a:rPr>
              <a:t>anyList</a:t>
            </a:r>
            <a:r>
              <a:rPr lang="en-US" dirty="0">
                <a:latin typeface="Courier New" panose="02070309020205020404" pitchFamily="49" charset="0"/>
                <a:cs typeface="Courier New" panose="02070309020205020404" pitchFamily="49" charset="0"/>
              </a:rPr>
              <a:t>()</a:t>
            </a:r>
            <a:r>
              <a:rPr lang="en-US" dirty="0"/>
              <a:t> | etc… – match any value of the given type, rather than requiring an exact match</a:t>
            </a:r>
          </a:p>
        </p:txBody>
      </p:sp>
      <p:sp>
        <p:nvSpPr>
          <p:cNvPr id="4" name="Slide Number Placeholder 3">
            <a:extLst>
              <a:ext uri="{FF2B5EF4-FFF2-40B4-BE49-F238E27FC236}">
                <a16:creationId xmlns:a16="http://schemas.microsoft.com/office/drawing/2014/main" id="{483A7CCD-D4F0-4527-9651-963B2389435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extLst>
      <p:ext uri="{BB962C8B-B14F-4D97-AF65-F5344CB8AC3E}">
        <p14:creationId xmlns:p14="http://schemas.microsoft.com/office/powerpoint/2010/main" val="1846857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xfrm>
            <a:off x="380010" y="-4950"/>
            <a:ext cx="6222671" cy="122415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2"/>
              </a:buClr>
              <a:buSzPts val="2400"/>
              <a:buFont typeface="Arial"/>
              <a:buNone/>
            </a:pPr>
            <a:endParaRPr/>
          </a:p>
        </p:txBody>
      </p:sp>
      <p:sp>
        <p:nvSpPr>
          <p:cNvPr id="310" name="Google Shape;310;p29"/>
          <p:cNvSpPr txBox="1">
            <a:spLocks noGrp="1"/>
          </p:cNvSpPr>
          <p:nvPr>
            <p:ph type="sldNum" idx="12"/>
          </p:nvPr>
        </p:nvSpPr>
        <p:spPr>
          <a:xfrm>
            <a:off x="8122757" y="6363712"/>
            <a:ext cx="861671"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sld>
</file>

<file path=ppt/theme/theme1.xml><?xml version="1.0" encoding="utf-8"?>
<a:theme xmlns:a="http://schemas.openxmlformats.org/drawingml/2006/main" name="2_Custom Design">
  <a:themeElements>
    <a:clrScheme name="Revature">
      <a:dk1>
        <a:srgbClr val="000000"/>
      </a:dk1>
      <a:lt1>
        <a:srgbClr val="FFFFFF"/>
      </a:lt1>
      <a:dk2>
        <a:srgbClr val="474C55"/>
      </a:dk2>
      <a:lt2>
        <a:srgbClr val="F2F2F2"/>
      </a:lt2>
      <a:accent1>
        <a:srgbClr val="F36A25"/>
      </a:accent1>
      <a:accent2>
        <a:srgbClr val="A0A1A0"/>
      </a:accent2>
      <a:accent3>
        <a:srgbClr val="474C55"/>
      </a:accent3>
      <a:accent4>
        <a:srgbClr val="F7A528"/>
      </a:accent4>
      <a:accent5>
        <a:srgbClr val="73A5C2"/>
      </a:accent5>
      <a:accent6>
        <a:srgbClr val="F36A25"/>
      </a:accent6>
      <a:hlink>
        <a:srgbClr val="F36A25"/>
      </a:hlink>
      <a:folHlink>
        <a:srgbClr val="F36A2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22518</TotalTime>
  <Words>1759</Words>
  <Application>Microsoft Office PowerPoint</Application>
  <PresentationFormat>On-screen Show (4:3)</PresentationFormat>
  <Paragraphs>167</Paragraphs>
  <Slides>25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Courier New</vt:lpstr>
      <vt:lpstr>2_Custom Design</vt:lpstr>
      <vt:lpstr>Testing with JUnit and Mockito</vt:lpstr>
      <vt:lpstr>Outline</vt:lpstr>
      <vt:lpstr>PowerPoint Presentation</vt:lpstr>
      <vt:lpstr>JUnit</vt:lpstr>
      <vt:lpstr>Junit 5 Ecosystem</vt:lpstr>
      <vt:lpstr>JUnit Platform</vt:lpstr>
      <vt:lpstr>JUnit Jupiter</vt:lpstr>
      <vt:lpstr>JUnit Vintage</vt:lpstr>
      <vt:lpstr>PowerPoint Presentation</vt:lpstr>
      <vt:lpstr>JUnit 5 Annotations | Basics</vt:lpstr>
      <vt:lpstr>JUnit 5 Annotations | Features</vt:lpstr>
      <vt:lpstr>PowerPoint Presentation</vt:lpstr>
      <vt:lpstr>JUnit Assertions</vt:lpstr>
      <vt:lpstr>Static Imports</vt:lpstr>
      <vt:lpstr>JUnit Assertions - Methods</vt:lpstr>
      <vt:lpstr>PowerPoint Presentation</vt:lpstr>
      <vt:lpstr>Test Stubs</vt:lpstr>
      <vt:lpstr>Mocking Data</vt:lpstr>
      <vt:lpstr>Mocks vs Stubs</vt:lpstr>
      <vt:lpstr>PowerPoint Presentation</vt:lpstr>
      <vt:lpstr>Mockito</vt:lpstr>
      <vt:lpstr>Mockito Features</vt:lpstr>
      <vt:lpstr>Mockito Methods | Stubbing</vt:lpstr>
      <vt:lpstr>Mockito Methods | Verification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and OOP</dc:title>
  <dc:creator>Joseph Highe</dc:creator>
  <cp:lastModifiedBy>Joseph Highe</cp:lastModifiedBy>
  <cp:revision>236</cp:revision>
  <dcterms:modified xsi:type="dcterms:W3CDTF">2026-08-06T18:29:00Z</dcterms:modified>
</cp:coreProperties>
</file>