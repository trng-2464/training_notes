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90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7" r:id="rId3"/>
    <p:sldId id="494" r:id="rId4"/>
    <p:sldId id="491" r:id="rId5"/>
    <p:sldId id="495" r:id="rId6"/>
    <p:sldId id="498" r:id="rId7"/>
    <p:sldId id="506" r:id="rId8"/>
    <p:sldId id="507" r:id="rId9"/>
    <p:sldId id="508" r:id="rId10"/>
    <p:sldId id="358" r:id="rId11"/>
  </p:sldIdLst>
  <p:sldSz cx="9144000" cy="6858000" type="screen4x3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176">
          <p15:clr>
            <a:srgbClr val="A4A3A4"/>
          </p15:clr>
        </p15:guide>
        <p15:guide id="2" orient="horz" pos="763">
          <p15:clr>
            <a:srgbClr val="A4A3A4"/>
          </p15:clr>
        </p15:guide>
        <p15:guide id="3" orient="horz" pos="288">
          <p15:clr>
            <a:srgbClr val="A4A3A4"/>
          </p15:clr>
        </p15:guide>
        <p15:guide id="4" orient="horz" pos="708">
          <p15:clr>
            <a:srgbClr val="A4A3A4"/>
          </p15:clr>
        </p15:guide>
        <p15:guide id="5" pos="240">
          <p15:clr>
            <a:srgbClr val="A4A3A4"/>
          </p15:clr>
        </p15:guide>
        <p15:guide id="6" pos="5035">
          <p15:clr>
            <a:srgbClr val="A4A3A4"/>
          </p15:clr>
        </p15:guide>
        <p15:guide id="7" pos="3437">
          <p15:clr>
            <a:srgbClr val="A4A3A4"/>
          </p15:clr>
        </p15:guide>
        <p15:guide id="8" pos="3495">
          <p15:clr>
            <a:srgbClr val="A4A3A4"/>
          </p15:clr>
        </p15:guide>
        <p15:guide id="9" pos="1825">
          <p15:clr>
            <a:srgbClr val="A4A3A4"/>
          </p15:clr>
        </p15:guide>
        <p15:guide id="10" pos="1882">
          <p15:clr>
            <a:srgbClr val="A4A3A4"/>
          </p15:clr>
        </p15:guide>
        <p15:guide id="11" pos="3399">
          <p15:clr>
            <a:srgbClr val="A4A3A4"/>
          </p15:clr>
        </p15:guide>
        <p15:guide id="12" pos="2122">
          <p15:clr>
            <a:srgbClr val="A4A3A4"/>
          </p15:clr>
        </p15:guide>
        <p15:guide id="13" orient="horz" pos="765">
          <p15:clr>
            <a:srgbClr val="A4A3A4"/>
          </p15:clr>
        </p15:guide>
        <p15:guide id="14" pos="2880">
          <p15:clr>
            <a:srgbClr val="A4A3A4"/>
          </p15:clr>
        </p15:guide>
        <p15:guide id="15" pos="1440">
          <p15:clr>
            <a:srgbClr val="A4A3A4"/>
          </p15:clr>
        </p15:guide>
        <p15:guide id="16" pos="43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02" userDrawn="1">
          <p15:clr>
            <a:srgbClr val="A4A3A4"/>
          </p15:clr>
        </p15:guide>
        <p15:guide id="2" pos="2282" userDrawn="1">
          <p15:clr>
            <a:srgbClr val="A4A3A4"/>
          </p15:clr>
        </p15:guide>
        <p15:guide id="3" orient="horz" pos="2928" userDrawn="1">
          <p15:clr>
            <a:srgbClr val="A4A3A4"/>
          </p15:clr>
        </p15:guide>
        <p15:guide id="4" pos="2208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Gregg" initials="G" lastIdx="13" clrIdx="0"/>
  <p:cmAuthor id="1" name="Tatiana" initials="T" lastIdx="13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00"/>
    <a:srgbClr val="AC545C"/>
    <a:srgbClr val="B07750"/>
    <a:srgbClr val="474C55"/>
    <a:srgbClr val="669A91"/>
    <a:srgbClr val="9171A7"/>
    <a:srgbClr val="CCCC00"/>
    <a:srgbClr val="33CCCC"/>
    <a:srgbClr val="9966FF"/>
    <a:srgbClr val="61687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6389" autoAdjust="0"/>
  </p:normalViewPr>
  <p:slideViewPr>
    <p:cSldViewPr snapToGrid="0">
      <p:cViewPr varScale="1">
        <p:scale>
          <a:sx n="95" d="100"/>
          <a:sy n="95" d="100"/>
        </p:scale>
        <p:origin x="2046" y="96"/>
      </p:cViewPr>
      <p:guideLst>
        <p:guide orient="horz" pos="4176"/>
        <p:guide orient="horz" pos="763"/>
        <p:guide orient="horz" pos="288"/>
        <p:guide orient="horz" pos="708"/>
        <p:guide pos="240"/>
        <p:guide pos="5035"/>
        <p:guide pos="3437"/>
        <p:guide pos="3495"/>
        <p:guide pos="1825"/>
        <p:guide pos="1882"/>
        <p:guide pos="3399"/>
        <p:guide pos="2122"/>
        <p:guide orient="horz" pos="765"/>
        <p:guide pos="2880"/>
        <p:guide pos="1440"/>
        <p:guide pos="4320"/>
      </p:guideLst>
    </p:cSldViewPr>
  </p:slideViewPr>
  <p:outlineViewPr>
    <p:cViewPr>
      <p:scale>
        <a:sx n="33" d="100"/>
        <a:sy n="33" d="100"/>
      </p:scale>
      <p:origin x="0" y="-890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3504" y="-480"/>
      </p:cViewPr>
      <p:guideLst>
        <p:guide orient="horz" pos="3002"/>
        <p:guide pos="2282"/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37840" cy="464820"/>
          </a:xfrm>
          <a:prstGeom prst="rect">
            <a:avLst/>
          </a:prstGeom>
        </p:spPr>
        <p:txBody>
          <a:bodyPr vert="horz" lIns="93159" tIns="46579" rIns="93159" bIns="46579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59" tIns="46579" rIns="93159" bIns="46579" rtlCol="0"/>
          <a:lstStyle>
            <a:lvl1pPr algn="r">
              <a:defRPr sz="1200"/>
            </a:lvl1pPr>
          </a:lstStyle>
          <a:p>
            <a:fld id="{CA869C63-99CE-7C40-A7E9-3930C61B23AB}" type="datetimeFigureOut">
              <a:t>8/14/2026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8829965"/>
            <a:ext cx="3037840" cy="464820"/>
          </a:xfrm>
          <a:prstGeom prst="rect">
            <a:avLst/>
          </a:prstGeom>
        </p:spPr>
        <p:txBody>
          <a:bodyPr vert="horz" lIns="93159" tIns="46579" rIns="93159" bIns="46579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5"/>
            <a:ext cx="3037840" cy="464820"/>
          </a:xfrm>
          <a:prstGeom prst="rect">
            <a:avLst/>
          </a:prstGeom>
        </p:spPr>
        <p:txBody>
          <a:bodyPr vert="horz" lIns="93159" tIns="46579" rIns="93159" bIns="46579" rtlCol="0" anchor="b"/>
          <a:lstStyle>
            <a:lvl1pPr algn="r">
              <a:defRPr sz="1200"/>
            </a:lvl1pPr>
          </a:lstStyle>
          <a:p>
            <a:fld id="{155B6EDB-6C4A-2346-91D8-76F2620B19F2}" type="slidenum"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652477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37840" cy="464820"/>
          </a:xfrm>
          <a:prstGeom prst="rect">
            <a:avLst/>
          </a:prstGeom>
        </p:spPr>
        <p:txBody>
          <a:bodyPr vert="horz" lIns="93159" tIns="46579" rIns="93159" bIns="46579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59" tIns="46579" rIns="93159" bIns="46579" rtlCol="0"/>
          <a:lstStyle>
            <a:lvl1pPr algn="r">
              <a:defRPr sz="1200"/>
            </a:lvl1pPr>
          </a:lstStyle>
          <a:p>
            <a:fld id="{E3E59D94-626A-4CE8-9932-5221A04BF234}" type="datetimeFigureOut">
              <a:rPr lang="en-US" smtClean="0"/>
              <a:t>8/14/2026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59" tIns="46579" rIns="93159" bIns="46579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59" tIns="46579" rIns="93159" bIns="4657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8829965"/>
            <a:ext cx="3037840" cy="464820"/>
          </a:xfrm>
          <a:prstGeom prst="rect">
            <a:avLst/>
          </a:prstGeom>
        </p:spPr>
        <p:txBody>
          <a:bodyPr vert="horz" lIns="93159" tIns="46579" rIns="93159" bIns="46579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5"/>
            <a:ext cx="3037840" cy="464820"/>
          </a:xfrm>
          <a:prstGeom prst="rect">
            <a:avLst/>
          </a:prstGeom>
        </p:spPr>
        <p:txBody>
          <a:bodyPr vert="horz" lIns="93159" tIns="46579" rIns="93159" bIns="46579" rtlCol="0" anchor="b"/>
          <a:lstStyle>
            <a:lvl1pPr algn="r">
              <a:defRPr sz="1200"/>
            </a:lvl1pPr>
          </a:lstStyle>
          <a:p>
            <a:fld id="{043CB7BC-4AFB-4847-AC93-5F4E37C870A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91407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848" b="649"/>
          <a:stretch/>
        </p:blipFill>
        <p:spPr>
          <a:xfrm>
            <a:off x="-1" y="0"/>
            <a:ext cx="9144002" cy="5030078"/>
          </a:xfrm>
          <a:prstGeom prst="rect">
            <a:avLst/>
          </a:prstGeom>
        </p:spPr>
      </p:pic>
      <p:grpSp>
        <p:nvGrpSpPr>
          <p:cNvPr id="27" name="Group 26"/>
          <p:cNvGrpSpPr/>
          <p:nvPr userDrawn="1"/>
        </p:nvGrpSpPr>
        <p:grpSpPr>
          <a:xfrm>
            <a:off x="496176" y="5451818"/>
            <a:ext cx="3105481" cy="975083"/>
            <a:chOff x="2814452" y="4625522"/>
            <a:chExt cx="5459889" cy="1714337"/>
          </a:xfrm>
        </p:grpSpPr>
        <p:sp>
          <p:nvSpPr>
            <p:cNvPr id="9" name="Freeform 6"/>
            <p:cNvSpPr>
              <a:spLocks noEditPoints="1"/>
            </p:cNvSpPr>
            <p:nvPr userDrawn="1"/>
          </p:nvSpPr>
          <p:spPr bwMode="auto">
            <a:xfrm>
              <a:off x="2814452" y="5818063"/>
              <a:ext cx="523694" cy="508514"/>
            </a:xfrm>
            <a:custGeom>
              <a:avLst/>
              <a:gdLst>
                <a:gd name="T0" fmla="*/ 98 w 552"/>
                <a:gd name="T1" fmla="*/ 79 h 536"/>
                <a:gd name="T2" fmla="*/ 98 w 552"/>
                <a:gd name="T3" fmla="*/ 241 h 536"/>
                <a:gd name="T4" fmla="*/ 307 w 552"/>
                <a:gd name="T5" fmla="*/ 241 h 536"/>
                <a:gd name="T6" fmla="*/ 342 w 552"/>
                <a:gd name="T7" fmla="*/ 241 h 536"/>
                <a:gd name="T8" fmla="*/ 374 w 552"/>
                <a:gd name="T9" fmla="*/ 238 h 536"/>
                <a:gd name="T10" fmla="*/ 398 w 552"/>
                <a:gd name="T11" fmla="*/ 231 h 536"/>
                <a:gd name="T12" fmla="*/ 417 w 552"/>
                <a:gd name="T13" fmla="*/ 222 h 536"/>
                <a:gd name="T14" fmla="*/ 431 w 552"/>
                <a:gd name="T15" fmla="*/ 206 h 536"/>
                <a:gd name="T16" fmla="*/ 440 w 552"/>
                <a:gd name="T17" fmla="*/ 187 h 536"/>
                <a:gd name="T18" fmla="*/ 443 w 552"/>
                <a:gd name="T19" fmla="*/ 161 h 536"/>
                <a:gd name="T20" fmla="*/ 440 w 552"/>
                <a:gd name="T21" fmla="*/ 135 h 536"/>
                <a:gd name="T22" fmla="*/ 431 w 552"/>
                <a:gd name="T23" fmla="*/ 114 h 536"/>
                <a:gd name="T24" fmla="*/ 417 w 552"/>
                <a:gd name="T25" fmla="*/ 100 h 536"/>
                <a:gd name="T26" fmla="*/ 398 w 552"/>
                <a:gd name="T27" fmla="*/ 89 h 536"/>
                <a:gd name="T28" fmla="*/ 374 w 552"/>
                <a:gd name="T29" fmla="*/ 84 h 536"/>
                <a:gd name="T30" fmla="*/ 342 w 552"/>
                <a:gd name="T31" fmla="*/ 80 h 536"/>
                <a:gd name="T32" fmla="*/ 307 w 552"/>
                <a:gd name="T33" fmla="*/ 79 h 536"/>
                <a:gd name="T34" fmla="*/ 98 w 552"/>
                <a:gd name="T35" fmla="*/ 79 h 536"/>
                <a:gd name="T36" fmla="*/ 0 w 552"/>
                <a:gd name="T37" fmla="*/ 0 h 536"/>
                <a:gd name="T38" fmla="*/ 323 w 552"/>
                <a:gd name="T39" fmla="*/ 0 h 536"/>
                <a:gd name="T40" fmla="*/ 377 w 552"/>
                <a:gd name="T41" fmla="*/ 2 h 536"/>
                <a:gd name="T42" fmla="*/ 422 w 552"/>
                <a:gd name="T43" fmla="*/ 9 h 536"/>
                <a:gd name="T44" fmla="*/ 461 w 552"/>
                <a:gd name="T45" fmla="*/ 19 h 536"/>
                <a:gd name="T46" fmla="*/ 490 w 552"/>
                <a:gd name="T47" fmla="*/ 37 h 536"/>
                <a:gd name="T48" fmla="*/ 513 w 552"/>
                <a:gd name="T49" fmla="*/ 58 h 536"/>
                <a:gd name="T50" fmla="*/ 529 w 552"/>
                <a:gd name="T51" fmla="*/ 86 h 536"/>
                <a:gd name="T52" fmla="*/ 538 w 552"/>
                <a:gd name="T53" fmla="*/ 119 h 536"/>
                <a:gd name="T54" fmla="*/ 541 w 552"/>
                <a:gd name="T55" fmla="*/ 157 h 536"/>
                <a:gd name="T56" fmla="*/ 538 w 552"/>
                <a:gd name="T57" fmla="*/ 194 h 536"/>
                <a:gd name="T58" fmla="*/ 529 w 552"/>
                <a:gd name="T59" fmla="*/ 225 h 536"/>
                <a:gd name="T60" fmla="*/ 513 w 552"/>
                <a:gd name="T61" fmla="*/ 252 h 536"/>
                <a:gd name="T62" fmla="*/ 494 w 552"/>
                <a:gd name="T63" fmla="*/ 272 h 536"/>
                <a:gd name="T64" fmla="*/ 473 w 552"/>
                <a:gd name="T65" fmla="*/ 290 h 536"/>
                <a:gd name="T66" fmla="*/ 447 w 552"/>
                <a:gd name="T67" fmla="*/ 302 h 536"/>
                <a:gd name="T68" fmla="*/ 421 w 552"/>
                <a:gd name="T69" fmla="*/ 311 h 536"/>
                <a:gd name="T70" fmla="*/ 393 w 552"/>
                <a:gd name="T71" fmla="*/ 314 h 536"/>
                <a:gd name="T72" fmla="*/ 384 w 552"/>
                <a:gd name="T73" fmla="*/ 314 h 536"/>
                <a:gd name="T74" fmla="*/ 552 w 552"/>
                <a:gd name="T75" fmla="*/ 536 h 536"/>
                <a:gd name="T76" fmla="*/ 431 w 552"/>
                <a:gd name="T77" fmla="*/ 536 h 536"/>
                <a:gd name="T78" fmla="*/ 274 w 552"/>
                <a:gd name="T79" fmla="*/ 323 h 536"/>
                <a:gd name="T80" fmla="*/ 274 w 552"/>
                <a:gd name="T81" fmla="*/ 321 h 536"/>
                <a:gd name="T82" fmla="*/ 98 w 552"/>
                <a:gd name="T83" fmla="*/ 321 h 536"/>
                <a:gd name="T84" fmla="*/ 98 w 552"/>
                <a:gd name="T85" fmla="*/ 536 h 536"/>
                <a:gd name="T86" fmla="*/ 0 w 552"/>
                <a:gd name="T87" fmla="*/ 536 h 536"/>
                <a:gd name="T88" fmla="*/ 0 w 552"/>
                <a:gd name="T89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2" h="536">
                  <a:moveTo>
                    <a:pt x="98" y="79"/>
                  </a:moveTo>
                  <a:lnTo>
                    <a:pt x="98" y="241"/>
                  </a:lnTo>
                  <a:lnTo>
                    <a:pt x="307" y="241"/>
                  </a:lnTo>
                  <a:lnTo>
                    <a:pt x="342" y="241"/>
                  </a:lnTo>
                  <a:lnTo>
                    <a:pt x="374" y="238"/>
                  </a:lnTo>
                  <a:lnTo>
                    <a:pt x="398" y="231"/>
                  </a:lnTo>
                  <a:lnTo>
                    <a:pt x="417" y="222"/>
                  </a:lnTo>
                  <a:lnTo>
                    <a:pt x="431" y="206"/>
                  </a:lnTo>
                  <a:lnTo>
                    <a:pt x="440" y="187"/>
                  </a:lnTo>
                  <a:lnTo>
                    <a:pt x="443" y="161"/>
                  </a:lnTo>
                  <a:lnTo>
                    <a:pt x="440" y="135"/>
                  </a:lnTo>
                  <a:lnTo>
                    <a:pt x="431" y="114"/>
                  </a:lnTo>
                  <a:lnTo>
                    <a:pt x="417" y="100"/>
                  </a:lnTo>
                  <a:lnTo>
                    <a:pt x="398" y="89"/>
                  </a:lnTo>
                  <a:lnTo>
                    <a:pt x="374" y="84"/>
                  </a:lnTo>
                  <a:lnTo>
                    <a:pt x="342" y="80"/>
                  </a:lnTo>
                  <a:lnTo>
                    <a:pt x="307" y="79"/>
                  </a:lnTo>
                  <a:lnTo>
                    <a:pt x="98" y="79"/>
                  </a:lnTo>
                  <a:close/>
                  <a:moveTo>
                    <a:pt x="0" y="0"/>
                  </a:moveTo>
                  <a:lnTo>
                    <a:pt x="323" y="0"/>
                  </a:lnTo>
                  <a:lnTo>
                    <a:pt x="377" y="2"/>
                  </a:lnTo>
                  <a:lnTo>
                    <a:pt x="422" y="9"/>
                  </a:lnTo>
                  <a:lnTo>
                    <a:pt x="461" y="19"/>
                  </a:lnTo>
                  <a:lnTo>
                    <a:pt x="490" y="37"/>
                  </a:lnTo>
                  <a:lnTo>
                    <a:pt x="513" y="58"/>
                  </a:lnTo>
                  <a:lnTo>
                    <a:pt x="529" y="86"/>
                  </a:lnTo>
                  <a:lnTo>
                    <a:pt x="538" y="119"/>
                  </a:lnTo>
                  <a:lnTo>
                    <a:pt x="541" y="157"/>
                  </a:lnTo>
                  <a:lnTo>
                    <a:pt x="538" y="194"/>
                  </a:lnTo>
                  <a:lnTo>
                    <a:pt x="529" y="225"/>
                  </a:lnTo>
                  <a:lnTo>
                    <a:pt x="513" y="252"/>
                  </a:lnTo>
                  <a:lnTo>
                    <a:pt x="494" y="272"/>
                  </a:lnTo>
                  <a:lnTo>
                    <a:pt x="473" y="290"/>
                  </a:lnTo>
                  <a:lnTo>
                    <a:pt x="447" y="302"/>
                  </a:lnTo>
                  <a:lnTo>
                    <a:pt x="421" y="311"/>
                  </a:lnTo>
                  <a:lnTo>
                    <a:pt x="393" y="314"/>
                  </a:lnTo>
                  <a:lnTo>
                    <a:pt x="384" y="314"/>
                  </a:lnTo>
                  <a:lnTo>
                    <a:pt x="552" y="536"/>
                  </a:lnTo>
                  <a:lnTo>
                    <a:pt x="431" y="536"/>
                  </a:lnTo>
                  <a:lnTo>
                    <a:pt x="274" y="323"/>
                  </a:lnTo>
                  <a:lnTo>
                    <a:pt x="274" y="321"/>
                  </a:lnTo>
                  <a:lnTo>
                    <a:pt x="98" y="321"/>
                  </a:lnTo>
                  <a:lnTo>
                    <a:pt x="98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0" name="Freeform 7"/>
            <p:cNvSpPr>
              <a:spLocks/>
            </p:cNvSpPr>
            <p:nvPr userDrawn="1"/>
          </p:nvSpPr>
          <p:spPr bwMode="auto">
            <a:xfrm>
              <a:off x="3467172" y="5818063"/>
              <a:ext cx="462976" cy="508514"/>
            </a:xfrm>
            <a:custGeom>
              <a:avLst/>
              <a:gdLst>
                <a:gd name="T0" fmla="*/ 0 w 488"/>
                <a:gd name="T1" fmla="*/ 0 h 536"/>
                <a:gd name="T2" fmla="*/ 440 w 488"/>
                <a:gd name="T3" fmla="*/ 0 h 536"/>
                <a:gd name="T4" fmla="*/ 455 w 488"/>
                <a:gd name="T5" fmla="*/ 2 h 536"/>
                <a:gd name="T6" fmla="*/ 467 w 488"/>
                <a:gd name="T7" fmla="*/ 12 h 536"/>
                <a:gd name="T8" fmla="*/ 476 w 488"/>
                <a:gd name="T9" fmla="*/ 25 h 536"/>
                <a:gd name="T10" fmla="*/ 480 w 488"/>
                <a:gd name="T11" fmla="*/ 40 h 536"/>
                <a:gd name="T12" fmla="*/ 476 w 488"/>
                <a:gd name="T13" fmla="*/ 56 h 536"/>
                <a:gd name="T14" fmla="*/ 467 w 488"/>
                <a:gd name="T15" fmla="*/ 70 h 536"/>
                <a:gd name="T16" fmla="*/ 455 w 488"/>
                <a:gd name="T17" fmla="*/ 79 h 536"/>
                <a:gd name="T18" fmla="*/ 440 w 488"/>
                <a:gd name="T19" fmla="*/ 82 h 536"/>
                <a:gd name="T20" fmla="*/ 97 w 488"/>
                <a:gd name="T21" fmla="*/ 82 h 536"/>
                <a:gd name="T22" fmla="*/ 97 w 488"/>
                <a:gd name="T23" fmla="*/ 218 h 536"/>
                <a:gd name="T24" fmla="*/ 354 w 488"/>
                <a:gd name="T25" fmla="*/ 218 h 536"/>
                <a:gd name="T26" fmla="*/ 370 w 488"/>
                <a:gd name="T27" fmla="*/ 222 h 536"/>
                <a:gd name="T28" fmla="*/ 384 w 488"/>
                <a:gd name="T29" fmla="*/ 231 h 536"/>
                <a:gd name="T30" fmla="*/ 392 w 488"/>
                <a:gd name="T31" fmla="*/ 243 h 536"/>
                <a:gd name="T32" fmla="*/ 396 w 488"/>
                <a:gd name="T33" fmla="*/ 259 h 536"/>
                <a:gd name="T34" fmla="*/ 392 w 488"/>
                <a:gd name="T35" fmla="*/ 276 h 536"/>
                <a:gd name="T36" fmla="*/ 384 w 488"/>
                <a:gd name="T37" fmla="*/ 288 h 536"/>
                <a:gd name="T38" fmla="*/ 370 w 488"/>
                <a:gd name="T39" fmla="*/ 297 h 536"/>
                <a:gd name="T40" fmla="*/ 354 w 488"/>
                <a:gd name="T41" fmla="*/ 300 h 536"/>
                <a:gd name="T42" fmla="*/ 97 w 488"/>
                <a:gd name="T43" fmla="*/ 300 h 536"/>
                <a:gd name="T44" fmla="*/ 97 w 488"/>
                <a:gd name="T45" fmla="*/ 454 h 536"/>
                <a:gd name="T46" fmla="*/ 448 w 488"/>
                <a:gd name="T47" fmla="*/ 454 h 536"/>
                <a:gd name="T48" fmla="*/ 464 w 488"/>
                <a:gd name="T49" fmla="*/ 457 h 536"/>
                <a:gd name="T50" fmla="*/ 478 w 488"/>
                <a:gd name="T51" fmla="*/ 466 h 536"/>
                <a:gd name="T52" fmla="*/ 487 w 488"/>
                <a:gd name="T53" fmla="*/ 478 h 536"/>
                <a:gd name="T54" fmla="*/ 488 w 488"/>
                <a:gd name="T55" fmla="*/ 494 h 536"/>
                <a:gd name="T56" fmla="*/ 487 w 488"/>
                <a:gd name="T57" fmla="*/ 512 h 536"/>
                <a:gd name="T58" fmla="*/ 478 w 488"/>
                <a:gd name="T59" fmla="*/ 524 h 536"/>
                <a:gd name="T60" fmla="*/ 464 w 488"/>
                <a:gd name="T61" fmla="*/ 533 h 536"/>
                <a:gd name="T62" fmla="*/ 448 w 488"/>
                <a:gd name="T63" fmla="*/ 536 h 536"/>
                <a:gd name="T64" fmla="*/ 0 w 488"/>
                <a:gd name="T65" fmla="*/ 536 h 536"/>
                <a:gd name="T66" fmla="*/ 0 w 488"/>
                <a:gd name="T67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488" h="536">
                  <a:moveTo>
                    <a:pt x="0" y="0"/>
                  </a:moveTo>
                  <a:lnTo>
                    <a:pt x="440" y="0"/>
                  </a:lnTo>
                  <a:lnTo>
                    <a:pt x="455" y="2"/>
                  </a:lnTo>
                  <a:lnTo>
                    <a:pt x="467" y="12"/>
                  </a:lnTo>
                  <a:lnTo>
                    <a:pt x="476" y="25"/>
                  </a:lnTo>
                  <a:lnTo>
                    <a:pt x="480" y="40"/>
                  </a:lnTo>
                  <a:lnTo>
                    <a:pt x="476" y="56"/>
                  </a:lnTo>
                  <a:lnTo>
                    <a:pt x="467" y="70"/>
                  </a:lnTo>
                  <a:lnTo>
                    <a:pt x="455" y="79"/>
                  </a:lnTo>
                  <a:lnTo>
                    <a:pt x="440" y="82"/>
                  </a:lnTo>
                  <a:lnTo>
                    <a:pt x="97" y="82"/>
                  </a:lnTo>
                  <a:lnTo>
                    <a:pt x="97" y="218"/>
                  </a:lnTo>
                  <a:lnTo>
                    <a:pt x="354" y="218"/>
                  </a:lnTo>
                  <a:lnTo>
                    <a:pt x="370" y="222"/>
                  </a:lnTo>
                  <a:lnTo>
                    <a:pt x="384" y="231"/>
                  </a:lnTo>
                  <a:lnTo>
                    <a:pt x="392" y="243"/>
                  </a:lnTo>
                  <a:lnTo>
                    <a:pt x="396" y="259"/>
                  </a:lnTo>
                  <a:lnTo>
                    <a:pt x="392" y="276"/>
                  </a:lnTo>
                  <a:lnTo>
                    <a:pt x="384" y="288"/>
                  </a:lnTo>
                  <a:lnTo>
                    <a:pt x="370" y="297"/>
                  </a:lnTo>
                  <a:lnTo>
                    <a:pt x="354" y="300"/>
                  </a:lnTo>
                  <a:lnTo>
                    <a:pt x="97" y="300"/>
                  </a:lnTo>
                  <a:lnTo>
                    <a:pt x="97" y="454"/>
                  </a:lnTo>
                  <a:lnTo>
                    <a:pt x="448" y="454"/>
                  </a:lnTo>
                  <a:lnTo>
                    <a:pt x="464" y="457"/>
                  </a:lnTo>
                  <a:lnTo>
                    <a:pt x="478" y="466"/>
                  </a:lnTo>
                  <a:lnTo>
                    <a:pt x="487" y="478"/>
                  </a:lnTo>
                  <a:lnTo>
                    <a:pt x="488" y="494"/>
                  </a:lnTo>
                  <a:lnTo>
                    <a:pt x="487" y="512"/>
                  </a:lnTo>
                  <a:lnTo>
                    <a:pt x="478" y="524"/>
                  </a:lnTo>
                  <a:lnTo>
                    <a:pt x="464" y="533"/>
                  </a:lnTo>
                  <a:lnTo>
                    <a:pt x="448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1" name="Freeform 8"/>
            <p:cNvSpPr>
              <a:spLocks/>
            </p:cNvSpPr>
            <p:nvPr userDrawn="1"/>
          </p:nvSpPr>
          <p:spPr bwMode="auto">
            <a:xfrm>
              <a:off x="4041148" y="5818063"/>
              <a:ext cx="541720" cy="508514"/>
            </a:xfrm>
            <a:custGeom>
              <a:avLst/>
              <a:gdLst>
                <a:gd name="T0" fmla="*/ 48 w 571"/>
                <a:gd name="T1" fmla="*/ 0 h 536"/>
                <a:gd name="T2" fmla="*/ 65 w 571"/>
                <a:gd name="T3" fmla="*/ 4 h 536"/>
                <a:gd name="T4" fmla="*/ 79 w 571"/>
                <a:gd name="T5" fmla="*/ 12 h 536"/>
                <a:gd name="T6" fmla="*/ 89 w 571"/>
                <a:gd name="T7" fmla="*/ 26 h 536"/>
                <a:gd name="T8" fmla="*/ 280 w 571"/>
                <a:gd name="T9" fmla="*/ 431 h 536"/>
                <a:gd name="T10" fmla="*/ 285 w 571"/>
                <a:gd name="T11" fmla="*/ 440 h 536"/>
                <a:gd name="T12" fmla="*/ 484 w 571"/>
                <a:gd name="T13" fmla="*/ 26 h 536"/>
                <a:gd name="T14" fmla="*/ 494 w 571"/>
                <a:gd name="T15" fmla="*/ 12 h 536"/>
                <a:gd name="T16" fmla="*/ 508 w 571"/>
                <a:gd name="T17" fmla="*/ 2 h 536"/>
                <a:gd name="T18" fmla="*/ 526 w 571"/>
                <a:gd name="T19" fmla="*/ 0 h 536"/>
                <a:gd name="T20" fmla="*/ 541 w 571"/>
                <a:gd name="T21" fmla="*/ 2 h 536"/>
                <a:gd name="T22" fmla="*/ 554 w 571"/>
                <a:gd name="T23" fmla="*/ 9 h 536"/>
                <a:gd name="T24" fmla="*/ 564 w 571"/>
                <a:gd name="T25" fmla="*/ 21 h 536"/>
                <a:gd name="T26" fmla="*/ 571 w 571"/>
                <a:gd name="T27" fmla="*/ 35 h 536"/>
                <a:gd name="T28" fmla="*/ 571 w 571"/>
                <a:gd name="T29" fmla="*/ 51 h 536"/>
                <a:gd name="T30" fmla="*/ 568 w 571"/>
                <a:gd name="T31" fmla="*/ 67 h 536"/>
                <a:gd name="T32" fmla="*/ 337 w 571"/>
                <a:gd name="T33" fmla="*/ 536 h 536"/>
                <a:gd name="T34" fmla="*/ 233 w 571"/>
                <a:gd name="T35" fmla="*/ 536 h 536"/>
                <a:gd name="T36" fmla="*/ 6 w 571"/>
                <a:gd name="T37" fmla="*/ 67 h 536"/>
                <a:gd name="T38" fmla="*/ 0 w 571"/>
                <a:gd name="T39" fmla="*/ 51 h 536"/>
                <a:gd name="T40" fmla="*/ 2 w 571"/>
                <a:gd name="T41" fmla="*/ 35 h 536"/>
                <a:gd name="T42" fmla="*/ 7 w 571"/>
                <a:gd name="T43" fmla="*/ 21 h 536"/>
                <a:gd name="T44" fmla="*/ 18 w 571"/>
                <a:gd name="T45" fmla="*/ 9 h 536"/>
                <a:gd name="T46" fmla="*/ 32 w 571"/>
                <a:gd name="T47" fmla="*/ 2 h 536"/>
                <a:gd name="T48" fmla="*/ 48 w 571"/>
                <a:gd name="T49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571" h="536">
                  <a:moveTo>
                    <a:pt x="48" y="0"/>
                  </a:moveTo>
                  <a:lnTo>
                    <a:pt x="65" y="4"/>
                  </a:lnTo>
                  <a:lnTo>
                    <a:pt x="79" y="12"/>
                  </a:lnTo>
                  <a:lnTo>
                    <a:pt x="89" y="26"/>
                  </a:lnTo>
                  <a:lnTo>
                    <a:pt x="280" y="431"/>
                  </a:lnTo>
                  <a:lnTo>
                    <a:pt x="285" y="440"/>
                  </a:lnTo>
                  <a:lnTo>
                    <a:pt x="484" y="26"/>
                  </a:lnTo>
                  <a:lnTo>
                    <a:pt x="494" y="12"/>
                  </a:lnTo>
                  <a:lnTo>
                    <a:pt x="508" y="2"/>
                  </a:lnTo>
                  <a:lnTo>
                    <a:pt x="526" y="0"/>
                  </a:lnTo>
                  <a:lnTo>
                    <a:pt x="541" y="2"/>
                  </a:lnTo>
                  <a:lnTo>
                    <a:pt x="554" y="9"/>
                  </a:lnTo>
                  <a:lnTo>
                    <a:pt x="564" y="21"/>
                  </a:lnTo>
                  <a:lnTo>
                    <a:pt x="571" y="35"/>
                  </a:lnTo>
                  <a:lnTo>
                    <a:pt x="571" y="51"/>
                  </a:lnTo>
                  <a:lnTo>
                    <a:pt x="568" y="67"/>
                  </a:lnTo>
                  <a:lnTo>
                    <a:pt x="337" y="536"/>
                  </a:lnTo>
                  <a:lnTo>
                    <a:pt x="233" y="536"/>
                  </a:lnTo>
                  <a:lnTo>
                    <a:pt x="6" y="67"/>
                  </a:lnTo>
                  <a:lnTo>
                    <a:pt x="0" y="51"/>
                  </a:lnTo>
                  <a:lnTo>
                    <a:pt x="2" y="35"/>
                  </a:lnTo>
                  <a:lnTo>
                    <a:pt x="7" y="21"/>
                  </a:lnTo>
                  <a:lnTo>
                    <a:pt x="18" y="9"/>
                  </a:lnTo>
                  <a:lnTo>
                    <a:pt x="32" y="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2" name="Freeform 9"/>
            <p:cNvSpPr>
              <a:spLocks noEditPoints="1"/>
            </p:cNvSpPr>
            <p:nvPr userDrawn="1"/>
          </p:nvSpPr>
          <p:spPr bwMode="auto">
            <a:xfrm>
              <a:off x="4582868" y="5818063"/>
              <a:ext cx="608130" cy="508514"/>
            </a:xfrm>
            <a:custGeom>
              <a:avLst/>
              <a:gdLst>
                <a:gd name="T0" fmla="*/ 321 w 641"/>
                <a:gd name="T1" fmla="*/ 70 h 536"/>
                <a:gd name="T2" fmla="*/ 201 w 641"/>
                <a:gd name="T3" fmla="*/ 328 h 536"/>
                <a:gd name="T4" fmla="*/ 443 w 641"/>
                <a:gd name="T5" fmla="*/ 328 h 536"/>
                <a:gd name="T6" fmla="*/ 321 w 641"/>
                <a:gd name="T7" fmla="*/ 70 h 536"/>
                <a:gd name="T8" fmla="*/ 264 w 641"/>
                <a:gd name="T9" fmla="*/ 0 h 536"/>
                <a:gd name="T10" fmla="*/ 381 w 641"/>
                <a:gd name="T11" fmla="*/ 0 h 536"/>
                <a:gd name="T12" fmla="*/ 641 w 641"/>
                <a:gd name="T13" fmla="*/ 536 h 536"/>
                <a:gd name="T14" fmla="*/ 538 w 641"/>
                <a:gd name="T15" fmla="*/ 536 h 536"/>
                <a:gd name="T16" fmla="*/ 482 w 641"/>
                <a:gd name="T17" fmla="*/ 414 h 536"/>
                <a:gd name="T18" fmla="*/ 480 w 641"/>
                <a:gd name="T19" fmla="*/ 410 h 536"/>
                <a:gd name="T20" fmla="*/ 161 w 641"/>
                <a:gd name="T21" fmla="*/ 410 h 536"/>
                <a:gd name="T22" fmla="*/ 103 w 641"/>
                <a:gd name="T23" fmla="*/ 536 h 536"/>
                <a:gd name="T24" fmla="*/ 0 w 641"/>
                <a:gd name="T25" fmla="*/ 536 h 536"/>
                <a:gd name="T26" fmla="*/ 264 w 641"/>
                <a:gd name="T27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1" h="536">
                  <a:moveTo>
                    <a:pt x="321" y="70"/>
                  </a:moveTo>
                  <a:lnTo>
                    <a:pt x="201" y="328"/>
                  </a:lnTo>
                  <a:lnTo>
                    <a:pt x="443" y="328"/>
                  </a:lnTo>
                  <a:lnTo>
                    <a:pt x="321" y="70"/>
                  </a:lnTo>
                  <a:close/>
                  <a:moveTo>
                    <a:pt x="264" y="0"/>
                  </a:moveTo>
                  <a:lnTo>
                    <a:pt x="381" y="0"/>
                  </a:lnTo>
                  <a:lnTo>
                    <a:pt x="641" y="536"/>
                  </a:lnTo>
                  <a:lnTo>
                    <a:pt x="538" y="536"/>
                  </a:lnTo>
                  <a:lnTo>
                    <a:pt x="482" y="414"/>
                  </a:lnTo>
                  <a:lnTo>
                    <a:pt x="480" y="410"/>
                  </a:lnTo>
                  <a:lnTo>
                    <a:pt x="161" y="410"/>
                  </a:lnTo>
                  <a:lnTo>
                    <a:pt x="103" y="536"/>
                  </a:lnTo>
                  <a:lnTo>
                    <a:pt x="0" y="536"/>
                  </a:lnTo>
                  <a:lnTo>
                    <a:pt x="264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3" name="Freeform 10"/>
            <p:cNvSpPr>
              <a:spLocks/>
            </p:cNvSpPr>
            <p:nvPr userDrawn="1"/>
          </p:nvSpPr>
          <p:spPr bwMode="auto">
            <a:xfrm>
              <a:off x="5169177" y="5818063"/>
              <a:ext cx="555002" cy="508514"/>
            </a:xfrm>
            <a:custGeom>
              <a:avLst/>
              <a:gdLst>
                <a:gd name="T0" fmla="*/ 42 w 585"/>
                <a:gd name="T1" fmla="*/ 0 h 536"/>
                <a:gd name="T2" fmla="*/ 545 w 585"/>
                <a:gd name="T3" fmla="*/ 0 h 536"/>
                <a:gd name="T4" fmla="*/ 560 w 585"/>
                <a:gd name="T5" fmla="*/ 2 h 536"/>
                <a:gd name="T6" fmla="*/ 574 w 585"/>
                <a:gd name="T7" fmla="*/ 12 h 536"/>
                <a:gd name="T8" fmla="*/ 583 w 585"/>
                <a:gd name="T9" fmla="*/ 25 h 536"/>
                <a:gd name="T10" fmla="*/ 585 w 585"/>
                <a:gd name="T11" fmla="*/ 40 h 536"/>
                <a:gd name="T12" fmla="*/ 583 w 585"/>
                <a:gd name="T13" fmla="*/ 56 h 536"/>
                <a:gd name="T14" fmla="*/ 574 w 585"/>
                <a:gd name="T15" fmla="*/ 70 h 536"/>
                <a:gd name="T16" fmla="*/ 560 w 585"/>
                <a:gd name="T17" fmla="*/ 79 h 536"/>
                <a:gd name="T18" fmla="*/ 545 w 585"/>
                <a:gd name="T19" fmla="*/ 82 h 536"/>
                <a:gd name="T20" fmla="*/ 342 w 585"/>
                <a:gd name="T21" fmla="*/ 82 h 536"/>
                <a:gd name="T22" fmla="*/ 342 w 585"/>
                <a:gd name="T23" fmla="*/ 536 h 536"/>
                <a:gd name="T24" fmla="*/ 244 w 585"/>
                <a:gd name="T25" fmla="*/ 536 h 536"/>
                <a:gd name="T26" fmla="*/ 244 w 585"/>
                <a:gd name="T27" fmla="*/ 82 h 536"/>
                <a:gd name="T28" fmla="*/ 42 w 585"/>
                <a:gd name="T29" fmla="*/ 82 h 536"/>
                <a:gd name="T30" fmla="*/ 26 w 585"/>
                <a:gd name="T31" fmla="*/ 79 h 536"/>
                <a:gd name="T32" fmla="*/ 12 w 585"/>
                <a:gd name="T33" fmla="*/ 70 h 536"/>
                <a:gd name="T34" fmla="*/ 4 w 585"/>
                <a:gd name="T35" fmla="*/ 56 h 536"/>
                <a:gd name="T36" fmla="*/ 0 w 585"/>
                <a:gd name="T37" fmla="*/ 40 h 536"/>
                <a:gd name="T38" fmla="*/ 4 w 585"/>
                <a:gd name="T39" fmla="*/ 25 h 536"/>
                <a:gd name="T40" fmla="*/ 12 w 585"/>
                <a:gd name="T41" fmla="*/ 12 h 536"/>
                <a:gd name="T42" fmla="*/ 26 w 585"/>
                <a:gd name="T43" fmla="*/ 2 h 536"/>
                <a:gd name="T44" fmla="*/ 42 w 585"/>
                <a:gd name="T45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585" h="536">
                  <a:moveTo>
                    <a:pt x="42" y="0"/>
                  </a:moveTo>
                  <a:lnTo>
                    <a:pt x="545" y="0"/>
                  </a:lnTo>
                  <a:lnTo>
                    <a:pt x="560" y="2"/>
                  </a:lnTo>
                  <a:lnTo>
                    <a:pt x="574" y="12"/>
                  </a:lnTo>
                  <a:lnTo>
                    <a:pt x="583" y="25"/>
                  </a:lnTo>
                  <a:lnTo>
                    <a:pt x="585" y="40"/>
                  </a:lnTo>
                  <a:lnTo>
                    <a:pt x="583" y="56"/>
                  </a:lnTo>
                  <a:lnTo>
                    <a:pt x="574" y="70"/>
                  </a:lnTo>
                  <a:lnTo>
                    <a:pt x="560" y="79"/>
                  </a:lnTo>
                  <a:lnTo>
                    <a:pt x="545" y="82"/>
                  </a:lnTo>
                  <a:lnTo>
                    <a:pt x="342" y="82"/>
                  </a:lnTo>
                  <a:lnTo>
                    <a:pt x="342" y="536"/>
                  </a:lnTo>
                  <a:lnTo>
                    <a:pt x="244" y="536"/>
                  </a:lnTo>
                  <a:lnTo>
                    <a:pt x="244" y="82"/>
                  </a:lnTo>
                  <a:lnTo>
                    <a:pt x="42" y="82"/>
                  </a:lnTo>
                  <a:lnTo>
                    <a:pt x="26" y="79"/>
                  </a:lnTo>
                  <a:lnTo>
                    <a:pt x="12" y="70"/>
                  </a:lnTo>
                  <a:lnTo>
                    <a:pt x="4" y="56"/>
                  </a:lnTo>
                  <a:lnTo>
                    <a:pt x="0" y="40"/>
                  </a:lnTo>
                  <a:lnTo>
                    <a:pt x="4" y="25"/>
                  </a:lnTo>
                  <a:lnTo>
                    <a:pt x="12" y="12"/>
                  </a:lnTo>
                  <a:lnTo>
                    <a:pt x="26" y="2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4" name="Freeform 11"/>
            <p:cNvSpPr>
              <a:spLocks/>
            </p:cNvSpPr>
            <p:nvPr userDrawn="1"/>
          </p:nvSpPr>
          <p:spPr bwMode="auto">
            <a:xfrm>
              <a:off x="5831384" y="5818063"/>
              <a:ext cx="541720" cy="521796"/>
            </a:xfrm>
            <a:custGeom>
              <a:avLst/>
              <a:gdLst>
                <a:gd name="T0" fmla="*/ 49 w 571"/>
                <a:gd name="T1" fmla="*/ 0 h 550"/>
                <a:gd name="T2" fmla="*/ 68 w 571"/>
                <a:gd name="T3" fmla="*/ 4 h 550"/>
                <a:gd name="T4" fmla="*/ 84 w 571"/>
                <a:gd name="T5" fmla="*/ 14 h 550"/>
                <a:gd name="T6" fmla="*/ 94 w 571"/>
                <a:gd name="T7" fmla="*/ 30 h 550"/>
                <a:gd name="T8" fmla="*/ 98 w 571"/>
                <a:gd name="T9" fmla="*/ 49 h 550"/>
                <a:gd name="T10" fmla="*/ 98 w 571"/>
                <a:gd name="T11" fmla="*/ 299 h 550"/>
                <a:gd name="T12" fmla="*/ 98 w 571"/>
                <a:gd name="T13" fmla="*/ 320 h 550"/>
                <a:gd name="T14" fmla="*/ 101 w 571"/>
                <a:gd name="T15" fmla="*/ 342 h 550"/>
                <a:gd name="T16" fmla="*/ 105 w 571"/>
                <a:gd name="T17" fmla="*/ 363 h 550"/>
                <a:gd name="T18" fmla="*/ 112 w 571"/>
                <a:gd name="T19" fmla="*/ 384 h 550"/>
                <a:gd name="T20" fmla="*/ 122 w 571"/>
                <a:gd name="T21" fmla="*/ 403 h 550"/>
                <a:gd name="T22" fmla="*/ 136 w 571"/>
                <a:gd name="T23" fmla="*/ 421 h 550"/>
                <a:gd name="T24" fmla="*/ 156 w 571"/>
                <a:gd name="T25" fmla="*/ 437 h 550"/>
                <a:gd name="T26" fmla="*/ 180 w 571"/>
                <a:gd name="T27" fmla="*/ 449 h 550"/>
                <a:gd name="T28" fmla="*/ 208 w 571"/>
                <a:gd name="T29" fmla="*/ 459 h 550"/>
                <a:gd name="T30" fmla="*/ 245 w 571"/>
                <a:gd name="T31" fmla="*/ 464 h 550"/>
                <a:gd name="T32" fmla="*/ 286 w 571"/>
                <a:gd name="T33" fmla="*/ 466 h 550"/>
                <a:gd name="T34" fmla="*/ 328 w 571"/>
                <a:gd name="T35" fmla="*/ 464 h 550"/>
                <a:gd name="T36" fmla="*/ 363 w 571"/>
                <a:gd name="T37" fmla="*/ 459 h 550"/>
                <a:gd name="T38" fmla="*/ 391 w 571"/>
                <a:gd name="T39" fmla="*/ 449 h 550"/>
                <a:gd name="T40" fmla="*/ 416 w 571"/>
                <a:gd name="T41" fmla="*/ 437 h 550"/>
                <a:gd name="T42" fmla="*/ 435 w 571"/>
                <a:gd name="T43" fmla="*/ 421 h 550"/>
                <a:gd name="T44" fmla="*/ 449 w 571"/>
                <a:gd name="T45" fmla="*/ 403 h 550"/>
                <a:gd name="T46" fmla="*/ 459 w 571"/>
                <a:gd name="T47" fmla="*/ 384 h 550"/>
                <a:gd name="T48" fmla="*/ 466 w 571"/>
                <a:gd name="T49" fmla="*/ 363 h 550"/>
                <a:gd name="T50" fmla="*/ 470 w 571"/>
                <a:gd name="T51" fmla="*/ 342 h 550"/>
                <a:gd name="T52" fmla="*/ 473 w 571"/>
                <a:gd name="T53" fmla="*/ 320 h 550"/>
                <a:gd name="T54" fmla="*/ 473 w 571"/>
                <a:gd name="T55" fmla="*/ 299 h 550"/>
                <a:gd name="T56" fmla="*/ 473 w 571"/>
                <a:gd name="T57" fmla="*/ 49 h 550"/>
                <a:gd name="T58" fmla="*/ 477 w 571"/>
                <a:gd name="T59" fmla="*/ 30 h 550"/>
                <a:gd name="T60" fmla="*/ 487 w 571"/>
                <a:gd name="T61" fmla="*/ 14 h 550"/>
                <a:gd name="T62" fmla="*/ 503 w 571"/>
                <a:gd name="T63" fmla="*/ 4 h 550"/>
                <a:gd name="T64" fmla="*/ 522 w 571"/>
                <a:gd name="T65" fmla="*/ 0 h 550"/>
                <a:gd name="T66" fmla="*/ 541 w 571"/>
                <a:gd name="T67" fmla="*/ 4 h 550"/>
                <a:gd name="T68" fmla="*/ 557 w 571"/>
                <a:gd name="T69" fmla="*/ 14 h 550"/>
                <a:gd name="T70" fmla="*/ 567 w 571"/>
                <a:gd name="T71" fmla="*/ 30 h 550"/>
                <a:gd name="T72" fmla="*/ 571 w 571"/>
                <a:gd name="T73" fmla="*/ 49 h 550"/>
                <a:gd name="T74" fmla="*/ 571 w 571"/>
                <a:gd name="T75" fmla="*/ 306 h 550"/>
                <a:gd name="T76" fmla="*/ 567 w 571"/>
                <a:gd name="T77" fmla="*/ 358 h 550"/>
                <a:gd name="T78" fmla="*/ 557 w 571"/>
                <a:gd name="T79" fmla="*/ 402 h 550"/>
                <a:gd name="T80" fmla="*/ 540 w 571"/>
                <a:gd name="T81" fmla="*/ 442 h 550"/>
                <a:gd name="T82" fmla="*/ 513 w 571"/>
                <a:gd name="T83" fmla="*/ 475 h 550"/>
                <a:gd name="T84" fmla="*/ 482 w 571"/>
                <a:gd name="T85" fmla="*/ 501 h 550"/>
                <a:gd name="T86" fmla="*/ 444 w 571"/>
                <a:gd name="T87" fmla="*/ 522 h 550"/>
                <a:gd name="T88" fmla="*/ 398 w 571"/>
                <a:gd name="T89" fmla="*/ 538 h 550"/>
                <a:gd name="T90" fmla="*/ 346 w 571"/>
                <a:gd name="T91" fmla="*/ 547 h 550"/>
                <a:gd name="T92" fmla="*/ 286 w 571"/>
                <a:gd name="T93" fmla="*/ 550 h 550"/>
                <a:gd name="T94" fmla="*/ 225 w 571"/>
                <a:gd name="T95" fmla="*/ 547 h 550"/>
                <a:gd name="T96" fmla="*/ 173 w 571"/>
                <a:gd name="T97" fmla="*/ 538 h 550"/>
                <a:gd name="T98" fmla="*/ 128 w 571"/>
                <a:gd name="T99" fmla="*/ 522 h 550"/>
                <a:gd name="T100" fmla="*/ 89 w 571"/>
                <a:gd name="T101" fmla="*/ 501 h 550"/>
                <a:gd name="T102" fmla="*/ 58 w 571"/>
                <a:gd name="T103" fmla="*/ 475 h 550"/>
                <a:gd name="T104" fmla="*/ 32 w 571"/>
                <a:gd name="T105" fmla="*/ 442 h 550"/>
                <a:gd name="T106" fmla="*/ 14 w 571"/>
                <a:gd name="T107" fmla="*/ 402 h 550"/>
                <a:gd name="T108" fmla="*/ 4 w 571"/>
                <a:gd name="T109" fmla="*/ 358 h 550"/>
                <a:gd name="T110" fmla="*/ 0 w 571"/>
                <a:gd name="T111" fmla="*/ 306 h 550"/>
                <a:gd name="T112" fmla="*/ 0 w 571"/>
                <a:gd name="T113" fmla="*/ 49 h 550"/>
                <a:gd name="T114" fmla="*/ 4 w 571"/>
                <a:gd name="T115" fmla="*/ 30 h 550"/>
                <a:gd name="T116" fmla="*/ 14 w 571"/>
                <a:gd name="T117" fmla="*/ 14 h 550"/>
                <a:gd name="T118" fmla="*/ 30 w 571"/>
                <a:gd name="T119" fmla="*/ 4 h 550"/>
                <a:gd name="T120" fmla="*/ 49 w 571"/>
                <a:gd name="T121" fmla="*/ 0 h 5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71" h="550">
                  <a:moveTo>
                    <a:pt x="49" y="0"/>
                  </a:moveTo>
                  <a:lnTo>
                    <a:pt x="68" y="4"/>
                  </a:lnTo>
                  <a:lnTo>
                    <a:pt x="84" y="14"/>
                  </a:lnTo>
                  <a:lnTo>
                    <a:pt x="94" y="30"/>
                  </a:lnTo>
                  <a:lnTo>
                    <a:pt x="98" y="49"/>
                  </a:lnTo>
                  <a:lnTo>
                    <a:pt x="98" y="299"/>
                  </a:lnTo>
                  <a:lnTo>
                    <a:pt x="98" y="320"/>
                  </a:lnTo>
                  <a:lnTo>
                    <a:pt x="101" y="342"/>
                  </a:lnTo>
                  <a:lnTo>
                    <a:pt x="105" y="363"/>
                  </a:lnTo>
                  <a:lnTo>
                    <a:pt x="112" y="384"/>
                  </a:lnTo>
                  <a:lnTo>
                    <a:pt x="122" y="403"/>
                  </a:lnTo>
                  <a:lnTo>
                    <a:pt x="136" y="421"/>
                  </a:lnTo>
                  <a:lnTo>
                    <a:pt x="156" y="437"/>
                  </a:lnTo>
                  <a:lnTo>
                    <a:pt x="180" y="449"/>
                  </a:lnTo>
                  <a:lnTo>
                    <a:pt x="208" y="459"/>
                  </a:lnTo>
                  <a:lnTo>
                    <a:pt x="245" y="464"/>
                  </a:lnTo>
                  <a:lnTo>
                    <a:pt x="286" y="466"/>
                  </a:lnTo>
                  <a:lnTo>
                    <a:pt x="328" y="464"/>
                  </a:lnTo>
                  <a:lnTo>
                    <a:pt x="363" y="459"/>
                  </a:lnTo>
                  <a:lnTo>
                    <a:pt x="391" y="449"/>
                  </a:lnTo>
                  <a:lnTo>
                    <a:pt x="416" y="437"/>
                  </a:lnTo>
                  <a:lnTo>
                    <a:pt x="435" y="421"/>
                  </a:lnTo>
                  <a:lnTo>
                    <a:pt x="449" y="403"/>
                  </a:lnTo>
                  <a:lnTo>
                    <a:pt x="459" y="384"/>
                  </a:lnTo>
                  <a:lnTo>
                    <a:pt x="466" y="363"/>
                  </a:lnTo>
                  <a:lnTo>
                    <a:pt x="470" y="342"/>
                  </a:lnTo>
                  <a:lnTo>
                    <a:pt x="473" y="320"/>
                  </a:lnTo>
                  <a:lnTo>
                    <a:pt x="473" y="299"/>
                  </a:lnTo>
                  <a:lnTo>
                    <a:pt x="473" y="49"/>
                  </a:lnTo>
                  <a:lnTo>
                    <a:pt x="477" y="30"/>
                  </a:lnTo>
                  <a:lnTo>
                    <a:pt x="487" y="14"/>
                  </a:lnTo>
                  <a:lnTo>
                    <a:pt x="503" y="4"/>
                  </a:lnTo>
                  <a:lnTo>
                    <a:pt x="522" y="0"/>
                  </a:lnTo>
                  <a:lnTo>
                    <a:pt x="541" y="4"/>
                  </a:lnTo>
                  <a:lnTo>
                    <a:pt x="557" y="14"/>
                  </a:lnTo>
                  <a:lnTo>
                    <a:pt x="567" y="30"/>
                  </a:lnTo>
                  <a:lnTo>
                    <a:pt x="571" y="49"/>
                  </a:lnTo>
                  <a:lnTo>
                    <a:pt x="571" y="306"/>
                  </a:lnTo>
                  <a:lnTo>
                    <a:pt x="567" y="358"/>
                  </a:lnTo>
                  <a:lnTo>
                    <a:pt x="557" y="402"/>
                  </a:lnTo>
                  <a:lnTo>
                    <a:pt x="540" y="442"/>
                  </a:lnTo>
                  <a:lnTo>
                    <a:pt x="513" y="475"/>
                  </a:lnTo>
                  <a:lnTo>
                    <a:pt x="482" y="501"/>
                  </a:lnTo>
                  <a:lnTo>
                    <a:pt x="444" y="522"/>
                  </a:lnTo>
                  <a:lnTo>
                    <a:pt x="398" y="538"/>
                  </a:lnTo>
                  <a:lnTo>
                    <a:pt x="346" y="547"/>
                  </a:lnTo>
                  <a:lnTo>
                    <a:pt x="286" y="550"/>
                  </a:lnTo>
                  <a:lnTo>
                    <a:pt x="225" y="547"/>
                  </a:lnTo>
                  <a:lnTo>
                    <a:pt x="173" y="538"/>
                  </a:lnTo>
                  <a:lnTo>
                    <a:pt x="128" y="522"/>
                  </a:lnTo>
                  <a:lnTo>
                    <a:pt x="89" y="501"/>
                  </a:lnTo>
                  <a:lnTo>
                    <a:pt x="58" y="475"/>
                  </a:lnTo>
                  <a:lnTo>
                    <a:pt x="32" y="442"/>
                  </a:lnTo>
                  <a:lnTo>
                    <a:pt x="14" y="402"/>
                  </a:lnTo>
                  <a:lnTo>
                    <a:pt x="4" y="358"/>
                  </a:lnTo>
                  <a:lnTo>
                    <a:pt x="0" y="306"/>
                  </a:lnTo>
                  <a:lnTo>
                    <a:pt x="0" y="49"/>
                  </a:lnTo>
                  <a:lnTo>
                    <a:pt x="4" y="30"/>
                  </a:lnTo>
                  <a:lnTo>
                    <a:pt x="14" y="14"/>
                  </a:lnTo>
                  <a:lnTo>
                    <a:pt x="30" y="4"/>
                  </a:lnTo>
                  <a:lnTo>
                    <a:pt x="49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5" name="Freeform 12"/>
            <p:cNvSpPr>
              <a:spLocks noEditPoints="1"/>
            </p:cNvSpPr>
            <p:nvPr userDrawn="1"/>
          </p:nvSpPr>
          <p:spPr bwMode="auto">
            <a:xfrm>
              <a:off x="6530592" y="5818063"/>
              <a:ext cx="521796" cy="508514"/>
            </a:xfrm>
            <a:custGeom>
              <a:avLst/>
              <a:gdLst>
                <a:gd name="T0" fmla="*/ 96 w 550"/>
                <a:gd name="T1" fmla="*/ 79 h 536"/>
                <a:gd name="T2" fmla="*/ 96 w 550"/>
                <a:gd name="T3" fmla="*/ 241 h 536"/>
                <a:gd name="T4" fmla="*/ 307 w 550"/>
                <a:gd name="T5" fmla="*/ 241 h 536"/>
                <a:gd name="T6" fmla="*/ 342 w 550"/>
                <a:gd name="T7" fmla="*/ 241 h 536"/>
                <a:gd name="T8" fmla="*/ 372 w 550"/>
                <a:gd name="T9" fmla="*/ 238 h 536"/>
                <a:gd name="T10" fmla="*/ 398 w 550"/>
                <a:gd name="T11" fmla="*/ 231 h 536"/>
                <a:gd name="T12" fmla="*/ 417 w 550"/>
                <a:gd name="T13" fmla="*/ 222 h 536"/>
                <a:gd name="T14" fmla="*/ 431 w 550"/>
                <a:gd name="T15" fmla="*/ 206 h 536"/>
                <a:gd name="T16" fmla="*/ 440 w 550"/>
                <a:gd name="T17" fmla="*/ 187 h 536"/>
                <a:gd name="T18" fmla="*/ 443 w 550"/>
                <a:gd name="T19" fmla="*/ 161 h 536"/>
                <a:gd name="T20" fmla="*/ 440 w 550"/>
                <a:gd name="T21" fmla="*/ 135 h 536"/>
                <a:gd name="T22" fmla="*/ 431 w 550"/>
                <a:gd name="T23" fmla="*/ 114 h 536"/>
                <a:gd name="T24" fmla="*/ 417 w 550"/>
                <a:gd name="T25" fmla="*/ 100 h 536"/>
                <a:gd name="T26" fmla="*/ 398 w 550"/>
                <a:gd name="T27" fmla="*/ 89 h 536"/>
                <a:gd name="T28" fmla="*/ 372 w 550"/>
                <a:gd name="T29" fmla="*/ 84 h 536"/>
                <a:gd name="T30" fmla="*/ 342 w 550"/>
                <a:gd name="T31" fmla="*/ 80 h 536"/>
                <a:gd name="T32" fmla="*/ 307 w 550"/>
                <a:gd name="T33" fmla="*/ 79 h 536"/>
                <a:gd name="T34" fmla="*/ 96 w 550"/>
                <a:gd name="T35" fmla="*/ 79 h 536"/>
                <a:gd name="T36" fmla="*/ 0 w 550"/>
                <a:gd name="T37" fmla="*/ 0 h 536"/>
                <a:gd name="T38" fmla="*/ 323 w 550"/>
                <a:gd name="T39" fmla="*/ 0 h 536"/>
                <a:gd name="T40" fmla="*/ 377 w 550"/>
                <a:gd name="T41" fmla="*/ 2 h 536"/>
                <a:gd name="T42" fmla="*/ 422 w 550"/>
                <a:gd name="T43" fmla="*/ 9 h 536"/>
                <a:gd name="T44" fmla="*/ 459 w 550"/>
                <a:gd name="T45" fmla="*/ 19 h 536"/>
                <a:gd name="T46" fmla="*/ 489 w 550"/>
                <a:gd name="T47" fmla="*/ 37 h 536"/>
                <a:gd name="T48" fmla="*/ 511 w 550"/>
                <a:gd name="T49" fmla="*/ 58 h 536"/>
                <a:gd name="T50" fmla="*/ 527 w 550"/>
                <a:gd name="T51" fmla="*/ 86 h 536"/>
                <a:gd name="T52" fmla="*/ 537 w 550"/>
                <a:gd name="T53" fmla="*/ 119 h 536"/>
                <a:gd name="T54" fmla="*/ 539 w 550"/>
                <a:gd name="T55" fmla="*/ 157 h 536"/>
                <a:gd name="T56" fmla="*/ 537 w 550"/>
                <a:gd name="T57" fmla="*/ 194 h 536"/>
                <a:gd name="T58" fmla="*/ 527 w 550"/>
                <a:gd name="T59" fmla="*/ 225 h 536"/>
                <a:gd name="T60" fmla="*/ 513 w 550"/>
                <a:gd name="T61" fmla="*/ 252 h 536"/>
                <a:gd name="T62" fmla="*/ 494 w 550"/>
                <a:gd name="T63" fmla="*/ 272 h 536"/>
                <a:gd name="T64" fmla="*/ 471 w 550"/>
                <a:gd name="T65" fmla="*/ 290 h 536"/>
                <a:gd name="T66" fmla="*/ 447 w 550"/>
                <a:gd name="T67" fmla="*/ 302 h 536"/>
                <a:gd name="T68" fmla="*/ 419 w 550"/>
                <a:gd name="T69" fmla="*/ 311 h 536"/>
                <a:gd name="T70" fmla="*/ 393 w 550"/>
                <a:gd name="T71" fmla="*/ 314 h 536"/>
                <a:gd name="T72" fmla="*/ 384 w 550"/>
                <a:gd name="T73" fmla="*/ 314 h 536"/>
                <a:gd name="T74" fmla="*/ 550 w 550"/>
                <a:gd name="T75" fmla="*/ 536 h 536"/>
                <a:gd name="T76" fmla="*/ 431 w 550"/>
                <a:gd name="T77" fmla="*/ 536 h 536"/>
                <a:gd name="T78" fmla="*/ 274 w 550"/>
                <a:gd name="T79" fmla="*/ 323 h 536"/>
                <a:gd name="T80" fmla="*/ 272 w 550"/>
                <a:gd name="T81" fmla="*/ 321 h 536"/>
                <a:gd name="T82" fmla="*/ 96 w 550"/>
                <a:gd name="T83" fmla="*/ 321 h 536"/>
                <a:gd name="T84" fmla="*/ 96 w 550"/>
                <a:gd name="T85" fmla="*/ 536 h 536"/>
                <a:gd name="T86" fmla="*/ 0 w 550"/>
                <a:gd name="T87" fmla="*/ 536 h 536"/>
                <a:gd name="T88" fmla="*/ 0 w 550"/>
                <a:gd name="T89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0" h="536">
                  <a:moveTo>
                    <a:pt x="96" y="79"/>
                  </a:moveTo>
                  <a:lnTo>
                    <a:pt x="96" y="241"/>
                  </a:lnTo>
                  <a:lnTo>
                    <a:pt x="307" y="241"/>
                  </a:lnTo>
                  <a:lnTo>
                    <a:pt x="342" y="241"/>
                  </a:lnTo>
                  <a:lnTo>
                    <a:pt x="372" y="238"/>
                  </a:lnTo>
                  <a:lnTo>
                    <a:pt x="398" y="231"/>
                  </a:lnTo>
                  <a:lnTo>
                    <a:pt x="417" y="222"/>
                  </a:lnTo>
                  <a:lnTo>
                    <a:pt x="431" y="206"/>
                  </a:lnTo>
                  <a:lnTo>
                    <a:pt x="440" y="187"/>
                  </a:lnTo>
                  <a:lnTo>
                    <a:pt x="443" y="161"/>
                  </a:lnTo>
                  <a:lnTo>
                    <a:pt x="440" y="135"/>
                  </a:lnTo>
                  <a:lnTo>
                    <a:pt x="431" y="114"/>
                  </a:lnTo>
                  <a:lnTo>
                    <a:pt x="417" y="100"/>
                  </a:lnTo>
                  <a:lnTo>
                    <a:pt x="398" y="89"/>
                  </a:lnTo>
                  <a:lnTo>
                    <a:pt x="372" y="84"/>
                  </a:lnTo>
                  <a:lnTo>
                    <a:pt x="342" y="80"/>
                  </a:lnTo>
                  <a:lnTo>
                    <a:pt x="307" y="79"/>
                  </a:lnTo>
                  <a:lnTo>
                    <a:pt x="96" y="79"/>
                  </a:lnTo>
                  <a:close/>
                  <a:moveTo>
                    <a:pt x="0" y="0"/>
                  </a:moveTo>
                  <a:lnTo>
                    <a:pt x="323" y="0"/>
                  </a:lnTo>
                  <a:lnTo>
                    <a:pt x="377" y="2"/>
                  </a:lnTo>
                  <a:lnTo>
                    <a:pt x="422" y="9"/>
                  </a:lnTo>
                  <a:lnTo>
                    <a:pt x="459" y="19"/>
                  </a:lnTo>
                  <a:lnTo>
                    <a:pt x="489" y="37"/>
                  </a:lnTo>
                  <a:lnTo>
                    <a:pt x="511" y="58"/>
                  </a:lnTo>
                  <a:lnTo>
                    <a:pt x="527" y="86"/>
                  </a:lnTo>
                  <a:lnTo>
                    <a:pt x="537" y="119"/>
                  </a:lnTo>
                  <a:lnTo>
                    <a:pt x="539" y="157"/>
                  </a:lnTo>
                  <a:lnTo>
                    <a:pt x="537" y="194"/>
                  </a:lnTo>
                  <a:lnTo>
                    <a:pt x="527" y="225"/>
                  </a:lnTo>
                  <a:lnTo>
                    <a:pt x="513" y="252"/>
                  </a:lnTo>
                  <a:lnTo>
                    <a:pt x="494" y="272"/>
                  </a:lnTo>
                  <a:lnTo>
                    <a:pt x="471" y="290"/>
                  </a:lnTo>
                  <a:lnTo>
                    <a:pt x="447" y="302"/>
                  </a:lnTo>
                  <a:lnTo>
                    <a:pt x="419" y="311"/>
                  </a:lnTo>
                  <a:lnTo>
                    <a:pt x="393" y="314"/>
                  </a:lnTo>
                  <a:lnTo>
                    <a:pt x="384" y="314"/>
                  </a:lnTo>
                  <a:lnTo>
                    <a:pt x="550" y="536"/>
                  </a:lnTo>
                  <a:lnTo>
                    <a:pt x="431" y="536"/>
                  </a:lnTo>
                  <a:lnTo>
                    <a:pt x="274" y="323"/>
                  </a:lnTo>
                  <a:lnTo>
                    <a:pt x="272" y="321"/>
                  </a:lnTo>
                  <a:lnTo>
                    <a:pt x="96" y="321"/>
                  </a:lnTo>
                  <a:lnTo>
                    <a:pt x="96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6" name="Freeform 13"/>
            <p:cNvSpPr>
              <a:spLocks/>
            </p:cNvSpPr>
            <p:nvPr userDrawn="1"/>
          </p:nvSpPr>
          <p:spPr bwMode="auto">
            <a:xfrm>
              <a:off x="7183312" y="5818063"/>
              <a:ext cx="462976" cy="508514"/>
            </a:xfrm>
            <a:custGeom>
              <a:avLst/>
              <a:gdLst>
                <a:gd name="T0" fmla="*/ 0 w 488"/>
                <a:gd name="T1" fmla="*/ 0 h 536"/>
                <a:gd name="T2" fmla="*/ 438 w 488"/>
                <a:gd name="T3" fmla="*/ 0 h 536"/>
                <a:gd name="T4" fmla="*/ 453 w 488"/>
                <a:gd name="T5" fmla="*/ 2 h 536"/>
                <a:gd name="T6" fmla="*/ 467 w 488"/>
                <a:gd name="T7" fmla="*/ 12 h 536"/>
                <a:gd name="T8" fmla="*/ 476 w 488"/>
                <a:gd name="T9" fmla="*/ 25 h 536"/>
                <a:gd name="T10" fmla="*/ 480 w 488"/>
                <a:gd name="T11" fmla="*/ 40 h 536"/>
                <a:gd name="T12" fmla="*/ 476 w 488"/>
                <a:gd name="T13" fmla="*/ 56 h 536"/>
                <a:gd name="T14" fmla="*/ 467 w 488"/>
                <a:gd name="T15" fmla="*/ 70 h 536"/>
                <a:gd name="T16" fmla="*/ 453 w 488"/>
                <a:gd name="T17" fmla="*/ 79 h 536"/>
                <a:gd name="T18" fmla="*/ 438 w 488"/>
                <a:gd name="T19" fmla="*/ 82 h 536"/>
                <a:gd name="T20" fmla="*/ 97 w 488"/>
                <a:gd name="T21" fmla="*/ 82 h 536"/>
                <a:gd name="T22" fmla="*/ 97 w 488"/>
                <a:gd name="T23" fmla="*/ 218 h 536"/>
                <a:gd name="T24" fmla="*/ 333 w 488"/>
                <a:gd name="T25" fmla="*/ 218 h 536"/>
                <a:gd name="T26" fmla="*/ 349 w 488"/>
                <a:gd name="T27" fmla="*/ 222 h 536"/>
                <a:gd name="T28" fmla="*/ 361 w 488"/>
                <a:gd name="T29" fmla="*/ 231 h 536"/>
                <a:gd name="T30" fmla="*/ 370 w 488"/>
                <a:gd name="T31" fmla="*/ 243 h 536"/>
                <a:gd name="T32" fmla="*/ 373 w 488"/>
                <a:gd name="T33" fmla="*/ 259 h 536"/>
                <a:gd name="T34" fmla="*/ 370 w 488"/>
                <a:gd name="T35" fmla="*/ 276 h 536"/>
                <a:gd name="T36" fmla="*/ 361 w 488"/>
                <a:gd name="T37" fmla="*/ 288 h 536"/>
                <a:gd name="T38" fmla="*/ 349 w 488"/>
                <a:gd name="T39" fmla="*/ 297 h 536"/>
                <a:gd name="T40" fmla="*/ 333 w 488"/>
                <a:gd name="T41" fmla="*/ 300 h 536"/>
                <a:gd name="T42" fmla="*/ 97 w 488"/>
                <a:gd name="T43" fmla="*/ 300 h 536"/>
                <a:gd name="T44" fmla="*/ 97 w 488"/>
                <a:gd name="T45" fmla="*/ 454 h 536"/>
                <a:gd name="T46" fmla="*/ 446 w 488"/>
                <a:gd name="T47" fmla="*/ 454 h 536"/>
                <a:gd name="T48" fmla="*/ 464 w 488"/>
                <a:gd name="T49" fmla="*/ 457 h 536"/>
                <a:gd name="T50" fmla="*/ 476 w 488"/>
                <a:gd name="T51" fmla="*/ 466 h 536"/>
                <a:gd name="T52" fmla="*/ 485 w 488"/>
                <a:gd name="T53" fmla="*/ 478 h 536"/>
                <a:gd name="T54" fmla="*/ 488 w 488"/>
                <a:gd name="T55" fmla="*/ 494 h 536"/>
                <a:gd name="T56" fmla="*/ 485 w 488"/>
                <a:gd name="T57" fmla="*/ 512 h 536"/>
                <a:gd name="T58" fmla="*/ 476 w 488"/>
                <a:gd name="T59" fmla="*/ 524 h 536"/>
                <a:gd name="T60" fmla="*/ 464 w 488"/>
                <a:gd name="T61" fmla="*/ 533 h 536"/>
                <a:gd name="T62" fmla="*/ 446 w 488"/>
                <a:gd name="T63" fmla="*/ 536 h 536"/>
                <a:gd name="T64" fmla="*/ 0 w 488"/>
                <a:gd name="T65" fmla="*/ 536 h 536"/>
                <a:gd name="T66" fmla="*/ 0 w 488"/>
                <a:gd name="T67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488" h="536">
                  <a:moveTo>
                    <a:pt x="0" y="0"/>
                  </a:moveTo>
                  <a:lnTo>
                    <a:pt x="438" y="0"/>
                  </a:lnTo>
                  <a:lnTo>
                    <a:pt x="453" y="2"/>
                  </a:lnTo>
                  <a:lnTo>
                    <a:pt x="467" y="12"/>
                  </a:lnTo>
                  <a:lnTo>
                    <a:pt x="476" y="25"/>
                  </a:lnTo>
                  <a:lnTo>
                    <a:pt x="480" y="40"/>
                  </a:lnTo>
                  <a:lnTo>
                    <a:pt x="476" y="56"/>
                  </a:lnTo>
                  <a:lnTo>
                    <a:pt x="467" y="70"/>
                  </a:lnTo>
                  <a:lnTo>
                    <a:pt x="453" y="79"/>
                  </a:lnTo>
                  <a:lnTo>
                    <a:pt x="438" y="82"/>
                  </a:lnTo>
                  <a:lnTo>
                    <a:pt x="97" y="82"/>
                  </a:lnTo>
                  <a:lnTo>
                    <a:pt x="97" y="218"/>
                  </a:lnTo>
                  <a:lnTo>
                    <a:pt x="333" y="218"/>
                  </a:lnTo>
                  <a:lnTo>
                    <a:pt x="349" y="222"/>
                  </a:lnTo>
                  <a:lnTo>
                    <a:pt x="361" y="231"/>
                  </a:lnTo>
                  <a:lnTo>
                    <a:pt x="370" y="243"/>
                  </a:lnTo>
                  <a:lnTo>
                    <a:pt x="373" y="259"/>
                  </a:lnTo>
                  <a:lnTo>
                    <a:pt x="370" y="276"/>
                  </a:lnTo>
                  <a:lnTo>
                    <a:pt x="361" y="288"/>
                  </a:lnTo>
                  <a:lnTo>
                    <a:pt x="349" y="297"/>
                  </a:lnTo>
                  <a:lnTo>
                    <a:pt x="333" y="300"/>
                  </a:lnTo>
                  <a:lnTo>
                    <a:pt x="97" y="300"/>
                  </a:lnTo>
                  <a:lnTo>
                    <a:pt x="97" y="454"/>
                  </a:lnTo>
                  <a:lnTo>
                    <a:pt x="446" y="454"/>
                  </a:lnTo>
                  <a:lnTo>
                    <a:pt x="464" y="457"/>
                  </a:lnTo>
                  <a:lnTo>
                    <a:pt x="476" y="466"/>
                  </a:lnTo>
                  <a:lnTo>
                    <a:pt x="485" y="478"/>
                  </a:lnTo>
                  <a:lnTo>
                    <a:pt x="488" y="494"/>
                  </a:lnTo>
                  <a:lnTo>
                    <a:pt x="485" y="512"/>
                  </a:lnTo>
                  <a:lnTo>
                    <a:pt x="476" y="524"/>
                  </a:lnTo>
                  <a:lnTo>
                    <a:pt x="464" y="533"/>
                  </a:lnTo>
                  <a:lnTo>
                    <a:pt x="446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7" name="Freeform 14"/>
            <p:cNvSpPr>
              <a:spLocks/>
            </p:cNvSpPr>
            <p:nvPr userDrawn="1"/>
          </p:nvSpPr>
          <p:spPr bwMode="auto">
            <a:xfrm>
              <a:off x="4647381" y="5515421"/>
              <a:ext cx="91077" cy="87282"/>
            </a:xfrm>
            <a:custGeom>
              <a:avLst/>
              <a:gdLst>
                <a:gd name="T0" fmla="*/ 51 w 96"/>
                <a:gd name="T1" fmla="*/ 0 h 92"/>
                <a:gd name="T2" fmla="*/ 53 w 96"/>
                <a:gd name="T3" fmla="*/ 0 h 92"/>
                <a:gd name="T4" fmla="*/ 70 w 96"/>
                <a:gd name="T5" fmla="*/ 5 h 92"/>
                <a:gd name="T6" fmla="*/ 84 w 96"/>
                <a:gd name="T7" fmla="*/ 15 h 92"/>
                <a:gd name="T8" fmla="*/ 93 w 96"/>
                <a:gd name="T9" fmla="*/ 31 h 92"/>
                <a:gd name="T10" fmla="*/ 96 w 96"/>
                <a:gd name="T11" fmla="*/ 49 h 92"/>
                <a:gd name="T12" fmla="*/ 91 w 96"/>
                <a:gd name="T13" fmla="*/ 66 h 92"/>
                <a:gd name="T14" fmla="*/ 81 w 96"/>
                <a:gd name="T15" fmla="*/ 80 h 92"/>
                <a:gd name="T16" fmla="*/ 65 w 96"/>
                <a:gd name="T17" fmla="*/ 91 h 92"/>
                <a:gd name="T18" fmla="*/ 47 w 96"/>
                <a:gd name="T19" fmla="*/ 92 h 92"/>
                <a:gd name="T20" fmla="*/ 44 w 96"/>
                <a:gd name="T21" fmla="*/ 92 h 92"/>
                <a:gd name="T22" fmla="*/ 26 w 96"/>
                <a:gd name="T23" fmla="*/ 87 h 92"/>
                <a:gd name="T24" fmla="*/ 12 w 96"/>
                <a:gd name="T25" fmla="*/ 77 h 92"/>
                <a:gd name="T26" fmla="*/ 4 w 96"/>
                <a:gd name="T27" fmla="*/ 61 h 92"/>
                <a:gd name="T28" fmla="*/ 0 w 96"/>
                <a:gd name="T29" fmla="*/ 43 h 92"/>
                <a:gd name="T30" fmla="*/ 5 w 96"/>
                <a:gd name="T31" fmla="*/ 26 h 92"/>
                <a:gd name="T32" fmla="*/ 16 w 96"/>
                <a:gd name="T33" fmla="*/ 12 h 92"/>
                <a:gd name="T34" fmla="*/ 32 w 96"/>
                <a:gd name="T35" fmla="*/ 2 h 92"/>
                <a:gd name="T36" fmla="*/ 51 w 96"/>
                <a:gd name="T37" fmla="*/ 0 h 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96" h="92">
                  <a:moveTo>
                    <a:pt x="51" y="0"/>
                  </a:moveTo>
                  <a:lnTo>
                    <a:pt x="53" y="0"/>
                  </a:lnTo>
                  <a:lnTo>
                    <a:pt x="70" y="5"/>
                  </a:lnTo>
                  <a:lnTo>
                    <a:pt x="84" y="15"/>
                  </a:lnTo>
                  <a:lnTo>
                    <a:pt x="93" y="31"/>
                  </a:lnTo>
                  <a:lnTo>
                    <a:pt x="96" y="49"/>
                  </a:lnTo>
                  <a:lnTo>
                    <a:pt x="91" y="66"/>
                  </a:lnTo>
                  <a:lnTo>
                    <a:pt x="81" y="80"/>
                  </a:lnTo>
                  <a:lnTo>
                    <a:pt x="65" y="91"/>
                  </a:lnTo>
                  <a:lnTo>
                    <a:pt x="47" y="92"/>
                  </a:lnTo>
                  <a:lnTo>
                    <a:pt x="44" y="92"/>
                  </a:lnTo>
                  <a:lnTo>
                    <a:pt x="26" y="87"/>
                  </a:lnTo>
                  <a:lnTo>
                    <a:pt x="12" y="77"/>
                  </a:lnTo>
                  <a:lnTo>
                    <a:pt x="4" y="61"/>
                  </a:lnTo>
                  <a:lnTo>
                    <a:pt x="0" y="43"/>
                  </a:lnTo>
                  <a:lnTo>
                    <a:pt x="5" y="26"/>
                  </a:lnTo>
                  <a:lnTo>
                    <a:pt x="16" y="12"/>
                  </a:lnTo>
                  <a:lnTo>
                    <a:pt x="32" y="2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8" name="Freeform 15"/>
            <p:cNvSpPr>
              <a:spLocks/>
            </p:cNvSpPr>
            <p:nvPr userDrawn="1"/>
          </p:nvSpPr>
          <p:spPr bwMode="auto">
            <a:xfrm>
              <a:off x="4937689" y="5235549"/>
              <a:ext cx="130923" cy="157487"/>
            </a:xfrm>
            <a:custGeom>
              <a:avLst/>
              <a:gdLst>
                <a:gd name="T0" fmla="*/ 40 w 138"/>
                <a:gd name="T1" fmla="*/ 0 h 166"/>
                <a:gd name="T2" fmla="*/ 57 w 138"/>
                <a:gd name="T3" fmla="*/ 2 h 166"/>
                <a:gd name="T4" fmla="*/ 73 w 138"/>
                <a:gd name="T5" fmla="*/ 9 h 166"/>
                <a:gd name="T6" fmla="*/ 85 w 138"/>
                <a:gd name="T7" fmla="*/ 22 h 166"/>
                <a:gd name="T8" fmla="*/ 132 w 138"/>
                <a:gd name="T9" fmla="*/ 96 h 166"/>
                <a:gd name="T10" fmla="*/ 138 w 138"/>
                <a:gd name="T11" fmla="*/ 113 h 166"/>
                <a:gd name="T12" fmla="*/ 138 w 138"/>
                <a:gd name="T13" fmla="*/ 131 h 166"/>
                <a:gd name="T14" fmla="*/ 129 w 138"/>
                <a:gd name="T15" fmla="*/ 146 h 166"/>
                <a:gd name="T16" fmla="*/ 115 w 138"/>
                <a:gd name="T17" fmla="*/ 159 h 166"/>
                <a:gd name="T18" fmla="*/ 99 w 138"/>
                <a:gd name="T19" fmla="*/ 166 h 166"/>
                <a:gd name="T20" fmla="*/ 80 w 138"/>
                <a:gd name="T21" fmla="*/ 164 h 166"/>
                <a:gd name="T22" fmla="*/ 64 w 138"/>
                <a:gd name="T23" fmla="*/ 157 h 166"/>
                <a:gd name="T24" fmla="*/ 52 w 138"/>
                <a:gd name="T25" fmla="*/ 143 h 166"/>
                <a:gd name="T26" fmla="*/ 5 w 138"/>
                <a:gd name="T27" fmla="*/ 70 h 166"/>
                <a:gd name="T28" fmla="*/ 0 w 138"/>
                <a:gd name="T29" fmla="*/ 52 h 166"/>
                <a:gd name="T30" fmla="*/ 0 w 138"/>
                <a:gd name="T31" fmla="*/ 35 h 166"/>
                <a:gd name="T32" fmla="*/ 8 w 138"/>
                <a:gd name="T33" fmla="*/ 17 h 166"/>
                <a:gd name="T34" fmla="*/ 22 w 138"/>
                <a:gd name="T35" fmla="*/ 7 h 166"/>
                <a:gd name="T36" fmla="*/ 40 w 138"/>
                <a:gd name="T37" fmla="*/ 0 h 1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38" h="166">
                  <a:moveTo>
                    <a:pt x="40" y="0"/>
                  </a:moveTo>
                  <a:lnTo>
                    <a:pt x="57" y="2"/>
                  </a:lnTo>
                  <a:lnTo>
                    <a:pt x="73" y="9"/>
                  </a:lnTo>
                  <a:lnTo>
                    <a:pt x="85" y="22"/>
                  </a:lnTo>
                  <a:lnTo>
                    <a:pt x="132" y="96"/>
                  </a:lnTo>
                  <a:lnTo>
                    <a:pt x="138" y="113"/>
                  </a:lnTo>
                  <a:lnTo>
                    <a:pt x="138" y="131"/>
                  </a:lnTo>
                  <a:lnTo>
                    <a:pt x="129" y="146"/>
                  </a:lnTo>
                  <a:lnTo>
                    <a:pt x="115" y="159"/>
                  </a:lnTo>
                  <a:lnTo>
                    <a:pt x="99" y="166"/>
                  </a:lnTo>
                  <a:lnTo>
                    <a:pt x="80" y="164"/>
                  </a:lnTo>
                  <a:lnTo>
                    <a:pt x="64" y="157"/>
                  </a:lnTo>
                  <a:lnTo>
                    <a:pt x="52" y="143"/>
                  </a:lnTo>
                  <a:lnTo>
                    <a:pt x="5" y="70"/>
                  </a:lnTo>
                  <a:lnTo>
                    <a:pt x="0" y="52"/>
                  </a:lnTo>
                  <a:lnTo>
                    <a:pt x="0" y="35"/>
                  </a:lnTo>
                  <a:lnTo>
                    <a:pt x="8" y="17"/>
                  </a:lnTo>
                  <a:lnTo>
                    <a:pt x="22" y="7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9" name="Freeform 16"/>
            <p:cNvSpPr>
              <a:spLocks/>
            </p:cNvSpPr>
            <p:nvPr userDrawn="1"/>
          </p:nvSpPr>
          <p:spPr bwMode="auto">
            <a:xfrm>
              <a:off x="5278280" y="5018292"/>
              <a:ext cx="132821" cy="243821"/>
            </a:xfrm>
            <a:custGeom>
              <a:avLst/>
              <a:gdLst>
                <a:gd name="T0" fmla="*/ 53 w 140"/>
                <a:gd name="T1" fmla="*/ 0 h 257"/>
                <a:gd name="T2" fmla="*/ 68 w 140"/>
                <a:gd name="T3" fmla="*/ 7 h 257"/>
                <a:gd name="T4" fmla="*/ 82 w 140"/>
                <a:gd name="T5" fmla="*/ 19 h 257"/>
                <a:gd name="T6" fmla="*/ 89 w 140"/>
                <a:gd name="T7" fmla="*/ 35 h 257"/>
                <a:gd name="T8" fmla="*/ 140 w 140"/>
                <a:gd name="T9" fmla="*/ 199 h 257"/>
                <a:gd name="T10" fmla="*/ 140 w 140"/>
                <a:gd name="T11" fmla="*/ 218 h 257"/>
                <a:gd name="T12" fmla="*/ 135 w 140"/>
                <a:gd name="T13" fmla="*/ 234 h 257"/>
                <a:gd name="T14" fmla="*/ 122 w 140"/>
                <a:gd name="T15" fmla="*/ 248 h 257"/>
                <a:gd name="T16" fmla="*/ 105 w 140"/>
                <a:gd name="T17" fmla="*/ 255 h 257"/>
                <a:gd name="T18" fmla="*/ 88 w 140"/>
                <a:gd name="T19" fmla="*/ 257 h 257"/>
                <a:gd name="T20" fmla="*/ 70 w 140"/>
                <a:gd name="T21" fmla="*/ 250 h 257"/>
                <a:gd name="T22" fmla="*/ 58 w 140"/>
                <a:gd name="T23" fmla="*/ 239 h 257"/>
                <a:gd name="T24" fmla="*/ 49 w 140"/>
                <a:gd name="T25" fmla="*/ 222 h 257"/>
                <a:gd name="T26" fmla="*/ 0 w 140"/>
                <a:gd name="T27" fmla="*/ 58 h 257"/>
                <a:gd name="T28" fmla="*/ 0 w 140"/>
                <a:gd name="T29" fmla="*/ 40 h 257"/>
                <a:gd name="T30" fmla="*/ 5 w 140"/>
                <a:gd name="T31" fmla="*/ 23 h 257"/>
                <a:gd name="T32" fmla="*/ 18 w 140"/>
                <a:gd name="T33" fmla="*/ 11 h 257"/>
                <a:gd name="T34" fmla="*/ 33 w 140"/>
                <a:gd name="T35" fmla="*/ 2 h 257"/>
                <a:gd name="T36" fmla="*/ 53 w 140"/>
                <a:gd name="T37" fmla="*/ 0 h 2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40" h="257">
                  <a:moveTo>
                    <a:pt x="53" y="0"/>
                  </a:moveTo>
                  <a:lnTo>
                    <a:pt x="68" y="7"/>
                  </a:lnTo>
                  <a:lnTo>
                    <a:pt x="82" y="19"/>
                  </a:lnTo>
                  <a:lnTo>
                    <a:pt x="89" y="35"/>
                  </a:lnTo>
                  <a:lnTo>
                    <a:pt x="140" y="199"/>
                  </a:lnTo>
                  <a:lnTo>
                    <a:pt x="140" y="218"/>
                  </a:lnTo>
                  <a:lnTo>
                    <a:pt x="135" y="234"/>
                  </a:lnTo>
                  <a:lnTo>
                    <a:pt x="122" y="248"/>
                  </a:lnTo>
                  <a:lnTo>
                    <a:pt x="105" y="255"/>
                  </a:lnTo>
                  <a:lnTo>
                    <a:pt x="88" y="257"/>
                  </a:lnTo>
                  <a:lnTo>
                    <a:pt x="70" y="250"/>
                  </a:lnTo>
                  <a:lnTo>
                    <a:pt x="58" y="239"/>
                  </a:lnTo>
                  <a:lnTo>
                    <a:pt x="49" y="222"/>
                  </a:lnTo>
                  <a:lnTo>
                    <a:pt x="0" y="58"/>
                  </a:lnTo>
                  <a:lnTo>
                    <a:pt x="0" y="40"/>
                  </a:lnTo>
                  <a:lnTo>
                    <a:pt x="5" y="23"/>
                  </a:lnTo>
                  <a:lnTo>
                    <a:pt x="18" y="11"/>
                  </a:lnTo>
                  <a:lnTo>
                    <a:pt x="33" y="2"/>
                  </a:lnTo>
                  <a:lnTo>
                    <a:pt x="53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0" name="Freeform 17"/>
            <p:cNvSpPr>
              <a:spLocks/>
            </p:cNvSpPr>
            <p:nvPr userDrawn="1"/>
          </p:nvSpPr>
          <p:spPr bwMode="auto">
            <a:xfrm>
              <a:off x="5649230" y="4842779"/>
              <a:ext cx="112898" cy="335847"/>
            </a:xfrm>
            <a:custGeom>
              <a:avLst/>
              <a:gdLst>
                <a:gd name="T0" fmla="*/ 44 w 119"/>
                <a:gd name="T1" fmla="*/ 0 h 354"/>
                <a:gd name="T2" fmla="*/ 63 w 119"/>
                <a:gd name="T3" fmla="*/ 4 h 354"/>
                <a:gd name="T4" fmla="*/ 77 w 119"/>
                <a:gd name="T5" fmla="*/ 12 h 354"/>
                <a:gd name="T6" fmla="*/ 87 w 119"/>
                <a:gd name="T7" fmla="*/ 26 h 354"/>
                <a:gd name="T8" fmla="*/ 93 w 119"/>
                <a:gd name="T9" fmla="*/ 44 h 354"/>
                <a:gd name="T10" fmla="*/ 119 w 119"/>
                <a:gd name="T11" fmla="*/ 306 h 354"/>
                <a:gd name="T12" fmla="*/ 115 w 119"/>
                <a:gd name="T13" fmla="*/ 323 h 354"/>
                <a:gd name="T14" fmla="*/ 107 w 119"/>
                <a:gd name="T15" fmla="*/ 339 h 354"/>
                <a:gd name="T16" fmla="*/ 93 w 119"/>
                <a:gd name="T17" fmla="*/ 349 h 354"/>
                <a:gd name="T18" fmla="*/ 75 w 119"/>
                <a:gd name="T19" fmla="*/ 354 h 354"/>
                <a:gd name="T20" fmla="*/ 58 w 119"/>
                <a:gd name="T21" fmla="*/ 351 h 354"/>
                <a:gd name="T22" fmla="*/ 42 w 119"/>
                <a:gd name="T23" fmla="*/ 342 h 354"/>
                <a:gd name="T24" fmla="*/ 32 w 119"/>
                <a:gd name="T25" fmla="*/ 328 h 354"/>
                <a:gd name="T26" fmla="*/ 26 w 119"/>
                <a:gd name="T27" fmla="*/ 311 h 354"/>
                <a:gd name="T28" fmla="*/ 0 w 119"/>
                <a:gd name="T29" fmla="*/ 49 h 354"/>
                <a:gd name="T30" fmla="*/ 4 w 119"/>
                <a:gd name="T31" fmla="*/ 32 h 354"/>
                <a:gd name="T32" fmla="*/ 12 w 119"/>
                <a:gd name="T33" fmla="*/ 16 h 354"/>
                <a:gd name="T34" fmla="*/ 26 w 119"/>
                <a:gd name="T35" fmla="*/ 5 h 354"/>
                <a:gd name="T36" fmla="*/ 44 w 119"/>
                <a:gd name="T37" fmla="*/ 0 h 3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19" h="354">
                  <a:moveTo>
                    <a:pt x="44" y="0"/>
                  </a:moveTo>
                  <a:lnTo>
                    <a:pt x="63" y="4"/>
                  </a:lnTo>
                  <a:lnTo>
                    <a:pt x="77" y="12"/>
                  </a:lnTo>
                  <a:lnTo>
                    <a:pt x="87" y="26"/>
                  </a:lnTo>
                  <a:lnTo>
                    <a:pt x="93" y="44"/>
                  </a:lnTo>
                  <a:lnTo>
                    <a:pt x="119" y="306"/>
                  </a:lnTo>
                  <a:lnTo>
                    <a:pt x="115" y="323"/>
                  </a:lnTo>
                  <a:lnTo>
                    <a:pt x="107" y="339"/>
                  </a:lnTo>
                  <a:lnTo>
                    <a:pt x="93" y="349"/>
                  </a:lnTo>
                  <a:lnTo>
                    <a:pt x="75" y="354"/>
                  </a:lnTo>
                  <a:lnTo>
                    <a:pt x="58" y="351"/>
                  </a:lnTo>
                  <a:lnTo>
                    <a:pt x="42" y="342"/>
                  </a:lnTo>
                  <a:lnTo>
                    <a:pt x="32" y="328"/>
                  </a:lnTo>
                  <a:lnTo>
                    <a:pt x="26" y="311"/>
                  </a:lnTo>
                  <a:lnTo>
                    <a:pt x="0" y="49"/>
                  </a:lnTo>
                  <a:lnTo>
                    <a:pt x="4" y="32"/>
                  </a:lnTo>
                  <a:lnTo>
                    <a:pt x="12" y="16"/>
                  </a:lnTo>
                  <a:lnTo>
                    <a:pt x="26" y="5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1" name="Freeform 18"/>
            <p:cNvSpPr>
              <a:spLocks/>
            </p:cNvSpPr>
            <p:nvPr userDrawn="1"/>
          </p:nvSpPr>
          <p:spPr bwMode="auto">
            <a:xfrm>
              <a:off x="6026821" y="4720394"/>
              <a:ext cx="104359" cy="420283"/>
            </a:xfrm>
            <a:custGeom>
              <a:avLst/>
              <a:gdLst>
                <a:gd name="T0" fmla="*/ 68 w 110"/>
                <a:gd name="T1" fmla="*/ 0 h 443"/>
                <a:gd name="T2" fmla="*/ 86 w 110"/>
                <a:gd name="T3" fmla="*/ 5 h 443"/>
                <a:gd name="T4" fmla="*/ 100 w 110"/>
                <a:gd name="T5" fmla="*/ 16 h 443"/>
                <a:gd name="T6" fmla="*/ 107 w 110"/>
                <a:gd name="T7" fmla="*/ 31 h 443"/>
                <a:gd name="T8" fmla="*/ 110 w 110"/>
                <a:gd name="T9" fmla="*/ 51 h 443"/>
                <a:gd name="T10" fmla="*/ 93 w 110"/>
                <a:gd name="T11" fmla="*/ 401 h 443"/>
                <a:gd name="T12" fmla="*/ 87 w 110"/>
                <a:gd name="T13" fmla="*/ 419 h 443"/>
                <a:gd name="T14" fmla="*/ 75 w 110"/>
                <a:gd name="T15" fmla="*/ 433 h 443"/>
                <a:gd name="T16" fmla="*/ 61 w 110"/>
                <a:gd name="T17" fmla="*/ 442 h 443"/>
                <a:gd name="T18" fmla="*/ 42 w 110"/>
                <a:gd name="T19" fmla="*/ 443 h 443"/>
                <a:gd name="T20" fmla="*/ 25 w 110"/>
                <a:gd name="T21" fmla="*/ 438 h 443"/>
                <a:gd name="T22" fmla="*/ 11 w 110"/>
                <a:gd name="T23" fmla="*/ 426 h 443"/>
                <a:gd name="T24" fmla="*/ 2 w 110"/>
                <a:gd name="T25" fmla="*/ 412 h 443"/>
                <a:gd name="T26" fmla="*/ 0 w 110"/>
                <a:gd name="T27" fmla="*/ 393 h 443"/>
                <a:gd name="T28" fmla="*/ 18 w 110"/>
                <a:gd name="T29" fmla="*/ 42 h 443"/>
                <a:gd name="T30" fmla="*/ 23 w 110"/>
                <a:gd name="T31" fmla="*/ 24 h 443"/>
                <a:gd name="T32" fmla="*/ 33 w 110"/>
                <a:gd name="T33" fmla="*/ 10 h 443"/>
                <a:gd name="T34" fmla="*/ 49 w 110"/>
                <a:gd name="T35" fmla="*/ 2 h 443"/>
                <a:gd name="T36" fmla="*/ 68 w 110"/>
                <a:gd name="T37" fmla="*/ 0 h 4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10" h="443">
                  <a:moveTo>
                    <a:pt x="68" y="0"/>
                  </a:moveTo>
                  <a:lnTo>
                    <a:pt x="86" y="5"/>
                  </a:lnTo>
                  <a:lnTo>
                    <a:pt x="100" y="16"/>
                  </a:lnTo>
                  <a:lnTo>
                    <a:pt x="107" y="31"/>
                  </a:lnTo>
                  <a:lnTo>
                    <a:pt x="110" y="51"/>
                  </a:lnTo>
                  <a:lnTo>
                    <a:pt x="93" y="401"/>
                  </a:lnTo>
                  <a:lnTo>
                    <a:pt x="87" y="419"/>
                  </a:lnTo>
                  <a:lnTo>
                    <a:pt x="75" y="433"/>
                  </a:lnTo>
                  <a:lnTo>
                    <a:pt x="61" y="442"/>
                  </a:lnTo>
                  <a:lnTo>
                    <a:pt x="42" y="443"/>
                  </a:lnTo>
                  <a:lnTo>
                    <a:pt x="25" y="438"/>
                  </a:lnTo>
                  <a:lnTo>
                    <a:pt x="11" y="426"/>
                  </a:lnTo>
                  <a:lnTo>
                    <a:pt x="2" y="412"/>
                  </a:lnTo>
                  <a:lnTo>
                    <a:pt x="0" y="393"/>
                  </a:lnTo>
                  <a:lnTo>
                    <a:pt x="18" y="42"/>
                  </a:lnTo>
                  <a:lnTo>
                    <a:pt x="23" y="24"/>
                  </a:lnTo>
                  <a:lnTo>
                    <a:pt x="33" y="10"/>
                  </a:lnTo>
                  <a:lnTo>
                    <a:pt x="49" y="2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2" name="Freeform 19"/>
            <p:cNvSpPr>
              <a:spLocks/>
            </p:cNvSpPr>
            <p:nvPr userDrawn="1"/>
          </p:nvSpPr>
          <p:spPr bwMode="auto">
            <a:xfrm>
              <a:off x="6384489" y="4647343"/>
              <a:ext cx="162232" cy="497129"/>
            </a:xfrm>
            <a:custGeom>
              <a:avLst/>
              <a:gdLst>
                <a:gd name="T0" fmla="*/ 119 w 171"/>
                <a:gd name="T1" fmla="*/ 0 h 524"/>
                <a:gd name="T2" fmla="*/ 136 w 171"/>
                <a:gd name="T3" fmla="*/ 0 h 524"/>
                <a:gd name="T4" fmla="*/ 154 w 171"/>
                <a:gd name="T5" fmla="*/ 9 h 524"/>
                <a:gd name="T6" fmla="*/ 166 w 171"/>
                <a:gd name="T7" fmla="*/ 21 h 524"/>
                <a:gd name="T8" fmla="*/ 171 w 171"/>
                <a:gd name="T9" fmla="*/ 37 h 524"/>
                <a:gd name="T10" fmla="*/ 171 w 171"/>
                <a:gd name="T11" fmla="*/ 56 h 524"/>
                <a:gd name="T12" fmla="*/ 91 w 171"/>
                <a:gd name="T13" fmla="*/ 489 h 524"/>
                <a:gd name="T14" fmla="*/ 84 w 171"/>
                <a:gd name="T15" fmla="*/ 506 h 524"/>
                <a:gd name="T16" fmla="*/ 70 w 171"/>
                <a:gd name="T17" fmla="*/ 517 h 524"/>
                <a:gd name="T18" fmla="*/ 54 w 171"/>
                <a:gd name="T19" fmla="*/ 524 h 524"/>
                <a:gd name="T20" fmla="*/ 37 w 171"/>
                <a:gd name="T21" fmla="*/ 524 h 524"/>
                <a:gd name="T22" fmla="*/ 19 w 171"/>
                <a:gd name="T23" fmla="*/ 517 h 524"/>
                <a:gd name="T24" fmla="*/ 7 w 171"/>
                <a:gd name="T25" fmla="*/ 503 h 524"/>
                <a:gd name="T26" fmla="*/ 0 w 171"/>
                <a:gd name="T27" fmla="*/ 487 h 524"/>
                <a:gd name="T28" fmla="*/ 2 w 171"/>
                <a:gd name="T29" fmla="*/ 468 h 524"/>
                <a:gd name="T30" fmla="*/ 82 w 171"/>
                <a:gd name="T31" fmla="*/ 35 h 524"/>
                <a:gd name="T32" fmla="*/ 89 w 171"/>
                <a:gd name="T33" fmla="*/ 19 h 524"/>
                <a:gd name="T34" fmla="*/ 101 w 171"/>
                <a:gd name="T35" fmla="*/ 7 h 524"/>
                <a:gd name="T36" fmla="*/ 119 w 171"/>
                <a:gd name="T37" fmla="*/ 0 h 5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71" h="524">
                  <a:moveTo>
                    <a:pt x="119" y="0"/>
                  </a:moveTo>
                  <a:lnTo>
                    <a:pt x="136" y="0"/>
                  </a:lnTo>
                  <a:lnTo>
                    <a:pt x="154" y="9"/>
                  </a:lnTo>
                  <a:lnTo>
                    <a:pt x="166" y="21"/>
                  </a:lnTo>
                  <a:lnTo>
                    <a:pt x="171" y="37"/>
                  </a:lnTo>
                  <a:lnTo>
                    <a:pt x="171" y="56"/>
                  </a:lnTo>
                  <a:lnTo>
                    <a:pt x="91" y="489"/>
                  </a:lnTo>
                  <a:lnTo>
                    <a:pt x="84" y="506"/>
                  </a:lnTo>
                  <a:lnTo>
                    <a:pt x="70" y="517"/>
                  </a:lnTo>
                  <a:lnTo>
                    <a:pt x="54" y="524"/>
                  </a:lnTo>
                  <a:lnTo>
                    <a:pt x="37" y="524"/>
                  </a:lnTo>
                  <a:lnTo>
                    <a:pt x="19" y="517"/>
                  </a:lnTo>
                  <a:lnTo>
                    <a:pt x="7" y="503"/>
                  </a:lnTo>
                  <a:lnTo>
                    <a:pt x="0" y="487"/>
                  </a:lnTo>
                  <a:lnTo>
                    <a:pt x="2" y="468"/>
                  </a:lnTo>
                  <a:lnTo>
                    <a:pt x="82" y="35"/>
                  </a:lnTo>
                  <a:lnTo>
                    <a:pt x="89" y="19"/>
                  </a:lnTo>
                  <a:lnTo>
                    <a:pt x="101" y="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3" name="Freeform 20"/>
            <p:cNvSpPr>
              <a:spLocks/>
            </p:cNvSpPr>
            <p:nvPr userDrawn="1"/>
          </p:nvSpPr>
          <p:spPr bwMode="auto">
            <a:xfrm>
              <a:off x="6733618" y="4625522"/>
              <a:ext cx="241924" cy="568283"/>
            </a:xfrm>
            <a:custGeom>
              <a:avLst/>
              <a:gdLst>
                <a:gd name="T0" fmla="*/ 206 w 255"/>
                <a:gd name="T1" fmla="*/ 0 h 599"/>
                <a:gd name="T2" fmla="*/ 226 w 255"/>
                <a:gd name="T3" fmla="*/ 4 h 599"/>
                <a:gd name="T4" fmla="*/ 241 w 255"/>
                <a:gd name="T5" fmla="*/ 13 h 599"/>
                <a:gd name="T6" fmla="*/ 252 w 255"/>
                <a:gd name="T7" fmla="*/ 27 h 599"/>
                <a:gd name="T8" fmla="*/ 255 w 255"/>
                <a:gd name="T9" fmla="*/ 44 h 599"/>
                <a:gd name="T10" fmla="*/ 254 w 255"/>
                <a:gd name="T11" fmla="*/ 62 h 599"/>
                <a:gd name="T12" fmla="*/ 90 w 255"/>
                <a:gd name="T13" fmla="*/ 569 h 599"/>
                <a:gd name="T14" fmla="*/ 81 w 255"/>
                <a:gd name="T15" fmla="*/ 585 h 599"/>
                <a:gd name="T16" fmla="*/ 65 w 255"/>
                <a:gd name="T17" fmla="*/ 596 h 599"/>
                <a:gd name="T18" fmla="*/ 49 w 255"/>
                <a:gd name="T19" fmla="*/ 599 h 599"/>
                <a:gd name="T20" fmla="*/ 30 w 255"/>
                <a:gd name="T21" fmla="*/ 597 h 599"/>
                <a:gd name="T22" fmla="*/ 14 w 255"/>
                <a:gd name="T23" fmla="*/ 587 h 599"/>
                <a:gd name="T24" fmla="*/ 4 w 255"/>
                <a:gd name="T25" fmla="*/ 573 h 599"/>
                <a:gd name="T26" fmla="*/ 0 w 255"/>
                <a:gd name="T27" fmla="*/ 556 h 599"/>
                <a:gd name="T28" fmla="*/ 2 w 255"/>
                <a:gd name="T29" fmla="*/ 538 h 599"/>
                <a:gd name="T30" fmla="*/ 166 w 255"/>
                <a:gd name="T31" fmla="*/ 30 h 599"/>
                <a:gd name="T32" fmla="*/ 175 w 255"/>
                <a:gd name="T33" fmla="*/ 16 h 599"/>
                <a:gd name="T34" fmla="*/ 191 w 255"/>
                <a:gd name="T35" fmla="*/ 6 h 599"/>
                <a:gd name="T36" fmla="*/ 206 w 255"/>
                <a:gd name="T37" fmla="*/ 0 h 5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5" h="599">
                  <a:moveTo>
                    <a:pt x="206" y="0"/>
                  </a:moveTo>
                  <a:lnTo>
                    <a:pt x="226" y="4"/>
                  </a:lnTo>
                  <a:lnTo>
                    <a:pt x="241" y="13"/>
                  </a:lnTo>
                  <a:lnTo>
                    <a:pt x="252" y="27"/>
                  </a:lnTo>
                  <a:lnTo>
                    <a:pt x="255" y="44"/>
                  </a:lnTo>
                  <a:lnTo>
                    <a:pt x="254" y="62"/>
                  </a:lnTo>
                  <a:lnTo>
                    <a:pt x="90" y="569"/>
                  </a:lnTo>
                  <a:lnTo>
                    <a:pt x="81" y="585"/>
                  </a:lnTo>
                  <a:lnTo>
                    <a:pt x="65" y="596"/>
                  </a:lnTo>
                  <a:lnTo>
                    <a:pt x="49" y="599"/>
                  </a:lnTo>
                  <a:lnTo>
                    <a:pt x="30" y="597"/>
                  </a:lnTo>
                  <a:lnTo>
                    <a:pt x="14" y="587"/>
                  </a:lnTo>
                  <a:lnTo>
                    <a:pt x="4" y="573"/>
                  </a:lnTo>
                  <a:lnTo>
                    <a:pt x="0" y="556"/>
                  </a:lnTo>
                  <a:lnTo>
                    <a:pt x="2" y="538"/>
                  </a:lnTo>
                  <a:lnTo>
                    <a:pt x="166" y="30"/>
                  </a:lnTo>
                  <a:lnTo>
                    <a:pt x="175" y="16"/>
                  </a:lnTo>
                  <a:lnTo>
                    <a:pt x="191" y="6"/>
                  </a:lnTo>
                  <a:lnTo>
                    <a:pt x="206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4" name="Freeform 21"/>
            <p:cNvSpPr>
              <a:spLocks/>
            </p:cNvSpPr>
            <p:nvPr userDrawn="1"/>
          </p:nvSpPr>
          <p:spPr bwMode="auto">
            <a:xfrm>
              <a:off x="7077055" y="4665368"/>
              <a:ext cx="333950" cy="621412"/>
            </a:xfrm>
            <a:custGeom>
              <a:avLst/>
              <a:gdLst>
                <a:gd name="T0" fmla="*/ 309 w 352"/>
                <a:gd name="T1" fmla="*/ 0 h 655"/>
                <a:gd name="T2" fmla="*/ 326 w 352"/>
                <a:gd name="T3" fmla="*/ 6 h 655"/>
                <a:gd name="T4" fmla="*/ 342 w 352"/>
                <a:gd name="T5" fmla="*/ 18 h 655"/>
                <a:gd name="T6" fmla="*/ 349 w 352"/>
                <a:gd name="T7" fmla="*/ 32 h 655"/>
                <a:gd name="T8" fmla="*/ 352 w 352"/>
                <a:gd name="T9" fmla="*/ 49 h 655"/>
                <a:gd name="T10" fmla="*/ 347 w 352"/>
                <a:gd name="T11" fmla="*/ 68 h 655"/>
                <a:gd name="T12" fmla="*/ 87 w 352"/>
                <a:gd name="T13" fmla="*/ 630 h 655"/>
                <a:gd name="T14" fmla="*/ 77 w 352"/>
                <a:gd name="T15" fmla="*/ 644 h 655"/>
                <a:gd name="T16" fmla="*/ 61 w 352"/>
                <a:gd name="T17" fmla="*/ 653 h 655"/>
                <a:gd name="T18" fmla="*/ 43 w 352"/>
                <a:gd name="T19" fmla="*/ 655 h 655"/>
                <a:gd name="T20" fmla="*/ 26 w 352"/>
                <a:gd name="T21" fmla="*/ 650 h 655"/>
                <a:gd name="T22" fmla="*/ 10 w 352"/>
                <a:gd name="T23" fmla="*/ 639 h 655"/>
                <a:gd name="T24" fmla="*/ 3 w 352"/>
                <a:gd name="T25" fmla="*/ 623 h 655"/>
                <a:gd name="T26" fmla="*/ 0 w 352"/>
                <a:gd name="T27" fmla="*/ 606 h 655"/>
                <a:gd name="T28" fmla="*/ 5 w 352"/>
                <a:gd name="T29" fmla="*/ 589 h 655"/>
                <a:gd name="T30" fmla="*/ 265 w 352"/>
                <a:gd name="T31" fmla="*/ 27 h 655"/>
                <a:gd name="T32" fmla="*/ 276 w 352"/>
                <a:gd name="T33" fmla="*/ 11 h 655"/>
                <a:gd name="T34" fmla="*/ 291 w 352"/>
                <a:gd name="T35" fmla="*/ 4 h 655"/>
                <a:gd name="T36" fmla="*/ 309 w 352"/>
                <a:gd name="T37" fmla="*/ 0 h 6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52" h="655">
                  <a:moveTo>
                    <a:pt x="309" y="0"/>
                  </a:moveTo>
                  <a:lnTo>
                    <a:pt x="326" y="6"/>
                  </a:lnTo>
                  <a:lnTo>
                    <a:pt x="342" y="18"/>
                  </a:lnTo>
                  <a:lnTo>
                    <a:pt x="349" y="32"/>
                  </a:lnTo>
                  <a:lnTo>
                    <a:pt x="352" y="49"/>
                  </a:lnTo>
                  <a:lnTo>
                    <a:pt x="347" y="68"/>
                  </a:lnTo>
                  <a:lnTo>
                    <a:pt x="87" y="630"/>
                  </a:lnTo>
                  <a:lnTo>
                    <a:pt x="77" y="644"/>
                  </a:lnTo>
                  <a:lnTo>
                    <a:pt x="61" y="653"/>
                  </a:lnTo>
                  <a:lnTo>
                    <a:pt x="43" y="655"/>
                  </a:lnTo>
                  <a:lnTo>
                    <a:pt x="26" y="650"/>
                  </a:lnTo>
                  <a:lnTo>
                    <a:pt x="10" y="639"/>
                  </a:lnTo>
                  <a:lnTo>
                    <a:pt x="3" y="623"/>
                  </a:lnTo>
                  <a:lnTo>
                    <a:pt x="0" y="606"/>
                  </a:lnTo>
                  <a:lnTo>
                    <a:pt x="5" y="589"/>
                  </a:lnTo>
                  <a:lnTo>
                    <a:pt x="265" y="27"/>
                  </a:lnTo>
                  <a:lnTo>
                    <a:pt x="276" y="11"/>
                  </a:lnTo>
                  <a:lnTo>
                    <a:pt x="291" y="4"/>
                  </a:lnTo>
                  <a:lnTo>
                    <a:pt x="309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5" name="Freeform 22"/>
            <p:cNvSpPr>
              <a:spLocks/>
            </p:cNvSpPr>
            <p:nvPr userDrawn="1"/>
          </p:nvSpPr>
          <p:spPr bwMode="auto">
            <a:xfrm>
              <a:off x="7414800" y="4764984"/>
              <a:ext cx="430719" cy="659361"/>
            </a:xfrm>
            <a:custGeom>
              <a:avLst/>
              <a:gdLst>
                <a:gd name="T0" fmla="*/ 417 w 454"/>
                <a:gd name="T1" fmla="*/ 0 h 695"/>
                <a:gd name="T2" fmla="*/ 433 w 454"/>
                <a:gd name="T3" fmla="*/ 7 h 695"/>
                <a:gd name="T4" fmla="*/ 447 w 454"/>
                <a:gd name="T5" fmla="*/ 21 h 695"/>
                <a:gd name="T6" fmla="*/ 454 w 454"/>
                <a:gd name="T7" fmla="*/ 37 h 695"/>
                <a:gd name="T8" fmla="*/ 454 w 454"/>
                <a:gd name="T9" fmla="*/ 54 h 695"/>
                <a:gd name="T10" fmla="*/ 447 w 454"/>
                <a:gd name="T11" fmla="*/ 72 h 695"/>
                <a:gd name="T12" fmla="*/ 84 w 454"/>
                <a:gd name="T13" fmla="*/ 676 h 695"/>
                <a:gd name="T14" fmla="*/ 70 w 454"/>
                <a:gd name="T15" fmla="*/ 688 h 695"/>
                <a:gd name="T16" fmla="*/ 54 w 454"/>
                <a:gd name="T17" fmla="*/ 695 h 695"/>
                <a:gd name="T18" fmla="*/ 37 w 454"/>
                <a:gd name="T19" fmla="*/ 695 h 695"/>
                <a:gd name="T20" fmla="*/ 19 w 454"/>
                <a:gd name="T21" fmla="*/ 688 h 695"/>
                <a:gd name="T22" fmla="*/ 7 w 454"/>
                <a:gd name="T23" fmla="*/ 676 h 695"/>
                <a:gd name="T24" fmla="*/ 0 w 454"/>
                <a:gd name="T25" fmla="*/ 660 h 695"/>
                <a:gd name="T26" fmla="*/ 0 w 454"/>
                <a:gd name="T27" fmla="*/ 642 h 695"/>
                <a:gd name="T28" fmla="*/ 7 w 454"/>
                <a:gd name="T29" fmla="*/ 625 h 695"/>
                <a:gd name="T30" fmla="*/ 370 w 454"/>
                <a:gd name="T31" fmla="*/ 21 h 695"/>
                <a:gd name="T32" fmla="*/ 382 w 454"/>
                <a:gd name="T33" fmla="*/ 7 h 695"/>
                <a:gd name="T34" fmla="*/ 400 w 454"/>
                <a:gd name="T35" fmla="*/ 0 h 695"/>
                <a:gd name="T36" fmla="*/ 417 w 454"/>
                <a:gd name="T37" fmla="*/ 0 h 6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454" h="695">
                  <a:moveTo>
                    <a:pt x="417" y="0"/>
                  </a:moveTo>
                  <a:lnTo>
                    <a:pt x="433" y="7"/>
                  </a:lnTo>
                  <a:lnTo>
                    <a:pt x="447" y="21"/>
                  </a:lnTo>
                  <a:lnTo>
                    <a:pt x="454" y="37"/>
                  </a:lnTo>
                  <a:lnTo>
                    <a:pt x="454" y="54"/>
                  </a:lnTo>
                  <a:lnTo>
                    <a:pt x="447" y="72"/>
                  </a:lnTo>
                  <a:lnTo>
                    <a:pt x="84" y="676"/>
                  </a:lnTo>
                  <a:lnTo>
                    <a:pt x="70" y="688"/>
                  </a:lnTo>
                  <a:lnTo>
                    <a:pt x="54" y="695"/>
                  </a:lnTo>
                  <a:lnTo>
                    <a:pt x="37" y="695"/>
                  </a:lnTo>
                  <a:lnTo>
                    <a:pt x="19" y="688"/>
                  </a:lnTo>
                  <a:lnTo>
                    <a:pt x="7" y="676"/>
                  </a:lnTo>
                  <a:lnTo>
                    <a:pt x="0" y="660"/>
                  </a:lnTo>
                  <a:lnTo>
                    <a:pt x="0" y="642"/>
                  </a:lnTo>
                  <a:lnTo>
                    <a:pt x="7" y="625"/>
                  </a:lnTo>
                  <a:lnTo>
                    <a:pt x="370" y="21"/>
                  </a:lnTo>
                  <a:lnTo>
                    <a:pt x="382" y="7"/>
                  </a:lnTo>
                  <a:lnTo>
                    <a:pt x="400" y="0"/>
                  </a:lnTo>
                  <a:lnTo>
                    <a:pt x="417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6" name="Freeform 23"/>
            <p:cNvSpPr>
              <a:spLocks/>
            </p:cNvSpPr>
            <p:nvPr userDrawn="1"/>
          </p:nvSpPr>
          <p:spPr bwMode="auto">
            <a:xfrm>
              <a:off x="7730724" y="4924369"/>
              <a:ext cx="543617" cy="680232"/>
            </a:xfrm>
            <a:custGeom>
              <a:avLst/>
              <a:gdLst>
                <a:gd name="T0" fmla="*/ 522 w 573"/>
                <a:gd name="T1" fmla="*/ 0 h 717"/>
                <a:gd name="T2" fmla="*/ 540 w 573"/>
                <a:gd name="T3" fmla="*/ 1 h 717"/>
                <a:gd name="T4" fmla="*/ 557 w 573"/>
                <a:gd name="T5" fmla="*/ 10 h 717"/>
                <a:gd name="T6" fmla="*/ 568 w 573"/>
                <a:gd name="T7" fmla="*/ 24 h 717"/>
                <a:gd name="T8" fmla="*/ 573 w 573"/>
                <a:gd name="T9" fmla="*/ 40 h 717"/>
                <a:gd name="T10" fmla="*/ 571 w 573"/>
                <a:gd name="T11" fmla="*/ 57 h 717"/>
                <a:gd name="T12" fmla="*/ 562 w 573"/>
                <a:gd name="T13" fmla="*/ 75 h 717"/>
                <a:gd name="T14" fmla="*/ 81 w 573"/>
                <a:gd name="T15" fmla="*/ 700 h 717"/>
                <a:gd name="T16" fmla="*/ 67 w 573"/>
                <a:gd name="T17" fmla="*/ 712 h 717"/>
                <a:gd name="T18" fmla="*/ 51 w 573"/>
                <a:gd name="T19" fmla="*/ 717 h 717"/>
                <a:gd name="T20" fmla="*/ 32 w 573"/>
                <a:gd name="T21" fmla="*/ 715 h 717"/>
                <a:gd name="T22" fmla="*/ 16 w 573"/>
                <a:gd name="T23" fmla="*/ 707 h 717"/>
                <a:gd name="T24" fmla="*/ 5 w 573"/>
                <a:gd name="T25" fmla="*/ 693 h 717"/>
                <a:gd name="T26" fmla="*/ 0 w 573"/>
                <a:gd name="T27" fmla="*/ 675 h 717"/>
                <a:gd name="T28" fmla="*/ 2 w 573"/>
                <a:gd name="T29" fmla="*/ 658 h 717"/>
                <a:gd name="T30" fmla="*/ 11 w 573"/>
                <a:gd name="T31" fmla="*/ 642 h 717"/>
                <a:gd name="T32" fmla="*/ 491 w 573"/>
                <a:gd name="T33" fmla="*/ 15 h 717"/>
                <a:gd name="T34" fmla="*/ 506 w 573"/>
                <a:gd name="T35" fmla="*/ 3 h 717"/>
                <a:gd name="T36" fmla="*/ 522 w 573"/>
                <a:gd name="T37" fmla="*/ 0 h 7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73" h="717">
                  <a:moveTo>
                    <a:pt x="522" y="0"/>
                  </a:moveTo>
                  <a:lnTo>
                    <a:pt x="540" y="1"/>
                  </a:lnTo>
                  <a:lnTo>
                    <a:pt x="557" y="10"/>
                  </a:lnTo>
                  <a:lnTo>
                    <a:pt x="568" y="24"/>
                  </a:lnTo>
                  <a:lnTo>
                    <a:pt x="573" y="40"/>
                  </a:lnTo>
                  <a:lnTo>
                    <a:pt x="571" y="57"/>
                  </a:lnTo>
                  <a:lnTo>
                    <a:pt x="562" y="75"/>
                  </a:lnTo>
                  <a:lnTo>
                    <a:pt x="81" y="700"/>
                  </a:lnTo>
                  <a:lnTo>
                    <a:pt x="67" y="712"/>
                  </a:lnTo>
                  <a:lnTo>
                    <a:pt x="51" y="717"/>
                  </a:lnTo>
                  <a:lnTo>
                    <a:pt x="32" y="715"/>
                  </a:lnTo>
                  <a:lnTo>
                    <a:pt x="16" y="707"/>
                  </a:lnTo>
                  <a:lnTo>
                    <a:pt x="5" y="693"/>
                  </a:lnTo>
                  <a:lnTo>
                    <a:pt x="0" y="675"/>
                  </a:lnTo>
                  <a:lnTo>
                    <a:pt x="2" y="658"/>
                  </a:lnTo>
                  <a:lnTo>
                    <a:pt x="11" y="642"/>
                  </a:lnTo>
                  <a:lnTo>
                    <a:pt x="491" y="15"/>
                  </a:lnTo>
                  <a:lnTo>
                    <a:pt x="506" y="3"/>
                  </a:lnTo>
                  <a:lnTo>
                    <a:pt x="522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96177" y="320634"/>
            <a:ext cx="6807148" cy="2543545"/>
          </a:xfrm>
        </p:spPr>
        <p:txBody>
          <a:bodyPr anchor="b"/>
          <a:lstStyle>
            <a:lvl1pPr>
              <a:lnSpc>
                <a:spcPct val="80000"/>
              </a:lnSpc>
              <a:defRPr sz="4400" baseline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6176" y="2924299"/>
            <a:ext cx="6814614" cy="1752600"/>
          </a:xfrm>
        </p:spPr>
        <p:txBody>
          <a:bodyPr/>
          <a:lstStyle>
            <a:lvl1pPr marL="0" indent="0" algn="l">
              <a:buNone/>
              <a:defRPr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138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086" b="1379"/>
          <a:stretch/>
        </p:blipFill>
        <p:spPr>
          <a:xfrm flipV="1">
            <a:off x="0" y="0"/>
            <a:ext cx="9144000" cy="5030078"/>
          </a:xfrm>
          <a:prstGeom prst="rect">
            <a:avLst/>
          </a:prstGeom>
        </p:spPr>
      </p:pic>
      <p:grpSp>
        <p:nvGrpSpPr>
          <p:cNvPr id="27" name="Group 26"/>
          <p:cNvGrpSpPr/>
          <p:nvPr userDrawn="1"/>
        </p:nvGrpSpPr>
        <p:grpSpPr>
          <a:xfrm>
            <a:off x="496176" y="5451818"/>
            <a:ext cx="3105481" cy="975083"/>
            <a:chOff x="2814452" y="4625522"/>
            <a:chExt cx="5459889" cy="1714337"/>
          </a:xfrm>
        </p:grpSpPr>
        <p:sp>
          <p:nvSpPr>
            <p:cNvPr id="9" name="Freeform 6"/>
            <p:cNvSpPr>
              <a:spLocks noEditPoints="1"/>
            </p:cNvSpPr>
            <p:nvPr userDrawn="1"/>
          </p:nvSpPr>
          <p:spPr bwMode="auto">
            <a:xfrm>
              <a:off x="2814452" y="5818063"/>
              <a:ext cx="523694" cy="508514"/>
            </a:xfrm>
            <a:custGeom>
              <a:avLst/>
              <a:gdLst>
                <a:gd name="T0" fmla="*/ 98 w 552"/>
                <a:gd name="T1" fmla="*/ 79 h 536"/>
                <a:gd name="T2" fmla="*/ 98 w 552"/>
                <a:gd name="T3" fmla="*/ 241 h 536"/>
                <a:gd name="T4" fmla="*/ 307 w 552"/>
                <a:gd name="T5" fmla="*/ 241 h 536"/>
                <a:gd name="T6" fmla="*/ 342 w 552"/>
                <a:gd name="T7" fmla="*/ 241 h 536"/>
                <a:gd name="T8" fmla="*/ 374 w 552"/>
                <a:gd name="T9" fmla="*/ 238 h 536"/>
                <a:gd name="T10" fmla="*/ 398 w 552"/>
                <a:gd name="T11" fmla="*/ 231 h 536"/>
                <a:gd name="T12" fmla="*/ 417 w 552"/>
                <a:gd name="T13" fmla="*/ 222 h 536"/>
                <a:gd name="T14" fmla="*/ 431 w 552"/>
                <a:gd name="T15" fmla="*/ 206 h 536"/>
                <a:gd name="T16" fmla="*/ 440 w 552"/>
                <a:gd name="T17" fmla="*/ 187 h 536"/>
                <a:gd name="T18" fmla="*/ 443 w 552"/>
                <a:gd name="T19" fmla="*/ 161 h 536"/>
                <a:gd name="T20" fmla="*/ 440 w 552"/>
                <a:gd name="T21" fmla="*/ 135 h 536"/>
                <a:gd name="T22" fmla="*/ 431 w 552"/>
                <a:gd name="T23" fmla="*/ 114 h 536"/>
                <a:gd name="T24" fmla="*/ 417 w 552"/>
                <a:gd name="T25" fmla="*/ 100 h 536"/>
                <a:gd name="T26" fmla="*/ 398 w 552"/>
                <a:gd name="T27" fmla="*/ 89 h 536"/>
                <a:gd name="T28" fmla="*/ 374 w 552"/>
                <a:gd name="T29" fmla="*/ 84 h 536"/>
                <a:gd name="T30" fmla="*/ 342 w 552"/>
                <a:gd name="T31" fmla="*/ 80 h 536"/>
                <a:gd name="T32" fmla="*/ 307 w 552"/>
                <a:gd name="T33" fmla="*/ 79 h 536"/>
                <a:gd name="T34" fmla="*/ 98 w 552"/>
                <a:gd name="T35" fmla="*/ 79 h 536"/>
                <a:gd name="T36" fmla="*/ 0 w 552"/>
                <a:gd name="T37" fmla="*/ 0 h 536"/>
                <a:gd name="T38" fmla="*/ 323 w 552"/>
                <a:gd name="T39" fmla="*/ 0 h 536"/>
                <a:gd name="T40" fmla="*/ 377 w 552"/>
                <a:gd name="T41" fmla="*/ 2 h 536"/>
                <a:gd name="T42" fmla="*/ 422 w 552"/>
                <a:gd name="T43" fmla="*/ 9 h 536"/>
                <a:gd name="T44" fmla="*/ 461 w 552"/>
                <a:gd name="T45" fmla="*/ 19 h 536"/>
                <a:gd name="T46" fmla="*/ 490 w 552"/>
                <a:gd name="T47" fmla="*/ 37 h 536"/>
                <a:gd name="T48" fmla="*/ 513 w 552"/>
                <a:gd name="T49" fmla="*/ 58 h 536"/>
                <a:gd name="T50" fmla="*/ 529 w 552"/>
                <a:gd name="T51" fmla="*/ 86 h 536"/>
                <a:gd name="T52" fmla="*/ 538 w 552"/>
                <a:gd name="T53" fmla="*/ 119 h 536"/>
                <a:gd name="T54" fmla="*/ 541 w 552"/>
                <a:gd name="T55" fmla="*/ 157 h 536"/>
                <a:gd name="T56" fmla="*/ 538 w 552"/>
                <a:gd name="T57" fmla="*/ 194 h 536"/>
                <a:gd name="T58" fmla="*/ 529 w 552"/>
                <a:gd name="T59" fmla="*/ 225 h 536"/>
                <a:gd name="T60" fmla="*/ 513 w 552"/>
                <a:gd name="T61" fmla="*/ 252 h 536"/>
                <a:gd name="T62" fmla="*/ 494 w 552"/>
                <a:gd name="T63" fmla="*/ 272 h 536"/>
                <a:gd name="T64" fmla="*/ 473 w 552"/>
                <a:gd name="T65" fmla="*/ 290 h 536"/>
                <a:gd name="T66" fmla="*/ 447 w 552"/>
                <a:gd name="T67" fmla="*/ 302 h 536"/>
                <a:gd name="T68" fmla="*/ 421 w 552"/>
                <a:gd name="T69" fmla="*/ 311 h 536"/>
                <a:gd name="T70" fmla="*/ 393 w 552"/>
                <a:gd name="T71" fmla="*/ 314 h 536"/>
                <a:gd name="T72" fmla="*/ 384 w 552"/>
                <a:gd name="T73" fmla="*/ 314 h 536"/>
                <a:gd name="T74" fmla="*/ 552 w 552"/>
                <a:gd name="T75" fmla="*/ 536 h 536"/>
                <a:gd name="T76" fmla="*/ 431 w 552"/>
                <a:gd name="T77" fmla="*/ 536 h 536"/>
                <a:gd name="T78" fmla="*/ 274 w 552"/>
                <a:gd name="T79" fmla="*/ 323 h 536"/>
                <a:gd name="T80" fmla="*/ 274 w 552"/>
                <a:gd name="T81" fmla="*/ 321 h 536"/>
                <a:gd name="T82" fmla="*/ 98 w 552"/>
                <a:gd name="T83" fmla="*/ 321 h 536"/>
                <a:gd name="T84" fmla="*/ 98 w 552"/>
                <a:gd name="T85" fmla="*/ 536 h 536"/>
                <a:gd name="T86" fmla="*/ 0 w 552"/>
                <a:gd name="T87" fmla="*/ 536 h 536"/>
                <a:gd name="T88" fmla="*/ 0 w 552"/>
                <a:gd name="T89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2" h="536">
                  <a:moveTo>
                    <a:pt x="98" y="79"/>
                  </a:moveTo>
                  <a:lnTo>
                    <a:pt x="98" y="241"/>
                  </a:lnTo>
                  <a:lnTo>
                    <a:pt x="307" y="241"/>
                  </a:lnTo>
                  <a:lnTo>
                    <a:pt x="342" y="241"/>
                  </a:lnTo>
                  <a:lnTo>
                    <a:pt x="374" y="238"/>
                  </a:lnTo>
                  <a:lnTo>
                    <a:pt x="398" y="231"/>
                  </a:lnTo>
                  <a:lnTo>
                    <a:pt x="417" y="222"/>
                  </a:lnTo>
                  <a:lnTo>
                    <a:pt x="431" y="206"/>
                  </a:lnTo>
                  <a:lnTo>
                    <a:pt x="440" y="187"/>
                  </a:lnTo>
                  <a:lnTo>
                    <a:pt x="443" y="161"/>
                  </a:lnTo>
                  <a:lnTo>
                    <a:pt x="440" y="135"/>
                  </a:lnTo>
                  <a:lnTo>
                    <a:pt x="431" y="114"/>
                  </a:lnTo>
                  <a:lnTo>
                    <a:pt x="417" y="100"/>
                  </a:lnTo>
                  <a:lnTo>
                    <a:pt x="398" y="89"/>
                  </a:lnTo>
                  <a:lnTo>
                    <a:pt x="374" y="84"/>
                  </a:lnTo>
                  <a:lnTo>
                    <a:pt x="342" y="80"/>
                  </a:lnTo>
                  <a:lnTo>
                    <a:pt x="307" y="79"/>
                  </a:lnTo>
                  <a:lnTo>
                    <a:pt x="98" y="79"/>
                  </a:lnTo>
                  <a:close/>
                  <a:moveTo>
                    <a:pt x="0" y="0"/>
                  </a:moveTo>
                  <a:lnTo>
                    <a:pt x="323" y="0"/>
                  </a:lnTo>
                  <a:lnTo>
                    <a:pt x="377" y="2"/>
                  </a:lnTo>
                  <a:lnTo>
                    <a:pt x="422" y="9"/>
                  </a:lnTo>
                  <a:lnTo>
                    <a:pt x="461" y="19"/>
                  </a:lnTo>
                  <a:lnTo>
                    <a:pt x="490" y="37"/>
                  </a:lnTo>
                  <a:lnTo>
                    <a:pt x="513" y="58"/>
                  </a:lnTo>
                  <a:lnTo>
                    <a:pt x="529" y="86"/>
                  </a:lnTo>
                  <a:lnTo>
                    <a:pt x="538" y="119"/>
                  </a:lnTo>
                  <a:lnTo>
                    <a:pt x="541" y="157"/>
                  </a:lnTo>
                  <a:lnTo>
                    <a:pt x="538" y="194"/>
                  </a:lnTo>
                  <a:lnTo>
                    <a:pt x="529" y="225"/>
                  </a:lnTo>
                  <a:lnTo>
                    <a:pt x="513" y="252"/>
                  </a:lnTo>
                  <a:lnTo>
                    <a:pt x="494" y="272"/>
                  </a:lnTo>
                  <a:lnTo>
                    <a:pt x="473" y="290"/>
                  </a:lnTo>
                  <a:lnTo>
                    <a:pt x="447" y="302"/>
                  </a:lnTo>
                  <a:lnTo>
                    <a:pt x="421" y="311"/>
                  </a:lnTo>
                  <a:lnTo>
                    <a:pt x="393" y="314"/>
                  </a:lnTo>
                  <a:lnTo>
                    <a:pt x="384" y="314"/>
                  </a:lnTo>
                  <a:lnTo>
                    <a:pt x="552" y="536"/>
                  </a:lnTo>
                  <a:lnTo>
                    <a:pt x="431" y="536"/>
                  </a:lnTo>
                  <a:lnTo>
                    <a:pt x="274" y="323"/>
                  </a:lnTo>
                  <a:lnTo>
                    <a:pt x="274" y="321"/>
                  </a:lnTo>
                  <a:lnTo>
                    <a:pt x="98" y="321"/>
                  </a:lnTo>
                  <a:lnTo>
                    <a:pt x="98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0" name="Freeform 7"/>
            <p:cNvSpPr>
              <a:spLocks/>
            </p:cNvSpPr>
            <p:nvPr userDrawn="1"/>
          </p:nvSpPr>
          <p:spPr bwMode="auto">
            <a:xfrm>
              <a:off x="3467172" y="5818063"/>
              <a:ext cx="462976" cy="508514"/>
            </a:xfrm>
            <a:custGeom>
              <a:avLst/>
              <a:gdLst>
                <a:gd name="T0" fmla="*/ 0 w 488"/>
                <a:gd name="T1" fmla="*/ 0 h 536"/>
                <a:gd name="T2" fmla="*/ 440 w 488"/>
                <a:gd name="T3" fmla="*/ 0 h 536"/>
                <a:gd name="T4" fmla="*/ 455 w 488"/>
                <a:gd name="T5" fmla="*/ 2 h 536"/>
                <a:gd name="T6" fmla="*/ 467 w 488"/>
                <a:gd name="T7" fmla="*/ 12 h 536"/>
                <a:gd name="T8" fmla="*/ 476 w 488"/>
                <a:gd name="T9" fmla="*/ 25 h 536"/>
                <a:gd name="T10" fmla="*/ 480 w 488"/>
                <a:gd name="T11" fmla="*/ 40 h 536"/>
                <a:gd name="T12" fmla="*/ 476 w 488"/>
                <a:gd name="T13" fmla="*/ 56 h 536"/>
                <a:gd name="T14" fmla="*/ 467 w 488"/>
                <a:gd name="T15" fmla="*/ 70 h 536"/>
                <a:gd name="T16" fmla="*/ 455 w 488"/>
                <a:gd name="T17" fmla="*/ 79 h 536"/>
                <a:gd name="T18" fmla="*/ 440 w 488"/>
                <a:gd name="T19" fmla="*/ 82 h 536"/>
                <a:gd name="T20" fmla="*/ 97 w 488"/>
                <a:gd name="T21" fmla="*/ 82 h 536"/>
                <a:gd name="T22" fmla="*/ 97 w 488"/>
                <a:gd name="T23" fmla="*/ 218 h 536"/>
                <a:gd name="T24" fmla="*/ 354 w 488"/>
                <a:gd name="T25" fmla="*/ 218 h 536"/>
                <a:gd name="T26" fmla="*/ 370 w 488"/>
                <a:gd name="T27" fmla="*/ 222 h 536"/>
                <a:gd name="T28" fmla="*/ 384 w 488"/>
                <a:gd name="T29" fmla="*/ 231 h 536"/>
                <a:gd name="T30" fmla="*/ 392 w 488"/>
                <a:gd name="T31" fmla="*/ 243 h 536"/>
                <a:gd name="T32" fmla="*/ 396 w 488"/>
                <a:gd name="T33" fmla="*/ 259 h 536"/>
                <a:gd name="T34" fmla="*/ 392 w 488"/>
                <a:gd name="T35" fmla="*/ 276 h 536"/>
                <a:gd name="T36" fmla="*/ 384 w 488"/>
                <a:gd name="T37" fmla="*/ 288 h 536"/>
                <a:gd name="T38" fmla="*/ 370 w 488"/>
                <a:gd name="T39" fmla="*/ 297 h 536"/>
                <a:gd name="T40" fmla="*/ 354 w 488"/>
                <a:gd name="T41" fmla="*/ 300 h 536"/>
                <a:gd name="T42" fmla="*/ 97 w 488"/>
                <a:gd name="T43" fmla="*/ 300 h 536"/>
                <a:gd name="T44" fmla="*/ 97 w 488"/>
                <a:gd name="T45" fmla="*/ 454 h 536"/>
                <a:gd name="T46" fmla="*/ 448 w 488"/>
                <a:gd name="T47" fmla="*/ 454 h 536"/>
                <a:gd name="T48" fmla="*/ 464 w 488"/>
                <a:gd name="T49" fmla="*/ 457 h 536"/>
                <a:gd name="T50" fmla="*/ 478 w 488"/>
                <a:gd name="T51" fmla="*/ 466 h 536"/>
                <a:gd name="T52" fmla="*/ 487 w 488"/>
                <a:gd name="T53" fmla="*/ 478 h 536"/>
                <a:gd name="T54" fmla="*/ 488 w 488"/>
                <a:gd name="T55" fmla="*/ 494 h 536"/>
                <a:gd name="T56" fmla="*/ 487 w 488"/>
                <a:gd name="T57" fmla="*/ 512 h 536"/>
                <a:gd name="T58" fmla="*/ 478 w 488"/>
                <a:gd name="T59" fmla="*/ 524 h 536"/>
                <a:gd name="T60" fmla="*/ 464 w 488"/>
                <a:gd name="T61" fmla="*/ 533 h 536"/>
                <a:gd name="T62" fmla="*/ 448 w 488"/>
                <a:gd name="T63" fmla="*/ 536 h 536"/>
                <a:gd name="T64" fmla="*/ 0 w 488"/>
                <a:gd name="T65" fmla="*/ 536 h 536"/>
                <a:gd name="T66" fmla="*/ 0 w 488"/>
                <a:gd name="T67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488" h="536">
                  <a:moveTo>
                    <a:pt x="0" y="0"/>
                  </a:moveTo>
                  <a:lnTo>
                    <a:pt x="440" y="0"/>
                  </a:lnTo>
                  <a:lnTo>
                    <a:pt x="455" y="2"/>
                  </a:lnTo>
                  <a:lnTo>
                    <a:pt x="467" y="12"/>
                  </a:lnTo>
                  <a:lnTo>
                    <a:pt x="476" y="25"/>
                  </a:lnTo>
                  <a:lnTo>
                    <a:pt x="480" y="40"/>
                  </a:lnTo>
                  <a:lnTo>
                    <a:pt x="476" y="56"/>
                  </a:lnTo>
                  <a:lnTo>
                    <a:pt x="467" y="70"/>
                  </a:lnTo>
                  <a:lnTo>
                    <a:pt x="455" y="79"/>
                  </a:lnTo>
                  <a:lnTo>
                    <a:pt x="440" y="82"/>
                  </a:lnTo>
                  <a:lnTo>
                    <a:pt x="97" y="82"/>
                  </a:lnTo>
                  <a:lnTo>
                    <a:pt x="97" y="218"/>
                  </a:lnTo>
                  <a:lnTo>
                    <a:pt x="354" y="218"/>
                  </a:lnTo>
                  <a:lnTo>
                    <a:pt x="370" y="222"/>
                  </a:lnTo>
                  <a:lnTo>
                    <a:pt x="384" y="231"/>
                  </a:lnTo>
                  <a:lnTo>
                    <a:pt x="392" y="243"/>
                  </a:lnTo>
                  <a:lnTo>
                    <a:pt x="396" y="259"/>
                  </a:lnTo>
                  <a:lnTo>
                    <a:pt x="392" y="276"/>
                  </a:lnTo>
                  <a:lnTo>
                    <a:pt x="384" y="288"/>
                  </a:lnTo>
                  <a:lnTo>
                    <a:pt x="370" y="297"/>
                  </a:lnTo>
                  <a:lnTo>
                    <a:pt x="354" y="300"/>
                  </a:lnTo>
                  <a:lnTo>
                    <a:pt x="97" y="300"/>
                  </a:lnTo>
                  <a:lnTo>
                    <a:pt x="97" y="454"/>
                  </a:lnTo>
                  <a:lnTo>
                    <a:pt x="448" y="454"/>
                  </a:lnTo>
                  <a:lnTo>
                    <a:pt x="464" y="457"/>
                  </a:lnTo>
                  <a:lnTo>
                    <a:pt x="478" y="466"/>
                  </a:lnTo>
                  <a:lnTo>
                    <a:pt x="487" y="478"/>
                  </a:lnTo>
                  <a:lnTo>
                    <a:pt x="488" y="494"/>
                  </a:lnTo>
                  <a:lnTo>
                    <a:pt x="487" y="512"/>
                  </a:lnTo>
                  <a:lnTo>
                    <a:pt x="478" y="524"/>
                  </a:lnTo>
                  <a:lnTo>
                    <a:pt x="464" y="533"/>
                  </a:lnTo>
                  <a:lnTo>
                    <a:pt x="448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1" name="Freeform 8"/>
            <p:cNvSpPr>
              <a:spLocks/>
            </p:cNvSpPr>
            <p:nvPr userDrawn="1"/>
          </p:nvSpPr>
          <p:spPr bwMode="auto">
            <a:xfrm>
              <a:off x="4041148" y="5818063"/>
              <a:ext cx="541720" cy="508514"/>
            </a:xfrm>
            <a:custGeom>
              <a:avLst/>
              <a:gdLst>
                <a:gd name="T0" fmla="*/ 48 w 571"/>
                <a:gd name="T1" fmla="*/ 0 h 536"/>
                <a:gd name="T2" fmla="*/ 65 w 571"/>
                <a:gd name="T3" fmla="*/ 4 h 536"/>
                <a:gd name="T4" fmla="*/ 79 w 571"/>
                <a:gd name="T5" fmla="*/ 12 h 536"/>
                <a:gd name="T6" fmla="*/ 89 w 571"/>
                <a:gd name="T7" fmla="*/ 26 h 536"/>
                <a:gd name="T8" fmla="*/ 280 w 571"/>
                <a:gd name="T9" fmla="*/ 431 h 536"/>
                <a:gd name="T10" fmla="*/ 285 w 571"/>
                <a:gd name="T11" fmla="*/ 440 h 536"/>
                <a:gd name="T12" fmla="*/ 484 w 571"/>
                <a:gd name="T13" fmla="*/ 26 h 536"/>
                <a:gd name="T14" fmla="*/ 494 w 571"/>
                <a:gd name="T15" fmla="*/ 12 h 536"/>
                <a:gd name="T16" fmla="*/ 508 w 571"/>
                <a:gd name="T17" fmla="*/ 2 h 536"/>
                <a:gd name="T18" fmla="*/ 526 w 571"/>
                <a:gd name="T19" fmla="*/ 0 h 536"/>
                <a:gd name="T20" fmla="*/ 541 w 571"/>
                <a:gd name="T21" fmla="*/ 2 h 536"/>
                <a:gd name="T22" fmla="*/ 554 w 571"/>
                <a:gd name="T23" fmla="*/ 9 h 536"/>
                <a:gd name="T24" fmla="*/ 564 w 571"/>
                <a:gd name="T25" fmla="*/ 21 h 536"/>
                <a:gd name="T26" fmla="*/ 571 w 571"/>
                <a:gd name="T27" fmla="*/ 35 h 536"/>
                <a:gd name="T28" fmla="*/ 571 w 571"/>
                <a:gd name="T29" fmla="*/ 51 h 536"/>
                <a:gd name="T30" fmla="*/ 568 w 571"/>
                <a:gd name="T31" fmla="*/ 67 h 536"/>
                <a:gd name="T32" fmla="*/ 337 w 571"/>
                <a:gd name="T33" fmla="*/ 536 h 536"/>
                <a:gd name="T34" fmla="*/ 233 w 571"/>
                <a:gd name="T35" fmla="*/ 536 h 536"/>
                <a:gd name="T36" fmla="*/ 6 w 571"/>
                <a:gd name="T37" fmla="*/ 67 h 536"/>
                <a:gd name="T38" fmla="*/ 0 w 571"/>
                <a:gd name="T39" fmla="*/ 51 h 536"/>
                <a:gd name="T40" fmla="*/ 2 w 571"/>
                <a:gd name="T41" fmla="*/ 35 h 536"/>
                <a:gd name="T42" fmla="*/ 7 w 571"/>
                <a:gd name="T43" fmla="*/ 21 h 536"/>
                <a:gd name="T44" fmla="*/ 18 w 571"/>
                <a:gd name="T45" fmla="*/ 9 h 536"/>
                <a:gd name="T46" fmla="*/ 32 w 571"/>
                <a:gd name="T47" fmla="*/ 2 h 536"/>
                <a:gd name="T48" fmla="*/ 48 w 571"/>
                <a:gd name="T49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571" h="536">
                  <a:moveTo>
                    <a:pt x="48" y="0"/>
                  </a:moveTo>
                  <a:lnTo>
                    <a:pt x="65" y="4"/>
                  </a:lnTo>
                  <a:lnTo>
                    <a:pt x="79" y="12"/>
                  </a:lnTo>
                  <a:lnTo>
                    <a:pt x="89" y="26"/>
                  </a:lnTo>
                  <a:lnTo>
                    <a:pt x="280" y="431"/>
                  </a:lnTo>
                  <a:lnTo>
                    <a:pt x="285" y="440"/>
                  </a:lnTo>
                  <a:lnTo>
                    <a:pt x="484" y="26"/>
                  </a:lnTo>
                  <a:lnTo>
                    <a:pt x="494" y="12"/>
                  </a:lnTo>
                  <a:lnTo>
                    <a:pt x="508" y="2"/>
                  </a:lnTo>
                  <a:lnTo>
                    <a:pt x="526" y="0"/>
                  </a:lnTo>
                  <a:lnTo>
                    <a:pt x="541" y="2"/>
                  </a:lnTo>
                  <a:lnTo>
                    <a:pt x="554" y="9"/>
                  </a:lnTo>
                  <a:lnTo>
                    <a:pt x="564" y="21"/>
                  </a:lnTo>
                  <a:lnTo>
                    <a:pt x="571" y="35"/>
                  </a:lnTo>
                  <a:lnTo>
                    <a:pt x="571" y="51"/>
                  </a:lnTo>
                  <a:lnTo>
                    <a:pt x="568" y="67"/>
                  </a:lnTo>
                  <a:lnTo>
                    <a:pt x="337" y="536"/>
                  </a:lnTo>
                  <a:lnTo>
                    <a:pt x="233" y="536"/>
                  </a:lnTo>
                  <a:lnTo>
                    <a:pt x="6" y="67"/>
                  </a:lnTo>
                  <a:lnTo>
                    <a:pt x="0" y="51"/>
                  </a:lnTo>
                  <a:lnTo>
                    <a:pt x="2" y="35"/>
                  </a:lnTo>
                  <a:lnTo>
                    <a:pt x="7" y="21"/>
                  </a:lnTo>
                  <a:lnTo>
                    <a:pt x="18" y="9"/>
                  </a:lnTo>
                  <a:lnTo>
                    <a:pt x="32" y="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2" name="Freeform 9"/>
            <p:cNvSpPr>
              <a:spLocks noEditPoints="1"/>
            </p:cNvSpPr>
            <p:nvPr userDrawn="1"/>
          </p:nvSpPr>
          <p:spPr bwMode="auto">
            <a:xfrm>
              <a:off x="4582868" y="5818063"/>
              <a:ext cx="608130" cy="508514"/>
            </a:xfrm>
            <a:custGeom>
              <a:avLst/>
              <a:gdLst>
                <a:gd name="T0" fmla="*/ 321 w 641"/>
                <a:gd name="T1" fmla="*/ 70 h 536"/>
                <a:gd name="T2" fmla="*/ 201 w 641"/>
                <a:gd name="T3" fmla="*/ 328 h 536"/>
                <a:gd name="T4" fmla="*/ 443 w 641"/>
                <a:gd name="T5" fmla="*/ 328 h 536"/>
                <a:gd name="T6" fmla="*/ 321 w 641"/>
                <a:gd name="T7" fmla="*/ 70 h 536"/>
                <a:gd name="T8" fmla="*/ 264 w 641"/>
                <a:gd name="T9" fmla="*/ 0 h 536"/>
                <a:gd name="T10" fmla="*/ 381 w 641"/>
                <a:gd name="T11" fmla="*/ 0 h 536"/>
                <a:gd name="T12" fmla="*/ 641 w 641"/>
                <a:gd name="T13" fmla="*/ 536 h 536"/>
                <a:gd name="T14" fmla="*/ 538 w 641"/>
                <a:gd name="T15" fmla="*/ 536 h 536"/>
                <a:gd name="T16" fmla="*/ 482 w 641"/>
                <a:gd name="T17" fmla="*/ 414 h 536"/>
                <a:gd name="T18" fmla="*/ 480 w 641"/>
                <a:gd name="T19" fmla="*/ 410 h 536"/>
                <a:gd name="T20" fmla="*/ 161 w 641"/>
                <a:gd name="T21" fmla="*/ 410 h 536"/>
                <a:gd name="T22" fmla="*/ 103 w 641"/>
                <a:gd name="T23" fmla="*/ 536 h 536"/>
                <a:gd name="T24" fmla="*/ 0 w 641"/>
                <a:gd name="T25" fmla="*/ 536 h 536"/>
                <a:gd name="T26" fmla="*/ 264 w 641"/>
                <a:gd name="T27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1" h="536">
                  <a:moveTo>
                    <a:pt x="321" y="70"/>
                  </a:moveTo>
                  <a:lnTo>
                    <a:pt x="201" y="328"/>
                  </a:lnTo>
                  <a:lnTo>
                    <a:pt x="443" y="328"/>
                  </a:lnTo>
                  <a:lnTo>
                    <a:pt x="321" y="70"/>
                  </a:lnTo>
                  <a:close/>
                  <a:moveTo>
                    <a:pt x="264" y="0"/>
                  </a:moveTo>
                  <a:lnTo>
                    <a:pt x="381" y="0"/>
                  </a:lnTo>
                  <a:lnTo>
                    <a:pt x="641" y="536"/>
                  </a:lnTo>
                  <a:lnTo>
                    <a:pt x="538" y="536"/>
                  </a:lnTo>
                  <a:lnTo>
                    <a:pt x="482" y="414"/>
                  </a:lnTo>
                  <a:lnTo>
                    <a:pt x="480" y="410"/>
                  </a:lnTo>
                  <a:lnTo>
                    <a:pt x="161" y="410"/>
                  </a:lnTo>
                  <a:lnTo>
                    <a:pt x="103" y="536"/>
                  </a:lnTo>
                  <a:lnTo>
                    <a:pt x="0" y="536"/>
                  </a:lnTo>
                  <a:lnTo>
                    <a:pt x="264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3" name="Freeform 10"/>
            <p:cNvSpPr>
              <a:spLocks/>
            </p:cNvSpPr>
            <p:nvPr userDrawn="1"/>
          </p:nvSpPr>
          <p:spPr bwMode="auto">
            <a:xfrm>
              <a:off x="5169177" y="5818063"/>
              <a:ext cx="555002" cy="508514"/>
            </a:xfrm>
            <a:custGeom>
              <a:avLst/>
              <a:gdLst>
                <a:gd name="T0" fmla="*/ 42 w 585"/>
                <a:gd name="T1" fmla="*/ 0 h 536"/>
                <a:gd name="T2" fmla="*/ 545 w 585"/>
                <a:gd name="T3" fmla="*/ 0 h 536"/>
                <a:gd name="T4" fmla="*/ 560 w 585"/>
                <a:gd name="T5" fmla="*/ 2 h 536"/>
                <a:gd name="T6" fmla="*/ 574 w 585"/>
                <a:gd name="T7" fmla="*/ 12 h 536"/>
                <a:gd name="T8" fmla="*/ 583 w 585"/>
                <a:gd name="T9" fmla="*/ 25 h 536"/>
                <a:gd name="T10" fmla="*/ 585 w 585"/>
                <a:gd name="T11" fmla="*/ 40 h 536"/>
                <a:gd name="T12" fmla="*/ 583 w 585"/>
                <a:gd name="T13" fmla="*/ 56 h 536"/>
                <a:gd name="T14" fmla="*/ 574 w 585"/>
                <a:gd name="T15" fmla="*/ 70 h 536"/>
                <a:gd name="T16" fmla="*/ 560 w 585"/>
                <a:gd name="T17" fmla="*/ 79 h 536"/>
                <a:gd name="T18" fmla="*/ 545 w 585"/>
                <a:gd name="T19" fmla="*/ 82 h 536"/>
                <a:gd name="T20" fmla="*/ 342 w 585"/>
                <a:gd name="T21" fmla="*/ 82 h 536"/>
                <a:gd name="T22" fmla="*/ 342 w 585"/>
                <a:gd name="T23" fmla="*/ 536 h 536"/>
                <a:gd name="T24" fmla="*/ 244 w 585"/>
                <a:gd name="T25" fmla="*/ 536 h 536"/>
                <a:gd name="T26" fmla="*/ 244 w 585"/>
                <a:gd name="T27" fmla="*/ 82 h 536"/>
                <a:gd name="T28" fmla="*/ 42 w 585"/>
                <a:gd name="T29" fmla="*/ 82 h 536"/>
                <a:gd name="T30" fmla="*/ 26 w 585"/>
                <a:gd name="T31" fmla="*/ 79 h 536"/>
                <a:gd name="T32" fmla="*/ 12 w 585"/>
                <a:gd name="T33" fmla="*/ 70 h 536"/>
                <a:gd name="T34" fmla="*/ 4 w 585"/>
                <a:gd name="T35" fmla="*/ 56 h 536"/>
                <a:gd name="T36" fmla="*/ 0 w 585"/>
                <a:gd name="T37" fmla="*/ 40 h 536"/>
                <a:gd name="T38" fmla="*/ 4 w 585"/>
                <a:gd name="T39" fmla="*/ 25 h 536"/>
                <a:gd name="T40" fmla="*/ 12 w 585"/>
                <a:gd name="T41" fmla="*/ 12 h 536"/>
                <a:gd name="T42" fmla="*/ 26 w 585"/>
                <a:gd name="T43" fmla="*/ 2 h 536"/>
                <a:gd name="T44" fmla="*/ 42 w 585"/>
                <a:gd name="T45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585" h="536">
                  <a:moveTo>
                    <a:pt x="42" y="0"/>
                  </a:moveTo>
                  <a:lnTo>
                    <a:pt x="545" y="0"/>
                  </a:lnTo>
                  <a:lnTo>
                    <a:pt x="560" y="2"/>
                  </a:lnTo>
                  <a:lnTo>
                    <a:pt x="574" y="12"/>
                  </a:lnTo>
                  <a:lnTo>
                    <a:pt x="583" y="25"/>
                  </a:lnTo>
                  <a:lnTo>
                    <a:pt x="585" y="40"/>
                  </a:lnTo>
                  <a:lnTo>
                    <a:pt x="583" y="56"/>
                  </a:lnTo>
                  <a:lnTo>
                    <a:pt x="574" y="70"/>
                  </a:lnTo>
                  <a:lnTo>
                    <a:pt x="560" y="79"/>
                  </a:lnTo>
                  <a:lnTo>
                    <a:pt x="545" y="82"/>
                  </a:lnTo>
                  <a:lnTo>
                    <a:pt x="342" y="82"/>
                  </a:lnTo>
                  <a:lnTo>
                    <a:pt x="342" y="536"/>
                  </a:lnTo>
                  <a:lnTo>
                    <a:pt x="244" y="536"/>
                  </a:lnTo>
                  <a:lnTo>
                    <a:pt x="244" y="82"/>
                  </a:lnTo>
                  <a:lnTo>
                    <a:pt x="42" y="82"/>
                  </a:lnTo>
                  <a:lnTo>
                    <a:pt x="26" y="79"/>
                  </a:lnTo>
                  <a:lnTo>
                    <a:pt x="12" y="70"/>
                  </a:lnTo>
                  <a:lnTo>
                    <a:pt x="4" y="56"/>
                  </a:lnTo>
                  <a:lnTo>
                    <a:pt x="0" y="40"/>
                  </a:lnTo>
                  <a:lnTo>
                    <a:pt x="4" y="25"/>
                  </a:lnTo>
                  <a:lnTo>
                    <a:pt x="12" y="12"/>
                  </a:lnTo>
                  <a:lnTo>
                    <a:pt x="26" y="2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4" name="Freeform 11"/>
            <p:cNvSpPr>
              <a:spLocks/>
            </p:cNvSpPr>
            <p:nvPr userDrawn="1"/>
          </p:nvSpPr>
          <p:spPr bwMode="auto">
            <a:xfrm>
              <a:off x="5831384" y="5818063"/>
              <a:ext cx="541720" cy="521796"/>
            </a:xfrm>
            <a:custGeom>
              <a:avLst/>
              <a:gdLst>
                <a:gd name="T0" fmla="*/ 49 w 571"/>
                <a:gd name="T1" fmla="*/ 0 h 550"/>
                <a:gd name="T2" fmla="*/ 68 w 571"/>
                <a:gd name="T3" fmla="*/ 4 h 550"/>
                <a:gd name="T4" fmla="*/ 84 w 571"/>
                <a:gd name="T5" fmla="*/ 14 h 550"/>
                <a:gd name="T6" fmla="*/ 94 w 571"/>
                <a:gd name="T7" fmla="*/ 30 h 550"/>
                <a:gd name="T8" fmla="*/ 98 w 571"/>
                <a:gd name="T9" fmla="*/ 49 h 550"/>
                <a:gd name="T10" fmla="*/ 98 w 571"/>
                <a:gd name="T11" fmla="*/ 299 h 550"/>
                <a:gd name="T12" fmla="*/ 98 w 571"/>
                <a:gd name="T13" fmla="*/ 320 h 550"/>
                <a:gd name="T14" fmla="*/ 101 w 571"/>
                <a:gd name="T15" fmla="*/ 342 h 550"/>
                <a:gd name="T16" fmla="*/ 105 w 571"/>
                <a:gd name="T17" fmla="*/ 363 h 550"/>
                <a:gd name="T18" fmla="*/ 112 w 571"/>
                <a:gd name="T19" fmla="*/ 384 h 550"/>
                <a:gd name="T20" fmla="*/ 122 w 571"/>
                <a:gd name="T21" fmla="*/ 403 h 550"/>
                <a:gd name="T22" fmla="*/ 136 w 571"/>
                <a:gd name="T23" fmla="*/ 421 h 550"/>
                <a:gd name="T24" fmla="*/ 156 w 571"/>
                <a:gd name="T25" fmla="*/ 437 h 550"/>
                <a:gd name="T26" fmla="*/ 180 w 571"/>
                <a:gd name="T27" fmla="*/ 449 h 550"/>
                <a:gd name="T28" fmla="*/ 208 w 571"/>
                <a:gd name="T29" fmla="*/ 459 h 550"/>
                <a:gd name="T30" fmla="*/ 245 w 571"/>
                <a:gd name="T31" fmla="*/ 464 h 550"/>
                <a:gd name="T32" fmla="*/ 286 w 571"/>
                <a:gd name="T33" fmla="*/ 466 h 550"/>
                <a:gd name="T34" fmla="*/ 328 w 571"/>
                <a:gd name="T35" fmla="*/ 464 h 550"/>
                <a:gd name="T36" fmla="*/ 363 w 571"/>
                <a:gd name="T37" fmla="*/ 459 h 550"/>
                <a:gd name="T38" fmla="*/ 391 w 571"/>
                <a:gd name="T39" fmla="*/ 449 h 550"/>
                <a:gd name="T40" fmla="*/ 416 w 571"/>
                <a:gd name="T41" fmla="*/ 437 h 550"/>
                <a:gd name="T42" fmla="*/ 435 w 571"/>
                <a:gd name="T43" fmla="*/ 421 h 550"/>
                <a:gd name="T44" fmla="*/ 449 w 571"/>
                <a:gd name="T45" fmla="*/ 403 h 550"/>
                <a:gd name="T46" fmla="*/ 459 w 571"/>
                <a:gd name="T47" fmla="*/ 384 h 550"/>
                <a:gd name="T48" fmla="*/ 466 w 571"/>
                <a:gd name="T49" fmla="*/ 363 h 550"/>
                <a:gd name="T50" fmla="*/ 470 w 571"/>
                <a:gd name="T51" fmla="*/ 342 h 550"/>
                <a:gd name="T52" fmla="*/ 473 w 571"/>
                <a:gd name="T53" fmla="*/ 320 h 550"/>
                <a:gd name="T54" fmla="*/ 473 w 571"/>
                <a:gd name="T55" fmla="*/ 299 h 550"/>
                <a:gd name="T56" fmla="*/ 473 w 571"/>
                <a:gd name="T57" fmla="*/ 49 h 550"/>
                <a:gd name="T58" fmla="*/ 477 w 571"/>
                <a:gd name="T59" fmla="*/ 30 h 550"/>
                <a:gd name="T60" fmla="*/ 487 w 571"/>
                <a:gd name="T61" fmla="*/ 14 h 550"/>
                <a:gd name="T62" fmla="*/ 503 w 571"/>
                <a:gd name="T63" fmla="*/ 4 h 550"/>
                <a:gd name="T64" fmla="*/ 522 w 571"/>
                <a:gd name="T65" fmla="*/ 0 h 550"/>
                <a:gd name="T66" fmla="*/ 541 w 571"/>
                <a:gd name="T67" fmla="*/ 4 h 550"/>
                <a:gd name="T68" fmla="*/ 557 w 571"/>
                <a:gd name="T69" fmla="*/ 14 h 550"/>
                <a:gd name="T70" fmla="*/ 567 w 571"/>
                <a:gd name="T71" fmla="*/ 30 h 550"/>
                <a:gd name="T72" fmla="*/ 571 w 571"/>
                <a:gd name="T73" fmla="*/ 49 h 550"/>
                <a:gd name="T74" fmla="*/ 571 w 571"/>
                <a:gd name="T75" fmla="*/ 306 h 550"/>
                <a:gd name="T76" fmla="*/ 567 w 571"/>
                <a:gd name="T77" fmla="*/ 358 h 550"/>
                <a:gd name="T78" fmla="*/ 557 w 571"/>
                <a:gd name="T79" fmla="*/ 402 h 550"/>
                <a:gd name="T80" fmla="*/ 540 w 571"/>
                <a:gd name="T81" fmla="*/ 442 h 550"/>
                <a:gd name="T82" fmla="*/ 513 w 571"/>
                <a:gd name="T83" fmla="*/ 475 h 550"/>
                <a:gd name="T84" fmla="*/ 482 w 571"/>
                <a:gd name="T85" fmla="*/ 501 h 550"/>
                <a:gd name="T86" fmla="*/ 444 w 571"/>
                <a:gd name="T87" fmla="*/ 522 h 550"/>
                <a:gd name="T88" fmla="*/ 398 w 571"/>
                <a:gd name="T89" fmla="*/ 538 h 550"/>
                <a:gd name="T90" fmla="*/ 346 w 571"/>
                <a:gd name="T91" fmla="*/ 547 h 550"/>
                <a:gd name="T92" fmla="*/ 286 w 571"/>
                <a:gd name="T93" fmla="*/ 550 h 550"/>
                <a:gd name="T94" fmla="*/ 225 w 571"/>
                <a:gd name="T95" fmla="*/ 547 h 550"/>
                <a:gd name="T96" fmla="*/ 173 w 571"/>
                <a:gd name="T97" fmla="*/ 538 h 550"/>
                <a:gd name="T98" fmla="*/ 128 w 571"/>
                <a:gd name="T99" fmla="*/ 522 h 550"/>
                <a:gd name="T100" fmla="*/ 89 w 571"/>
                <a:gd name="T101" fmla="*/ 501 h 550"/>
                <a:gd name="T102" fmla="*/ 58 w 571"/>
                <a:gd name="T103" fmla="*/ 475 h 550"/>
                <a:gd name="T104" fmla="*/ 32 w 571"/>
                <a:gd name="T105" fmla="*/ 442 h 550"/>
                <a:gd name="T106" fmla="*/ 14 w 571"/>
                <a:gd name="T107" fmla="*/ 402 h 550"/>
                <a:gd name="T108" fmla="*/ 4 w 571"/>
                <a:gd name="T109" fmla="*/ 358 h 550"/>
                <a:gd name="T110" fmla="*/ 0 w 571"/>
                <a:gd name="T111" fmla="*/ 306 h 550"/>
                <a:gd name="T112" fmla="*/ 0 w 571"/>
                <a:gd name="T113" fmla="*/ 49 h 550"/>
                <a:gd name="T114" fmla="*/ 4 w 571"/>
                <a:gd name="T115" fmla="*/ 30 h 550"/>
                <a:gd name="T116" fmla="*/ 14 w 571"/>
                <a:gd name="T117" fmla="*/ 14 h 550"/>
                <a:gd name="T118" fmla="*/ 30 w 571"/>
                <a:gd name="T119" fmla="*/ 4 h 550"/>
                <a:gd name="T120" fmla="*/ 49 w 571"/>
                <a:gd name="T121" fmla="*/ 0 h 5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71" h="550">
                  <a:moveTo>
                    <a:pt x="49" y="0"/>
                  </a:moveTo>
                  <a:lnTo>
                    <a:pt x="68" y="4"/>
                  </a:lnTo>
                  <a:lnTo>
                    <a:pt x="84" y="14"/>
                  </a:lnTo>
                  <a:lnTo>
                    <a:pt x="94" y="30"/>
                  </a:lnTo>
                  <a:lnTo>
                    <a:pt x="98" y="49"/>
                  </a:lnTo>
                  <a:lnTo>
                    <a:pt x="98" y="299"/>
                  </a:lnTo>
                  <a:lnTo>
                    <a:pt x="98" y="320"/>
                  </a:lnTo>
                  <a:lnTo>
                    <a:pt x="101" y="342"/>
                  </a:lnTo>
                  <a:lnTo>
                    <a:pt x="105" y="363"/>
                  </a:lnTo>
                  <a:lnTo>
                    <a:pt x="112" y="384"/>
                  </a:lnTo>
                  <a:lnTo>
                    <a:pt x="122" y="403"/>
                  </a:lnTo>
                  <a:lnTo>
                    <a:pt x="136" y="421"/>
                  </a:lnTo>
                  <a:lnTo>
                    <a:pt x="156" y="437"/>
                  </a:lnTo>
                  <a:lnTo>
                    <a:pt x="180" y="449"/>
                  </a:lnTo>
                  <a:lnTo>
                    <a:pt x="208" y="459"/>
                  </a:lnTo>
                  <a:lnTo>
                    <a:pt x="245" y="464"/>
                  </a:lnTo>
                  <a:lnTo>
                    <a:pt x="286" y="466"/>
                  </a:lnTo>
                  <a:lnTo>
                    <a:pt x="328" y="464"/>
                  </a:lnTo>
                  <a:lnTo>
                    <a:pt x="363" y="459"/>
                  </a:lnTo>
                  <a:lnTo>
                    <a:pt x="391" y="449"/>
                  </a:lnTo>
                  <a:lnTo>
                    <a:pt x="416" y="437"/>
                  </a:lnTo>
                  <a:lnTo>
                    <a:pt x="435" y="421"/>
                  </a:lnTo>
                  <a:lnTo>
                    <a:pt x="449" y="403"/>
                  </a:lnTo>
                  <a:lnTo>
                    <a:pt x="459" y="384"/>
                  </a:lnTo>
                  <a:lnTo>
                    <a:pt x="466" y="363"/>
                  </a:lnTo>
                  <a:lnTo>
                    <a:pt x="470" y="342"/>
                  </a:lnTo>
                  <a:lnTo>
                    <a:pt x="473" y="320"/>
                  </a:lnTo>
                  <a:lnTo>
                    <a:pt x="473" y="299"/>
                  </a:lnTo>
                  <a:lnTo>
                    <a:pt x="473" y="49"/>
                  </a:lnTo>
                  <a:lnTo>
                    <a:pt x="477" y="30"/>
                  </a:lnTo>
                  <a:lnTo>
                    <a:pt x="487" y="14"/>
                  </a:lnTo>
                  <a:lnTo>
                    <a:pt x="503" y="4"/>
                  </a:lnTo>
                  <a:lnTo>
                    <a:pt x="522" y="0"/>
                  </a:lnTo>
                  <a:lnTo>
                    <a:pt x="541" y="4"/>
                  </a:lnTo>
                  <a:lnTo>
                    <a:pt x="557" y="14"/>
                  </a:lnTo>
                  <a:lnTo>
                    <a:pt x="567" y="30"/>
                  </a:lnTo>
                  <a:lnTo>
                    <a:pt x="571" y="49"/>
                  </a:lnTo>
                  <a:lnTo>
                    <a:pt x="571" y="306"/>
                  </a:lnTo>
                  <a:lnTo>
                    <a:pt x="567" y="358"/>
                  </a:lnTo>
                  <a:lnTo>
                    <a:pt x="557" y="402"/>
                  </a:lnTo>
                  <a:lnTo>
                    <a:pt x="540" y="442"/>
                  </a:lnTo>
                  <a:lnTo>
                    <a:pt x="513" y="475"/>
                  </a:lnTo>
                  <a:lnTo>
                    <a:pt x="482" y="501"/>
                  </a:lnTo>
                  <a:lnTo>
                    <a:pt x="444" y="522"/>
                  </a:lnTo>
                  <a:lnTo>
                    <a:pt x="398" y="538"/>
                  </a:lnTo>
                  <a:lnTo>
                    <a:pt x="346" y="547"/>
                  </a:lnTo>
                  <a:lnTo>
                    <a:pt x="286" y="550"/>
                  </a:lnTo>
                  <a:lnTo>
                    <a:pt x="225" y="547"/>
                  </a:lnTo>
                  <a:lnTo>
                    <a:pt x="173" y="538"/>
                  </a:lnTo>
                  <a:lnTo>
                    <a:pt x="128" y="522"/>
                  </a:lnTo>
                  <a:lnTo>
                    <a:pt x="89" y="501"/>
                  </a:lnTo>
                  <a:lnTo>
                    <a:pt x="58" y="475"/>
                  </a:lnTo>
                  <a:lnTo>
                    <a:pt x="32" y="442"/>
                  </a:lnTo>
                  <a:lnTo>
                    <a:pt x="14" y="402"/>
                  </a:lnTo>
                  <a:lnTo>
                    <a:pt x="4" y="358"/>
                  </a:lnTo>
                  <a:lnTo>
                    <a:pt x="0" y="306"/>
                  </a:lnTo>
                  <a:lnTo>
                    <a:pt x="0" y="49"/>
                  </a:lnTo>
                  <a:lnTo>
                    <a:pt x="4" y="30"/>
                  </a:lnTo>
                  <a:lnTo>
                    <a:pt x="14" y="14"/>
                  </a:lnTo>
                  <a:lnTo>
                    <a:pt x="30" y="4"/>
                  </a:lnTo>
                  <a:lnTo>
                    <a:pt x="49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5" name="Freeform 12"/>
            <p:cNvSpPr>
              <a:spLocks noEditPoints="1"/>
            </p:cNvSpPr>
            <p:nvPr userDrawn="1"/>
          </p:nvSpPr>
          <p:spPr bwMode="auto">
            <a:xfrm>
              <a:off x="6530592" y="5818063"/>
              <a:ext cx="521796" cy="508514"/>
            </a:xfrm>
            <a:custGeom>
              <a:avLst/>
              <a:gdLst>
                <a:gd name="T0" fmla="*/ 96 w 550"/>
                <a:gd name="T1" fmla="*/ 79 h 536"/>
                <a:gd name="T2" fmla="*/ 96 w 550"/>
                <a:gd name="T3" fmla="*/ 241 h 536"/>
                <a:gd name="T4" fmla="*/ 307 w 550"/>
                <a:gd name="T5" fmla="*/ 241 h 536"/>
                <a:gd name="T6" fmla="*/ 342 w 550"/>
                <a:gd name="T7" fmla="*/ 241 h 536"/>
                <a:gd name="T8" fmla="*/ 372 w 550"/>
                <a:gd name="T9" fmla="*/ 238 h 536"/>
                <a:gd name="T10" fmla="*/ 398 w 550"/>
                <a:gd name="T11" fmla="*/ 231 h 536"/>
                <a:gd name="T12" fmla="*/ 417 w 550"/>
                <a:gd name="T13" fmla="*/ 222 h 536"/>
                <a:gd name="T14" fmla="*/ 431 w 550"/>
                <a:gd name="T15" fmla="*/ 206 h 536"/>
                <a:gd name="T16" fmla="*/ 440 w 550"/>
                <a:gd name="T17" fmla="*/ 187 h 536"/>
                <a:gd name="T18" fmla="*/ 443 w 550"/>
                <a:gd name="T19" fmla="*/ 161 h 536"/>
                <a:gd name="T20" fmla="*/ 440 w 550"/>
                <a:gd name="T21" fmla="*/ 135 h 536"/>
                <a:gd name="T22" fmla="*/ 431 w 550"/>
                <a:gd name="T23" fmla="*/ 114 h 536"/>
                <a:gd name="T24" fmla="*/ 417 w 550"/>
                <a:gd name="T25" fmla="*/ 100 h 536"/>
                <a:gd name="T26" fmla="*/ 398 w 550"/>
                <a:gd name="T27" fmla="*/ 89 h 536"/>
                <a:gd name="T28" fmla="*/ 372 w 550"/>
                <a:gd name="T29" fmla="*/ 84 h 536"/>
                <a:gd name="T30" fmla="*/ 342 w 550"/>
                <a:gd name="T31" fmla="*/ 80 h 536"/>
                <a:gd name="T32" fmla="*/ 307 w 550"/>
                <a:gd name="T33" fmla="*/ 79 h 536"/>
                <a:gd name="T34" fmla="*/ 96 w 550"/>
                <a:gd name="T35" fmla="*/ 79 h 536"/>
                <a:gd name="T36" fmla="*/ 0 w 550"/>
                <a:gd name="T37" fmla="*/ 0 h 536"/>
                <a:gd name="T38" fmla="*/ 323 w 550"/>
                <a:gd name="T39" fmla="*/ 0 h 536"/>
                <a:gd name="T40" fmla="*/ 377 w 550"/>
                <a:gd name="T41" fmla="*/ 2 h 536"/>
                <a:gd name="T42" fmla="*/ 422 w 550"/>
                <a:gd name="T43" fmla="*/ 9 h 536"/>
                <a:gd name="T44" fmla="*/ 459 w 550"/>
                <a:gd name="T45" fmla="*/ 19 h 536"/>
                <a:gd name="T46" fmla="*/ 489 w 550"/>
                <a:gd name="T47" fmla="*/ 37 h 536"/>
                <a:gd name="T48" fmla="*/ 511 w 550"/>
                <a:gd name="T49" fmla="*/ 58 h 536"/>
                <a:gd name="T50" fmla="*/ 527 w 550"/>
                <a:gd name="T51" fmla="*/ 86 h 536"/>
                <a:gd name="T52" fmla="*/ 537 w 550"/>
                <a:gd name="T53" fmla="*/ 119 h 536"/>
                <a:gd name="T54" fmla="*/ 539 w 550"/>
                <a:gd name="T55" fmla="*/ 157 h 536"/>
                <a:gd name="T56" fmla="*/ 537 w 550"/>
                <a:gd name="T57" fmla="*/ 194 h 536"/>
                <a:gd name="T58" fmla="*/ 527 w 550"/>
                <a:gd name="T59" fmla="*/ 225 h 536"/>
                <a:gd name="T60" fmla="*/ 513 w 550"/>
                <a:gd name="T61" fmla="*/ 252 h 536"/>
                <a:gd name="T62" fmla="*/ 494 w 550"/>
                <a:gd name="T63" fmla="*/ 272 h 536"/>
                <a:gd name="T64" fmla="*/ 471 w 550"/>
                <a:gd name="T65" fmla="*/ 290 h 536"/>
                <a:gd name="T66" fmla="*/ 447 w 550"/>
                <a:gd name="T67" fmla="*/ 302 h 536"/>
                <a:gd name="T68" fmla="*/ 419 w 550"/>
                <a:gd name="T69" fmla="*/ 311 h 536"/>
                <a:gd name="T70" fmla="*/ 393 w 550"/>
                <a:gd name="T71" fmla="*/ 314 h 536"/>
                <a:gd name="T72" fmla="*/ 384 w 550"/>
                <a:gd name="T73" fmla="*/ 314 h 536"/>
                <a:gd name="T74" fmla="*/ 550 w 550"/>
                <a:gd name="T75" fmla="*/ 536 h 536"/>
                <a:gd name="T76" fmla="*/ 431 w 550"/>
                <a:gd name="T77" fmla="*/ 536 h 536"/>
                <a:gd name="T78" fmla="*/ 274 w 550"/>
                <a:gd name="T79" fmla="*/ 323 h 536"/>
                <a:gd name="T80" fmla="*/ 272 w 550"/>
                <a:gd name="T81" fmla="*/ 321 h 536"/>
                <a:gd name="T82" fmla="*/ 96 w 550"/>
                <a:gd name="T83" fmla="*/ 321 h 536"/>
                <a:gd name="T84" fmla="*/ 96 w 550"/>
                <a:gd name="T85" fmla="*/ 536 h 536"/>
                <a:gd name="T86" fmla="*/ 0 w 550"/>
                <a:gd name="T87" fmla="*/ 536 h 536"/>
                <a:gd name="T88" fmla="*/ 0 w 550"/>
                <a:gd name="T89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0" h="536">
                  <a:moveTo>
                    <a:pt x="96" y="79"/>
                  </a:moveTo>
                  <a:lnTo>
                    <a:pt x="96" y="241"/>
                  </a:lnTo>
                  <a:lnTo>
                    <a:pt x="307" y="241"/>
                  </a:lnTo>
                  <a:lnTo>
                    <a:pt x="342" y="241"/>
                  </a:lnTo>
                  <a:lnTo>
                    <a:pt x="372" y="238"/>
                  </a:lnTo>
                  <a:lnTo>
                    <a:pt x="398" y="231"/>
                  </a:lnTo>
                  <a:lnTo>
                    <a:pt x="417" y="222"/>
                  </a:lnTo>
                  <a:lnTo>
                    <a:pt x="431" y="206"/>
                  </a:lnTo>
                  <a:lnTo>
                    <a:pt x="440" y="187"/>
                  </a:lnTo>
                  <a:lnTo>
                    <a:pt x="443" y="161"/>
                  </a:lnTo>
                  <a:lnTo>
                    <a:pt x="440" y="135"/>
                  </a:lnTo>
                  <a:lnTo>
                    <a:pt x="431" y="114"/>
                  </a:lnTo>
                  <a:lnTo>
                    <a:pt x="417" y="100"/>
                  </a:lnTo>
                  <a:lnTo>
                    <a:pt x="398" y="89"/>
                  </a:lnTo>
                  <a:lnTo>
                    <a:pt x="372" y="84"/>
                  </a:lnTo>
                  <a:lnTo>
                    <a:pt x="342" y="80"/>
                  </a:lnTo>
                  <a:lnTo>
                    <a:pt x="307" y="79"/>
                  </a:lnTo>
                  <a:lnTo>
                    <a:pt x="96" y="79"/>
                  </a:lnTo>
                  <a:close/>
                  <a:moveTo>
                    <a:pt x="0" y="0"/>
                  </a:moveTo>
                  <a:lnTo>
                    <a:pt x="323" y="0"/>
                  </a:lnTo>
                  <a:lnTo>
                    <a:pt x="377" y="2"/>
                  </a:lnTo>
                  <a:lnTo>
                    <a:pt x="422" y="9"/>
                  </a:lnTo>
                  <a:lnTo>
                    <a:pt x="459" y="19"/>
                  </a:lnTo>
                  <a:lnTo>
                    <a:pt x="489" y="37"/>
                  </a:lnTo>
                  <a:lnTo>
                    <a:pt x="511" y="58"/>
                  </a:lnTo>
                  <a:lnTo>
                    <a:pt x="527" y="86"/>
                  </a:lnTo>
                  <a:lnTo>
                    <a:pt x="537" y="119"/>
                  </a:lnTo>
                  <a:lnTo>
                    <a:pt x="539" y="157"/>
                  </a:lnTo>
                  <a:lnTo>
                    <a:pt x="537" y="194"/>
                  </a:lnTo>
                  <a:lnTo>
                    <a:pt x="527" y="225"/>
                  </a:lnTo>
                  <a:lnTo>
                    <a:pt x="513" y="252"/>
                  </a:lnTo>
                  <a:lnTo>
                    <a:pt x="494" y="272"/>
                  </a:lnTo>
                  <a:lnTo>
                    <a:pt x="471" y="290"/>
                  </a:lnTo>
                  <a:lnTo>
                    <a:pt x="447" y="302"/>
                  </a:lnTo>
                  <a:lnTo>
                    <a:pt x="419" y="311"/>
                  </a:lnTo>
                  <a:lnTo>
                    <a:pt x="393" y="314"/>
                  </a:lnTo>
                  <a:lnTo>
                    <a:pt x="384" y="314"/>
                  </a:lnTo>
                  <a:lnTo>
                    <a:pt x="550" y="536"/>
                  </a:lnTo>
                  <a:lnTo>
                    <a:pt x="431" y="536"/>
                  </a:lnTo>
                  <a:lnTo>
                    <a:pt x="274" y="323"/>
                  </a:lnTo>
                  <a:lnTo>
                    <a:pt x="272" y="321"/>
                  </a:lnTo>
                  <a:lnTo>
                    <a:pt x="96" y="321"/>
                  </a:lnTo>
                  <a:lnTo>
                    <a:pt x="96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6" name="Freeform 13"/>
            <p:cNvSpPr>
              <a:spLocks/>
            </p:cNvSpPr>
            <p:nvPr userDrawn="1"/>
          </p:nvSpPr>
          <p:spPr bwMode="auto">
            <a:xfrm>
              <a:off x="7183312" y="5818063"/>
              <a:ext cx="462976" cy="508514"/>
            </a:xfrm>
            <a:custGeom>
              <a:avLst/>
              <a:gdLst>
                <a:gd name="T0" fmla="*/ 0 w 488"/>
                <a:gd name="T1" fmla="*/ 0 h 536"/>
                <a:gd name="T2" fmla="*/ 438 w 488"/>
                <a:gd name="T3" fmla="*/ 0 h 536"/>
                <a:gd name="T4" fmla="*/ 453 w 488"/>
                <a:gd name="T5" fmla="*/ 2 h 536"/>
                <a:gd name="T6" fmla="*/ 467 w 488"/>
                <a:gd name="T7" fmla="*/ 12 h 536"/>
                <a:gd name="T8" fmla="*/ 476 w 488"/>
                <a:gd name="T9" fmla="*/ 25 h 536"/>
                <a:gd name="T10" fmla="*/ 480 w 488"/>
                <a:gd name="T11" fmla="*/ 40 h 536"/>
                <a:gd name="T12" fmla="*/ 476 w 488"/>
                <a:gd name="T13" fmla="*/ 56 h 536"/>
                <a:gd name="T14" fmla="*/ 467 w 488"/>
                <a:gd name="T15" fmla="*/ 70 h 536"/>
                <a:gd name="T16" fmla="*/ 453 w 488"/>
                <a:gd name="T17" fmla="*/ 79 h 536"/>
                <a:gd name="T18" fmla="*/ 438 w 488"/>
                <a:gd name="T19" fmla="*/ 82 h 536"/>
                <a:gd name="T20" fmla="*/ 97 w 488"/>
                <a:gd name="T21" fmla="*/ 82 h 536"/>
                <a:gd name="T22" fmla="*/ 97 w 488"/>
                <a:gd name="T23" fmla="*/ 218 h 536"/>
                <a:gd name="T24" fmla="*/ 333 w 488"/>
                <a:gd name="T25" fmla="*/ 218 h 536"/>
                <a:gd name="T26" fmla="*/ 349 w 488"/>
                <a:gd name="T27" fmla="*/ 222 h 536"/>
                <a:gd name="T28" fmla="*/ 361 w 488"/>
                <a:gd name="T29" fmla="*/ 231 h 536"/>
                <a:gd name="T30" fmla="*/ 370 w 488"/>
                <a:gd name="T31" fmla="*/ 243 h 536"/>
                <a:gd name="T32" fmla="*/ 373 w 488"/>
                <a:gd name="T33" fmla="*/ 259 h 536"/>
                <a:gd name="T34" fmla="*/ 370 w 488"/>
                <a:gd name="T35" fmla="*/ 276 h 536"/>
                <a:gd name="T36" fmla="*/ 361 w 488"/>
                <a:gd name="T37" fmla="*/ 288 h 536"/>
                <a:gd name="T38" fmla="*/ 349 w 488"/>
                <a:gd name="T39" fmla="*/ 297 h 536"/>
                <a:gd name="T40" fmla="*/ 333 w 488"/>
                <a:gd name="T41" fmla="*/ 300 h 536"/>
                <a:gd name="T42" fmla="*/ 97 w 488"/>
                <a:gd name="T43" fmla="*/ 300 h 536"/>
                <a:gd name="T44" fmla="*/ 97 w 488"/>
                <a:gd name="T45" fmla="*/ 454 h 536"/>
                <a:gd name="T46" fmla="*/ 446 w 488"/>
                <a:gd name="T47" fmla="*/ 454 h 536"/>
                <a:gd name="T48" fmla="*/ 464 w 488"/>
                <a:gd name="T49" fmla="*/ 457 h 536"/>
                <a:gd name="T50" fmla="*/ 476 w 488"/>
                <a:gd name="T51" fmla="*/ 466 h 536"/>
                <a:gd name="T52" fmla="*/ 485 w 488"/>
                <a:gd name="T53" fmla="*/ 478 h 536"/>
                <a:gd name="T54" fmla="*/ 488 w 488"/>
                <a:gd name="T55" fmla="*/ 494 h 536"/>
                <a:gd name="T56" fmla="*/ 485 w 488"/>
                <a:gd name="T57" fmla="*/ 512 h 536"/>
                <a:gd name="T58" fmla="*/ 476 w 488"/>
                <a:gd name="T59" fmla="*/ 524 h 536"/>
                <a:gd name="T60" fmla="*/ 464 w 488"/>
                <a:gd name="T61" fmla="*/ 533 h 536"/>
                <a:gd name="T62" fmla="*/ 446 w 488"/>
                <a:gd name="T63" fmla="*/ 536 h 536"/>
                <a:gd name="T64" fmla="*/ 0 w 488"/>
                <a:gd name="T65" fmla="*/ 536 h 536"/>
                <a:gd name="T66" fmla="*/ 0 w 488"/>
                <a:gd name="T67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488" h="536">
                  <a:moveTo>
                    <a:pt x="0" y="0"/>
                  </a:moveTo>
                  <a:lnTo>
                    <a:pt x="438" y="0"/>
                  </a:lnTo>
                  <a:lnTo>
                    <a:pt x="453" y="2"/>
                  </a:lnTo>
                  <a:lnTo>
                    <a:pt x="467" y="12"/>
                  </a:lnTo>
                  <a:lnTo>
                    <a:pt x="476" y="25"/>
                  </a:lnTo>
                  <a:lnTo>
                    <a:pt x="480" y="40"/>
                  </a:lnTo>
                  <a:lnTo>
                    <a:pt x="476" y="56"/>
                  </a:lnTo>
                  <a:lnTo>
                    <a:pt x="467" y="70"/>
                  </a:lnTo>
                  <a:lnTo>
                    <a:pt x="453" y="79"/>
                  </a:lnTo>
                  <a:lnTo>
                    <a:pt x="438" y="82"/>
                  </a:lnTo>
                  <a:lnTo>
                    <a:pt x="97" y="82"/>
                  </a:lnTo>
                  <a:lnTo>
                    <a:pt x="97" y="218"/>
                  </a:lnTo>
                  <a:lnTo>
                    <a:pt x="333" y="218"/>
                  </a:lnTo>
                  <a:lnTo>
                    <a:pt x="349" y="222"/>
                  </a:lnTo>
                  <a:lnTo>
                    <a:pt x="361" y="231"/>
                  </a:lnTo>
                  <a:lnTo>
                    <a:pt x="370" y="243"/>
                  </a:lnTo>
                  <a:lnTo>
                    <a:pt x="373" y="259"/>
                  </a:lnTo>
                  <a:lnTo>
                    <a:pt x="370" y="276"/>
                  </a:lnTo>
                  <a:lnTo>
                    <a:pt x="361" y="288"/>
                  </a:lnTo>
                  <a:lnTo>
                    <a:pt x="349" y="297"/>
                  </a:lnTo>
                  <a:lnTo>
                    <a:pt x="333" y="300"/>
                  </a:lnTo>
                  <a:lnTo>
                    <a:pt x="97" y="300"/>
                  </a:lnTo>
                  <a:lnTo>
                    <a:pt x="97" y="454"/>
                  </a:lnTo>
                  <a:lnTo>
                    <a:pt x="446" y="454"/>
                  </a:lnTo>
                  <a:lnTo>
                    <a:pt x="464" y="457"/>
                  </a:lnTo>
                  <a:lnTo>
                    <a:pt x="476" y="466"/>
                  </a:lnTo>
                  <a:lnTo>
                    <a:pt x="485" y="478"/>
                  </a:lnTo>
                  <a:lnTo>
                    <a:pt x="488" y="494"/>
                  </a:lnTo>
                  <a:lnTo>
                    <a:pt x="485" y="512"/>
                  </a:lnTo>
                  <a:lnTo>
                    <a:pt x="476" y="524"/>
                  </a:lnTo>
                  <a:lnTo>
                    <a:pt x="464" y="533"/>
                  </a:lnTo>
                  <a:lnTo>
                    <a:pt x="446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7" name="Freeform 14"/>
            <p:cNvSpPr>
              <a:spLocks/>
            </p:cNvSpPr>
            <p:nvPr userDrawn="1"/>
          </p:nvSpPr>
          <p:spPr bwMode="auto">
            <a:xfrm>
              <a:off x="4647381" y="5515421"/>
              <a:ext cx="91077" cy="87282"/>
            </a:xfrm>
            <a:custGeom>
              <a:avLst/>
              <a:gdLst>
                <a:gd name="T0" fmla="*/ 51 w 96"/>
                <a:gd name="T1" fmla="*/ 0 h 92"/>
                <a:gd name="T2" fmla="*/ 53 w 96"/>
                <a:gd name="T3" fmla="*/ 0 h 92"/>
                <a:gd name="T4" fmla="*/ 70 w 96"/>
                <a:gd name="T5" fmla="*/ 5 h 92"/>
                <a:gd name="T6" fmla="*/ 84 w 96"/>
                <a:gd name="T7" fmla="*/ 15 h 92"/>
                <a:gd name="T8" fmla="*/ 93 w 96"/>
                <a:gd name="T9" fmla="*/ 31 h 92"/>
                <a:gd name="T10" fmla="*/ 96 w 96"/>
                <a:gd name="T11" fmla="*/ 49 h 92"/>
                <a:gd name="T12" fmla="*/ 91 w 96"/>
                <a:gd name="T13" fmla="*/ 66 h 92"/>
                <a:gd name="T14" fmla="*/ 81 w 96"/>
                <a:gd name="T15" fmla="*/ 80 h 92"/>
                <a:gd name="T16" fmla="*/ 65 w 96"/>
                <a:gd name="T17" fmla="*/ 91 h 92"/>
                <a:gd name="T18" fmla="*/ 47 w 96"/>
                <a:gd name="T19" fmla="*/ 92 h 92"/>
                <a:gd name="T20" fmla="*/ 44 w 96"/>
                <a:gd name="T21" fmla="*/ 92 h 92"/>
                <a:gd name="T22" fmla="*/ 26 w 96"/>
                <a:gd name="T23" fmla="*/ 87 h 92"/>
                <a:gd name="T24" fmla="*/ 12 w 96"/>
                <a:gd name="T25" fmla="*/ 77 h 92"/>
                <a:gd name="T26" fmla="*/ 4 w 96"/>
                <a:gd name="T27" fmla="*/ 61 h 92"/>
                <a:gd name="T28" fmla="*/ 0 w 96"/>
                <a:gd name="T29" fmla="*/ 43 h 92"/>
                <a:gd name="T30" fmla="*/ 5 w 96"/>
                <a:gd name="T31" fmla="*/ 26 h 92"/>
                <a:gd name="T32" fmla="*/ 16 w 96"/>
                <a:gd name="T33" fmla="*/ 12 h 92"/>
                <a:gd name="T34" fmla="*/ 32 w 96"/>
                <a:gd name="T35" fmla="*/ 2 h 92"/>
                <a:gd name="T36" fmla="*/ 51 w 96"/>
                <a:gd name="T37" fmla="*/ 0 h 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96" h="92">
                  <a:moveTo>
                    <a:pt x="51" y="0"/>
                  </a:moveTo>
                  <a:lnTo>
                    <a:pt x="53" y="0"/>
                  </a:lnTo>
                  <a:lnTo>
                    <a:pt x="70" y="5"/>
                  </a:lnTo>
                  <a:lnTo>
                    <a:pt x="84" y="15"/>
                  </a:lnTo>
                  <a:lnTo>
                    <a:pt x="93" y="31"/>
                  </a:lnTo>
                  <a:lnTo>
                    <a:pt x="96" y="49"/>
                  </a:lnTo>
                  <a:lnTo>
                    <a:pt x="91" y="66"/>
                  </a:lnTo>
                  <a:lnTo>
                    <a:pt x="81" y="80"/>
                  </a:lnTo>
                  <a:lnTo>
                    <a:pt x="65" y="91"/>
                  </a:lnTo>
                  <a:lnTo>
                    <a:pt x="47" y="92"/>
                  </a:lnTo>
                  <a:lnTo>
                    <a:pt x="44" y="92"/>
                  </a:lnTo>
                  <a:lnTo>
                    <a:pt x="26" y="87"/>
                  </a:lnTo>
                  <a:lnTo>
                    <a:pt x="12" y="77"/>
                  </a:lnTo>
                  <a:lnTo>
                    <a:pt x="4" y="61"/>
                  </a:lnTo>
                  <a:lnTo>
                    <a:pt x="0" y="43"/>
                  </a:lnTo>
                  <a:lnTo>
                    <a:pt x="5" y="26"/>
                  </a:lnTo>
                  <a:lnTo>
                    <a:pt x="16" y="12"/>
                  </a:lnTo>
                  <a:lnTo>
                    <a:pt x="32" y="2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8" name="Freeform 15"/>
            <p:cNvSpPr>
              <a:spLocks/>
            </p:cNvSpPr>
            <p:nvPr userDrawn="1"/>
          </p:nvSpPr>
          <p:spPr bwMode="auto">
            <a:xfrm>
              <a:off x="4937689" y="5235549"/>
              <a:ext cx="130923" cy="157487"/>
            </a:xfrm>
            <a:custGeom>
              <a:avLst/>
              <a:gdLst>
                <a:gd name="T0" fmla="*/ 40 w 138"/>
                <a:gd name="T1" fmla="*/ 0 h 166"/>
                <a:gd name="T2" fmla="*/ 57 w 138"/>
                <a:gd name="T3" fmla="*/ 2 h 166"/>
                <a:gd name="T4" fmla="*/ 73 w 138"/>
                <a:gd name="T5" fmla="*/ 9 h 166"/>
                <a:gd name="T6" fmla="*/ 85 w 138"/>
                <a:gd name="T7" fmla="*/ 22 h 166"/>
                <a:gd name="T8" fmla="*/ 132 w 138"/>
                <a:gd name="T9" fmla="*/ 96 h 166"/>
                <a:gd name="T10" fmla="*/ 138 w 138"/>
                <a:gd name="T11" fmla="*/ 113 h 166"/>
                <a:gd name="T12" fmla="*/ 138 w 138"/>
                <a:gd name="T13" fmla="*/ 131 h 166"/>
                <a:gd name="T14" fmla="*/ 129 w 138"/>
                <a:gd name="T15" fmla="*/ 146 h 166"/>
                <a:gd name="T16" fmla="*/ 115 w 138"/>
                <a:gd name="T17" fmla="*/ 159 h 166"/>
                <a:gd name="T18" fmla="*/ 99 w 138"/>
                <a:gd name="T19" fmla="*/ 166 h 166"/>
                <a:gd name="T20" fmla="*/ 80 w 138"/>
                <a:gd name="T21" fmla="*/ 164 h 166"/>
                <a:gd name="T22" fmla="*/ 64 w 138"/>
                <a:gd name="T23" fmla="*/ 157 h 166"/>
                <a:gd name="T24" fmla="*/ 52 w 138"/>
                <a:gd name="T25" fmla="*/ 143 h 166"/>
                <a:gd name="T26" fmla="*/ 5 w 138"/>
                <a:gd name="T27" fmla="*/ 70 h 166"/>
                <a:gd name="T28" fmla="*/ 0 w 138"/>
                <a:gd name="T29" fmla="*/ 52 h 166"/>
                <a:gd name="T30" fmla="*/ 0 w 138"/>
                <a:gd name="T31" fmla="*/ 35 h 166"/>
                <a:gd name="T32" fmla="*/ 8 w 138"/>
                <a:gd name="T33" fmla="*/ 17 h 166"/>
                <a:gd name="T34" fmla="*/ 22 w 138"/>
                <a:gd name="T35" fmla="*/ 7 h 166"/>
                <a:gd name="T36" fmla="*/ 40 w 138"/>
                <a:gd name="T37" fmla="*/ 0 h 1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38" h="166">
                  <a:moveTo>
                    <a:pt x="40" y="0"/>
                  </a:moveTo>
                  <a:lnTo>
                    <a:pt x="57" y="2"/>
                  </a:lnTo>
                  <a:lnTo>
                    <a:pt x="73" y="9"/>
                  </a:lnTo>
                  <a:lnTo>
                    <a:pt x="85" y="22"/>
                  </a:lnTo>
                  <a:lnTo>
                    <a:pt x="132" y="96"/>
                  </a:lnTo>
                  <a:lnTo>
                    <a:pt x="138" y="113"/>
                  </a:lnTo>
                  <a:lnTo>
                    <a:pt x="138" y="131"/>
                  </a:lnTo>
                  <a:lnTo>
                    <a:pt x="129" y="146"/>
                  </a:lnTo>
                  <a:lnTo>
                    <a:pt x="115" y="159"/>
                  </a:lnTo>
                  <a:lnTo>
                    <a:pt x="99" y="166"/>
                  </a:lnTo>
                  <a:lnTo>
                    <a:pt x="80" y="164"/>
                  </a:lnTo>
                  <a:lnTo>
                    <a:pt x="64" y="157"/>
                  </a:lnTo>
                  <a:lnTo>
                    <a:pt x="52" y="143"/>
                  </a:lnTo>
                  <a:lnTo>
                    <a:pt x="5" y="70"/>
                  </a:lnTo>
                  <a:lnTo>
                    <a:pt x="0" y="52"/>
                  </a:lnTo>
                  <a:lnTo>
                    <a:pt x="0" y="35"/>
                  </a:lnTo>
                  <a:lnTo>
                    <a:pt x="8" y="17"/>
                  </a:lnTo>
                  <a:lnTo>
                    <a:pt x="22" y="7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9" name="Freeform 16"/>
            <p:cNvSpPr>
              <a:spLocks/>
            </p:cNvSpPr>
            <p:nvPr userDrawn="1"/>
          </p:nvSpPr>
          <p:spPr bwMode="auto">
            <a:xfrm>
              <a:off x="5278280" y="5018292"/>
              <a:ext cx="132821" cy="243821"/>
            </a:xfrm>
            <a:custGeom>
              <a:avLst/>
              <a:gdLst>
                <a:gd name="T0" fmla="*/ 53 w 140"/>
                <a:gd name="T1" fmla="*/ 0 h 257"/>
                <a:gd name="T2" fmla="*/ 68 w 140"/>
                <a:gd name="T3" fmla="*/ 7 h 257"/>
                <a:gd name="T4" fmla="*/ 82 w 140"/>
                <a:gd name="T5" fmla="*/ 19 h 257"/>
                <a:gd name="T6" fmla="*/ 89 w 140"/>
                <a:gd name="T7" fmla="*/ 35 h 257"/>
                <a:gd name="T8" fmla="*/ 140 w 140"/>
                <a:gd name="T9" fmla="*/ 199 h 257"/>
                <a:gd name="T10" fmla="*/ 140 w 140"/>
                <a:gd name="T11" fmla="*/ 218 h 257"/>
                <a:gd name="T12" fmla="*/ 135 w 140"/>
                <a:gd name="T13" fmla="*/ 234 h 257"/>
                <a:gd name="T14" fmla="*/ 122 w 140"/>
                <a:gd name="T15" fmla="*/ 248 h 257"/>
                <a:gd name="T16" fmla="*/ 105 w 140"/>
                <a:gd name="T17" fmla="*/ 255 h 257"/>
                <a:gd name="T18" fmla="*/ 88 w 140"/>
                <a:gd name="T19" fmla="*/ 257 h 257"/>
                <a:gd name="T20" fmla="*/ 70 w 140"/>
                <a:gd name="T21" fmla="*/ 250 h 257"/>
                <a:gd name="T22" fmla="*/ 58 w 140"/>
                <a:gd name="T23" fmla="*/ 239 h 257"/>
                <a:gd name="T24" fmla="*/ 49 w 140"/>
                <a:gd name="T25" fmla="*/ 222 h 257"/>
                <a:gd name="T26" fmla="*/ 0 w 140"/>
                <a:gd name="T27" fmla="*/ 58 h 257"/>
                <a:gd name="T28" fmla="*/ 0 w 140"/>
                <a:gd name="T29" fmla="*/ 40 h 257"/>
                <a:gd name="T30" fmla="*/ 5 w 140"/>
                <a:gd name="T31" fmla="*/ 23 h 257"/>
                <a:gd name="T32" fmla="*/ 18 w 140"/>
                <a:gd name="T33" fmla="*/ 11 h 257"/>
                <a:gd name="T34" fmla="*/ 33 w 140"/>
                <a:gd name="T35" fmla="*/ 2 h 257"/>
                <a:gd name="T36" fmla="*/ 53 w 140"/>
                <a:gd name="T37" fmla="*/ 0 h 2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40" h="257">
                  <a:moveTo>
                    <a:pt x="53" y="0"/>
                  </a:moveTo>
                  <a:lnTo>
                    <a:pt x="68" y="7"/>
                  </a:lnTo>
                  <a:lnTo>
                    <a:pt x="82" y="19"/>
                  </a:lnTo>
                  <a:lnTo>
                    <a:pt x="89" y="35"/>
                  </a:lnTo>
                  <a:lnTo>
                    <a:pt x="140" y="199"/>
                  </a:lnTo>
                  <a:lnTo>
                    <a:pt x="140" y="218"/>
                  </a:lnTo>
                  <a:lnTo>
                    <a:pt x="135" y="234"/>
                  </a:lnTo>
                  <a:lnTo>
                    <a:pt x="122" y="248"/>
                  </a:lnTo>
                  <a:lnTo>
                    <a:pt x="105" y="255"/>
                  </a:lnTo>
                  <a:lnTo>
                    <a:pt x="88" y="257"/>
                  </a:lnTo>
                  <a:lnTo>
                    <a:pt x="70" y="250"/>
                  </a:lnTo>
                  <a:lnTo>
                    <a:pt x="58" y="239"/>
                  </a:lnTo>
                  <a:lnTo>
                    <a:pt x="49" y="222"/>
                  </a:lnTo>
                  <a:lnTo>
                    <a:pt x="0" y="58"/>
                  </a:lnTo>
                  <a:lnTo>
                    <a:pt x="0" y="40"/>
                  </a:lnTo>
                  <a:lnTo>
                    <a:pt x="5" y="23"/>
                  </a:lnTo>
                  <a:lnTo>
                    <a:pt x="18" y="11"/>
                  </a:lnTo>
                  <a:lnTo>
                    <a:pt x="33" y="2"/>
                  </a:lnTo>
                  <a:lnTo>
                    <a:pt x="53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0" name="Freeform 17"/>
            <p:cNvSpPr>
              <a:spLocks/>
            </p:cNvSpPr>
            <p:nvPr userDrawn="1"/>
          </p:nvSpPr>
          <p:spPr bwMode="auto">
            <a:xfrm>
              <a:off x="5649230" y="4842779"/>
              <a:ext cx="112898" cy="335847"/>
            </a:xfrm>
            <a:custGeom>
              <a:avLst/>
              <a:gdLst>
                <a:gd name="T0" fmla="*/ 44 w 119"/>
                <a:gd name="T1" fmla="*/ 0 h 354"/>
                <a:gd name="T2" fmla="*/ 63 w 119"/>
                <a:gd name="T3" fmla="*/ 4 h 354"/>
                <a:gd name="T4" fmla="*/ 77 w 119"/>
                <a:gd name="T5" fmla="*/ 12 h 354"/>
                <a:gd name="T6" fmla="*/ 87 w 119"/>
                <a:gd name="T7" fmla="*/ 26 h 354"/>
                <a:gd name="T8" fmla="*/ 93 w 119"/>
                <a:gd name="T9" fmla="*/ 44 h 354"/>
                <a:gd name="T10" fmla="*/ 119 w 119"/>
                <a:gd name="T11" fmla="*/ 306 h 354"/>
                <a:gd name="T12" fmla="*/ 115 w 119"/>
                <a:gd name="T13" fmla="*/ 323 h 354"/>
                <a:gd name="T14" fmla="*/ 107 w 119"/>
                <a:gd name="T15" fmla="*/ 339 h 354"/>
                <a:gd name="T16" fmla="*/ 93 w 119"/>
                <a:gd name="T17" fmla="*/ 349 h 354"/>
                <a:gd name="T18" fmla="*/ 75 w 119"/>
                <a:gd name="T19" fmla="*/ 354 h 354"/>
                <a:gd name="T20" fmla="*/ 58 w 119"/>
                <a:gd name="T21" fmla="*/ 351 h 354"/>
                <a:gd name="T22" fmla="*/ 42 w 119"/>
                <a:gd name="T23" fmla="*/ 342 h 354"/>
                <a:gd name="T24" fmla="*/ 32 w 119"/>
                <a:gd name="T25" fmla="*/ 328 h 354"/>
                <a:gd name="T26" fmla="*/ 26 w 119"/>
                <a:gd name="T27" fmla="*/ 311 h 354"/>
                <a:gd name="T28" fmla="*/ 0 w 119"/>
                <a:gd name="T29" fmla="*/ 49 h 354"/>
                <a:gd name="T30" fmla="*/ 4 w 119"/>
                <a:gd name="T31" fmla="*/ 32 h 354"/>
                <a:gd name="T32" fmla="*/ 12 w 119"/>
                <a:gd name="T33" fmla="*/ 16 h 354"/>
                <a:gd name="T34" fmla="*/ 26 w 119"/>
                <a:gd name="T35" fmla="*/ 5 h 354"/>
                <a:gd name="T36" fmla="*/ 44 w 119"/>
                <a:gd name="T37" fmla="*/ 0 h 3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19" h="354">
                  <a:moveTo>
                    <a:pt x="44" y="0"/>
                  </a:moveTo>
                  <a:lnTo>
                    <a:pt x="63" y="4"/>
                  </a:lnTo>
                  <a:lnTo>
                    <a:pt x="77" y="12"/>
                  </a:lnTo>
                  <a:lnTo>
                    <a:pt x="87" y="26"/>
                  </a:lnTo>
                  <a:lnTo>
                    <a:pt x="93" y="44"/>
                  </a:lnTo>
                  <a:lnTo>
                    <a:pt x="119" y="306"/>
                  </a:lnTo>
                  <a:lnTo>
                    <a:pt x="115" y="323"/>
                  </a:lnTo>
                  <a:lnTo>
                    <a:pt x="107" y="339"/>
                  </a:lnTo>
                  <a:lnTo>
                    <a:pt x="93" y="349"/>
                  </a:lnTo>
                  <a:lnTo>
                    <a:pt x="75" y="354"/>
                  </a:lnTo>
                  <a:lnTo>
                    <a:pt x="58" y="351"/>
                  </a:lnTo>
                  <a:lnTo>
                    <a:pt x="42" y="342"/>
                  </a:lnTo>
                  <a:lnTo>
                    <a:pt x="32" y="328"/>
                  </a:lnTo>
                  <a:lnTo>
                    <a:pt x="26" y="311"/>
                  </a:lnTo>
                  <a:lnTo>
                    <a:pt x="0" y="49"/>
                  </a:lnTo>
                  <a:lnTo>
                    <a:pt x="4" y="32"/>
                  </a:lnTo>
                  <a:lnTo>
                    <a:pt x="12" y="16"/>
                  </a:lnTo>
                  <a:lnTo>
                    <a:pt x="26" y="5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1" name="Freeform 18"/>
            <p:cNvSpPr>
              <a:spLocks/>
            </p:cNvSpPr>
            <p:nvPr userDrawn="1"/>
          </p:nvSpPr>
          <p:spPr bwMode="auto">
            <a:xfrm>
              <a:off x="6026821" y="4720394"/>
              <a:ext cx="104359" cy="420283"/>
            </a:xfrm>
            <a:custGeom>
              <a:avLst/>
              <a:gdLst>
                <a:gd name="T0" fmla="*/ 68 w 110"/>
                <a:gd name="T1" fmla="*/ 0 h 443"/>
                <a:gd name="T2" fmla="*/ 86 w 110"/>
                <a:gd name="T3" fmla="*/ 5 h 443"/>
                <a:gd name="T4" fmla="*/ 100 w 110"/>
                <a:gd name="T5" fmla="*/ 16 h 443"/>
                <a:gd name="T6" fmla="*/ 107 w 110"/>
                <a:gd name="T7" fmla="*/ 31 h 443"/>
                <a:gd name="T8" fmla="*/ 110 w 110"/>
                <a:gd name="T9" fmla="*/ 51 h 443"/>
                <a:gd name="T10" fmla="*/ 93 w 110"/>
                <a:gd name="T11" fmla="*/ 401 h 443"/>
                <a:gd name="T12" fmla="*/ 87 w 110"/>
                <a:gd name="T13" fmla="*/ 419 h 443"/>
                <a:gd name="T14" fmla="*/ 75 w 110"/>
                <a:gd name="T15" fmla="*/ 433 h 443"/>
                <a:gd name="T16" fmla="*/ 61 w 110"/>
                <a:gd name="T17" fmla="*/ 442 h 443"/>
                <a:gd name="T18" fmla="*/ 42 w 110"/>
                <a:gd name="T19" fmla="*/ 443 h 443"/>
                <a:gd name="T20" fmla="*/ 25 w 110"/>
                <a:gd name="T21" fmla="*/ 438 h 443"/>
                <a:gd name="T22" fmla="*/ 11 w 110"/>
                <a:gd name="T23" fmla="*/ 426 h 443"/>
                <a:gd name="T24" fmla="*/ 2 w 110"/>
                <a:gd name="T25" fmla="*/ 412 h 443"/>
                <a:gd name="T26" fmla="*/ 0 w 110"/>
                <a:gd name="T27" fmla="*/ 393 h 443"/>
                <a:gd name="T28" fmla="*/ 18 w 110"/>
                <a:gd name="T29" fmla="*/ 42 h 443"/>
                <a:gd name="T30" fmla="*/ 23 w 110"/>
                <a:gd name="T31" fmla="*/ 24 h 443"/>
                <a:gd name="T32" fmla="*/ 33 w 110"/>
                <a:gd name="T33" fmla="*/ 10 h 443"/>
                <a:gd name="T34" fmla="*/ 49 w 110"/>
                <a:gd name="T35" fmla="*/ 2 h 443"/>
                <a:gd name="T36" fmla="*/ 68 w 110"/>
                <a:gd name="T37" fmla="*/ 0 h 4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10" h="443">
                  <a:moveTo>
                    <a:pt x="68" y="0"/>
                  </a:moveTo>
                  <a:lnTo>
                    <a:pt x="86" y="5"/>
                  </a:lnTo>
                  <a:lnTo>
                    <a:pt x="100" y="16"/>
                  </a:lnTo>
                  <a:lnTo>
                    <a:pt x="107" y="31"/>
                  </a:lnTo>
                  <a:lnTo>
                    <a:pt x="110" y="51"/>
                  </a:lnTo>
                  <a:lnTo>
                    <a:pt x="93" y="401"/>
                  </a:lnTo>
                  <a:lnTo>
                    <a:pt x="87" y="419"/>
                  </a:lnTo>
                  <a:lnTo>
                    <a:pt x="75" y="433"/>
                  </a:lnTo>
                  <a:lnTo>
                    <a:pt x="61" y="442"/>
                  </a:lnTo>
                  <a:lnTo>
                    <a:pt x="42" y="443"/>
                  </a:lnTo>
                  <a:lnTo>
                    <a:pt x="25" y="438"/>
                  </a:lnTo>
                  <a:lnTo>
                    <a:pt x="11" y="426"/>
                  </a:lnTo>
                  <a:lnTo>
                    <a:pt x="2" y="412"/>
                  </a:lnTo>
                  <a:lnTo>
                    <a:pt x="0" y="393"/>
                  </a:lnTo>
                  <a:lnTo>
                    <a:pt x="18" y="42"/>
                  </a:lnTo>
                  <a:lnTo>
                    <a:pt x="23" y="24"/>
                  </a:lnTo>
                  <a:lnTo>
                    <a:pt x="33" y="10"/>
                  </a:lnTo>
                  <a:lnTo>
                    <a:pt x="49" y="2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2" name="Freeform 19"/>
            <p:cNvSpPr>
              <a:spLocks/>
            </p:cNvSpPr>
            <p:nvPr userDrawn="1"/>
          </p:nvSpPr>
          <p:spPr bwMode="auto">
            <a:xfrm>
              <a:off x="6384489" y="4647343"/>
              <a:ext cx="162232" cy="497129"/>
            </a:xfrm>
            <a:custGeom>
              <a:avLst/>
              <a:gdLst>
                <a:gd name="T0" fmla="*/ 119 w 171"/>
                <a:gd name="T1" fmla="*/ 0 h 524"/>
                <a:gd name="T2" fmla="*/ 136 w 171"/>
                <a:gd name="T3" fmla="*/ 0 h 524"/>
                <a:gd name="T4" fmla="*/ 154 w 171"/>
                <a:gd name="T5" fmla="*/ 9 h 524"/>
                <a:gd name="T6" fmla="*/ 166 w 171"/>
                <a:gd name="T7" fmla="*/ 21 h 524"/>
                <a:gd name="T8" fmla="*/ 171 w 171"/>
                <a:gd name="T9" fmla="*/ 37 h 524"/>
                <a:gd name="T10" fmla="*/ 171 w 171"/>
                <a:gd name="T11" fmla="*/ 56 h 524"/>
                <a:gd name="T12" fmla="*/ 91 w 171"/>
                <a:gd name="T13" fmla="*/ 489 h 524"/>
                <a:gd name="T14" fmla="*/ 84 w 171"/>
                <a:gd name="T15" fmla="*/ 506 h 524"/>
                <a:gd name="T16" fmla="*/ 70 w 171"/>
                <a:gd name="T17" fmla="*/ 517 h 524"/>
                <a:gd name="T18" fmla="*/ 54 w 171"/>
                <a:gd name="T19" fmla="*/ 524 h 524"/>
                <a:gd name="T20" fmla="*/ 37 w 171"/>
                <a:gd name="T21" fmla="*/ 524 h 524"/>
                <a:gd name="T22" fmla="*/ 19 w 171"/>
                <a:gd name="T23" fmla="*/ 517 h 524"/>
                <a:gd name="T24" fmla="*/ 7 w 171"/>
                <a:gd name="T25" fmla="*/ 503 h 524"/>
                <a:gd name="T26" fmla="*/ 0 w 171"/>
                <a:gd name="T27" fmla="*/ 487 h 524"/>
                <a:gd name="T28" fmla="*/ 2 w 171"/>
                <a:gd name="T29" fmla="*/ 468 h 524"/>
                <a:gd name="T30" fmla="*/ 82 w 171"/>
                <a:gd name="T31" fmla="*/ 35 h 524"/>
                <a:gd name="T32" fmla="*/ 89 w 171"/>
                <a:gd name="T33" fmla="*/ 19 h 524"/>
                <a:gd name="T34" fmla="*/ 101 w 171"/>
                <a:gd name="T35" fmla="*/ 7 h 524"/>
                <a:gd name="T36" fmla="*/ 119 w 171"/>
                <a:gd name="T37" fmla="*/ 0 h 5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71" h="524">
                  <a:moveTo>
                    <a:pt x="119" y="0"/>
                  </a:moveTo>
                  <a:lnTo>
                    <a:pt x="136" y="0"/>
                  </a:lnTo>
                  <a:lnTo>
                    <a:pt x="154" y="9"/>
                  </a:lnTo>
                  <a:lnTo>
                    <a:pt x="166" y="21"/>
                  </a:lnTo>
                  <a:lnTo>
                    <a:pt x="171" y="37"/>
                  </a:lnTo>
                  <a:lnTo>
                    <a:pt x="171" y="56"/>
                  </a:lnTo>
                  <a:lnTo>
                    <a:pt x="91" y="489"/>
                  </a:lnTo>
                  <a:lnTo>
                    <a:pt x="84" y="506"/>
                  </a:lnTo>
                  <a:lnTo>
                    <a:pt x="70" y="517"/>
                  </a:lnTo>
                  <a:lnTo>
                    <a:pt x="54" y="524"/>
                  </a:lnTo>
                  <a:lnTo>
                    <a:pt x="37" y="524"/>
                  </a:lnTo>
                  <a:lnTo>
                    <a:pt x="19" y="517"/>
                  </a:lnTo>
                  <a:lnTo>
                    <a:pt x="7" y="503"/>
                  </a:lnTo>
                  <a:lnTo>
                    <a:pt x="0" y="487"/>
                  </a:lnTo>
                  <a:lnTo>
                    <a:pt x="2" y="468"/>
                  </a:lnTo>
                  <a:lnTo>
                    <a:pt x="82" y="35"/>
                  </a:lnTo>
                  <a:lnTo>
                    <a:pt x="89" y="19"/>
                  </a:lnTo>
                  <a:lnTo>
                    <a:pt x="101" y="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3" name="Freeform 20"/>
            <p:cNvSpPr>
              <a:spLocks/>
            </p:cNvSpPr>
            <p:nvPr userDrawn="1"/>
          </p:nvSpPr>
          <p:spPr bwMode="auto">
            <a:xfrm>
              <a:off x="6733618" y="4625522"/>
              <a:ext cx="241924" cy="568283"/>
            </a:xfrm>
            <a:custGeom>
              <a:avLst/>
              <a:gdLst>
                <a:gd name="T0" fmla="*/ 206 w 255"/>
                <a:gd name="T1" fmla="*/ 0 h 599"/>
                <a:gd name="T2" fmla="*/ 226 w 255"/>
                <a:gd name="T3" fmla="*/ 4 h 599"/>
                <a:gd name="T4" fmla="*/ 241 w 255"/>
                <a:gd name="T5" fmla="*/ 13 h 599"/>
                <a:gd name="T6" fmla="*/ 252 w 255"/>
                <a:gd name="T7" fmla="*/ 27 h 599"/>
                <a:gd name="T8" fmla="*/ 255 w 255"/>
                <a:gd name="T9" fmla="*/ 44 h 599"/>
                <a:gd name="T10" fmla="*/ 254 w 255"/>
                <a:gd name="T11" fmla="*/ 62 h 599"/>
                <a:gd name="T12" fmla="*/ 90 w 255"/>
                <a:gd name="T13" fmla="*/ 569 h 599"/>
                <a:gd name="T14" fmla="*/ 81 w 255"/>
                <a:gd name="T15" fmla="*/ 585 h 599"/>
                <a:gd name="T16" fmla="*/ 65 w 255"/>
                <a:gd name="T17" fmla="*/ 596 h 599"/>
                <a:gd name="T18" fmla="*/ 49 w 255"/>
                <a:gd name="T19" fmla="*/ 599 h 599"/>
                <a:gd name="T20" fmla="*/ 30 w 255"/>
                <a:gd name="T21" fmla="*/ 597 h 599"/>
                <a:gd name="T22" fmla="*/ 14 w 255"/>
                <a:gd name="T23" fmla="*/ 587 h 599"/>
                <a:gd name="T24" fmla="*/ 4 w 255"/>
                <a:gd name="T25" fmla="*/ 573 h 599"/>
                <a:gd name="T26" fmla="*/ 0 w 255"/>
                <a:gd name="T27" fmla="*/ 556 h 599"/>
                <a:gd name="T28" fmla="*/ 2 w 255"/>
                <a:gd name="T29" fmla="*/ 538 h 599"/>
                <a:gd name="T30" fmla="*/ 166 w 255"/>
                <a:gd name="T31" fmla="*/ 30 h 599"/>
                <a:gd name="T32" fmla="*/ 175 w 255"/>
                <a:gd name="T33" fmla="*/ 16 h 599"/>
                <a:gd name="T34" fmla="*/ 191 w 255"/>
                <a:gd name="T35" fmla="*/ 6 h 599"/>
                <a:gd name="T36" fmla="*/ 206 w 255"/>
                <a:gd name="T37" fmla="*/ 0 h 5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5" h="599">
                  <a:moveTo>
                    <a:pt x="206" y="0"/>
                  </a:moveTo>
                  <a:lnTo>
                    <a:pt x="226" y="4"/>
                  </a:lnTo>
                  <a:lnTo>
                    <a:pt x="241" y="13"/>
                  </a:lnTo>
                  <a:lnTo>
                    <a:pt x="252" y="27"/>
                  </a:lnTo>
                  <a:lnTo>
                    <a:pt x="255" y="44"/>
                  </a:lnTo>
                  <a:lnTo>
                    <a:pt x="254" y="62"/>
                  </a:lnTo>
                  <a:lnTo>
                    <a:pt x="90" y="569"/>
                  </a:lnTo>
                  <a:lnTo>
                    <a:pt x="81" y="585"/>
                  </a:lnTo>
                  <a:lnTo>
                    <a:pt x="65" y="596"/>
                  </a:lnTo>
                  <a:lnTo>
                    <a:pt x="49" y="599"/>
                  </a:lnTo>
                  <a:lnTo>
                    <a:pt x="30" y="597"/>
                  </a:lnTo>
                  <a:lnTo>
                    <a:pt x="14" y="587"/>
                  </a:lnTo>
                  <a:lnTo>
                    <a:pt x="4" y="573"/>
                  </a:lnTo>
                  <a:lnTo>
                    <a:pt x="0" y="556"/>
                  </a:lnTo>
                  <a:lnTo>
                    <a:pt x="2" y="538"/>
                  </a:lnTo>
                  <a:lnTo>
                    <a:pt x="166" y="30"/>
                  </a:lnTo>
                  <a:lnTo>
                    <a:pt x="175" y="16"/>
                  </a:lnTo>
                  <a:lnTo>
                    <a:pt x="191" y="6"/>
                  </a:lnTo>
                  <a:lnTo>
                    <a:pt x="206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4" name="Freeform 21"/>
            <p:cNvSpPr>
              <a:spLocks/>
            </p:cNvSpPr>
            <p:nvPr userDrawn="1"/>
          </p:nvSpPr>
          <p:spPr bwMode="auto">
            <a:xfrm>
              <a:off x="7077055" y="4665368"/>
              <a:ext cx="333950" cy="621412"/>
            </a:xfrm>
            <a:custGeom>
              <a:avLst/>
              <a:gdLst>
                <a:gd name="T0" fmla="*/ 309 w 352"/>
                <a:gd name="T1" fmla="*/ 0 h 655"/>
                <a:gd name="T2" fmla="*/ 326 w 352"/>
                <a:gd name="T3" fmla="*/ 6 h 655"/>
                <a:gd name="T4" fmla="*/ 342 w 352"/>
                <a:gd name="T5" fmla="*/ 18 h 655"/>
                <a:gd name="T6" fmla="*/ 349 w 352"/>
                <a:gd name="T7" fmla="*/ 32 h 655"/>
                <a:gd name="T8" fmla="*/ 352 w 352"/>
                <a:gd name="T9" fmla="*/ 49 h 655"/>
                <a:gd name="T10" fmla="*/ 347 w 352"/>
                <a:gd name="T11" fmla="*/ 68 h 655"/>
                <a:gd name="T12" fmla="*/ 87 w 352"/>
                <a:gd name="T13" fmla="*/ 630 h 655"/>
                <a:gd name="T14" fmla="*/ 77 w 352"/>
                <a:gd name="T15" fmla="*/ 644 h 655"/>
                <a:gd name="T16" fmla="*/ 61 w 352"/>
                <a:gd name="T17" fmla="*/ 653 h 655"/>
                <a:gd name="T18" fmla="*/ 43 w 352"/>
                <a:gd name="T19" fmla="*/ 655 h 655"/>
                <a:gd name="T20" fmla="*/ 26 w 352"/>
                <a:gd name="T21" fmla="*/ 650 h 655"/>
                <a:gd name="T22" fmla="*/ 10 w 352"/>
                <a:gd name="T23" fmla="*/ 639 h 655"/>
                <a:gd name="T24" fmla="*/ 3 w 352"/>
                <a:gd name="T25" fmla="*/ 623 h 655"/>
                <a:gd name="T26" fmla="*/ 0 w 352"/>
                <a:gd name="T27" fmla="*/ 606 h 655"/>
                <a:gd name="T28" fmla="*/ 5 w 352"/>
                <a:gd name="T29" fmla="*/ 589 h 655"/>
                <a:gd name="T30" fmla="*/ 265 w 352"/>
                <a:gd name="T31" fmla="*/ 27 h 655"/>
                <a:gd name="T32" fmla="*/ 276 w 352"/>
                <a:gd name="T33" fmla="*/ 11 h 655"/>
                <a:gd name="T34" fmla="*/ 291 w 352"/>
                <a:gd name="T35" fmla="*/ 4 h 655"/>
                <a:gd name="T36" fmla="*/ 309 w 352"/>
                <a:gd name="T37" fmla="*/ 0 h 6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52" h="655">
                  <a:moveTo>
                    <a:pt x="309" y="0"/>
                  </a:moveTo>
                  <a:lnTo>
                    <a:pt x="326" y="6"/>
                  </a:lnTo>
                  <a:lnTo>
                    <a:pt x="342" y="18"/>
                  </a:lnTo>
                  <a:lnTo>
                    <a:pt x="349" y="32"/>
                  </a:lnTo>
                  <a:lnTo>
                    <a:pt x="352" y="49"/>
                  </a:lnTo>
                  <a:lnTo>
                    <a:pt x="347" y="68"/>
                  </a:lnTo>
                  <a:lnTo>
                    <a:pt x="87" y="630"/>
                  </a:lnTo>
                  <a:lnTo>
                    <a:pt x="77" y="644"/>
                  </a:lnTo>
                  <a:lnTo>
                    <a:pt x="61" y="653"/>
                  </a:lnTo>
                  <a:lnTo>
                    <a:pt x="43" y="655"/>
                  </a:lnTo>
                  <a:lnTo>
                    <a:pt x="26" y="650"/>
                  </a:lnTo>
                  <a:lnTo>
                    <a:pt x="10" y="639"/>
                  </a:lnTo>
                  <a:lnTo>
                    <a:pt x="3" y="623"/>
                  </a:lnTo>
                  <a:lnTo>
                    <a:pt x="0" y="606"/>
                  </a:lnTo>
                  <a:lnTo>
                    <a:pt x="5" y="589"/>
                  </a:lnTo>
                  <a:lnTo>
                    <a:pt x="265" y="27"/>
                  </a:lnTo>
                  <a:lnTo>
                    <a:pt x="276" y="11"/>
                  </a:lnTo>
                  <a:lnTo>
                    <a:pt x="291" y="4"/>
                  </a:lnTo>
                  <a:lnTo>
                    <a:pt x="309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5" name="Freeform 22"/>
            <p:cNvSpPr>
              <a:spLocks/>
            </p:cNvSpPr>
            <p:nvPr userDrawn="1"/>
          </p:nvSpPr>
          <p:spPr bwMode="auto">
            <a:xfrm>
              <a:off x="7414800" y="4764984"/>
              <a:ext cx="430719" cy="659361"/>
            </a:xfrm>
            <a:custGeom>
              <a:avLst/>
              <a:gdLst>
                <a:gd name="T0" fmla="*/ 417 w 454"/>
                <a:gd name="T1" fmla="*/ 0 h 695"/>
                <a:gd name="T2" fmla="*/ 433 w 454"/>
                <a:gd name="T3" fmla="*/ 7 h 695"/>
                <a:gd name="T4" fmla="*/ 447 w 454"/>
                <a:gd name="T5" fmla="*/ 21 h 695"/>
                <a:gd name="T6" fmla="*/ 454 w 454"/>
                <a:gd name="T7" fmla="*/ 37 h 695"/>
                <a:gd name="T8" fmla="*/ 454 w 454"/>
                <a:gd name="T9" fmla="*/ 54 h 695"/>
                <a:gd name="T10" fmla="*/ 447 w 454"/>
                <a:gd name="T11" fmla="*/ 72 h 695"/>
                <a:gd name="T12" fmla="*/ 84 w 454"/>
                <a:gd name="T13" fmla="*/ 676 h 695"/>
                <a:gd name="T14" fmla="*/ 70 w 454"/>
                <a:gd name="T15" fmla="*/ 688 h 695"/>
                <a:gd name="T16" fmla="*/ 54 w 454"/>
                <a:gd name="T17" fmla="*/ 695 h 695"/>
                <a:gd name="T18" fmla="*/ 37 w 454"/>
                <a:gd name="T19" fmla="*/ 695 h 695"/>
                <a:gd name="T20" fmla="*/ 19 w 454"/>
                <a:gd name="T21" fmla="*/ 688 h 695"/>
                <a:gd name="T22" fmla="*/ 7 w 454"/>
                <a:gd name="T23" fmla="*/ 676 h 695"/>
                <a:gd name="T24" fmla="*/ 0 w 454"/>
                <a:gd name="T25" fmla="*/ 660 h 695"/>
                <a:gd name="T26" fmla="*/ 0 w 454"/>
                <a:gd name="T27" fmla="*/ 642 h 695"/>
                <a:gd name="T28" fmla="*/ 7 w 454"/>
                <a:gd name="T29" fmla="*/ 625 h 695"/>
                <a:gd name="T30" fmla="*/ 370 w 454"/>
                <a:gd name="T31" fmla="*/ 21 h 695"/>
                <a:gd name="T32" fmla="*/ 382 w 454"/>
                <a:gd name="T33" fmla="*/ 7 h 695"/>
                <a:gd name="T34" fmla="*/ 400 w 454"/>
                <a:gd name="T35" fmla="*/ 0 h 695"/>
                <a:gd name="T36" fmla="*/ 417 w 454"/>
                <a:gd name="T37" fmla="*/ 0 h 6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454" h="695">
                  <a:moveTo>
                    <a:pt x="417" y="0"/>
                  </a:moveTo>
                  <a:lnTo>
                    <a:pt x="433" y="7"/>
                  </a:lnTo>
                  <a:lnTo>
                    <a:pt x="447" y="21"/>
                  </a:lnTo>
                  <a:lnTo>
                    <a:pt x="454" y="37"/>
                  </a:lnTo>
                  <a:lnTo>
                    <a:pt x="454" y="54"/>
                  </a:lnTo>
                  <a:lnTo>
                    <a:pt x="447" y="72"/>
                  </a:lnTo>
                  <a:lnTo>
                    <a:pt x="84" y="676"/>
                  </a:lnTo>
                  <a:lnTo>
                    <a:pt x="70" y="688"/>
                  </a:lnTo>
                  <a:lnTo>
                    <a:pt x="54" y="695"/>
                  </a:lnTo>
                  <a:lnTo>
                    <a:pt x="37" y="695"/>
                  </a:lnTo>
                  <a:lnTo>
                    <a:pt x="19" y="688"/>
                  </a:lnTo>
                  <a:lnTo>
                    <a:pt x="7" y="676"/>
                  </a:lnTo>
                  <a:lnTo>
                    <a:pt x="0" y="660"/>
                  </a:lnTo>
                  <a:lnTo>
                    <a:pt x="0" y="642"/>
                  </a:lnTo>
                  <a:lnTo>
                    <a:pt x="7" y="625"/>
                  </a:lnTo>
                  <a:lnTo>
                    <a:pt x="370" y="21"/>
                  </a:lnTo>
                  <a:lnTo>
                    <a:pt x="382" y="7"/>
                  </a:lnTo>
                  <a:lnTo>
                    <a:pt x="400" y="0"/>
                  </a:lnTo>
                  <a:lnTo>
                    <a:pt x="417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6" name="Freeform 23"/>
            <p:cNvSpPr>
              <a:spLocks/>
            </p:cNvSpPr>
            <p:nvPr userDrawn="1"/>
          </p:nvSpPr>
          <p:spPr bwMode="auto">
            <a:xfrm>
              <a:off x="7730724" y="4924369"/>
              <a:ext cx="543617" cy="680232"/>
            </a:xfrm>
            <a:custGeom>
              <a:avLst/>
              <a:gdLst>
                <a:gd name="T0" fmla="*/ 522 w 573"/>
                <a:gd name="T1" fmla="*/ 0 h 717"/>
                <a:gd name="T2" fmla="*/ 540 w 573"/>
                <a:gd name="T3" fmla="*/ 1 h 717"/>
                <a:gd name="T4" fmla="*/ 557 w 573"/>
                <a:gd name="T5" fmla="*/ 10 h 717"/>
                <a:gd name="T6" fmla="*/ 568 w 573"/>
                <a:gd name="T7" fmla="*/ 24 h 717"/>
                <a:gd name="T8" fmla="*/ 573 w 573"/>
                <a:gd name="T9" fmla="*/ 40 h 717"/>
                <a:gd name="T10" fmla="*/ 571 w 573"/>
                <a:gd name="T11" fmla="*/ 57 h 717"/>
                <a:gd name="T12" fmla="*/ 562 w 573"/>
                <a:gd name="T13" fmla="*/ 75 h 717"/>
                <a:gd name="T14" fmla="*/ 81 w 573"/>
                <a:gd name="T15" fmla="*/ 700 h 717"/>
                <a:gd name="T16" fmla="*/ 67 w 573"/>
                <a:gd name="T17" fmla="*/ 712 h 717"/>
                <a:gd name="T18" fmla="*/ 51 w 573"/>
                <a:gd name="T19" fmla="*/ 717 h 717"/>
                <a:gd name="T20" fmla="*/ 32 w 573"/>
                <a:gd name="T21" fmla="*/ 715 h 717"/>
                <a:gd name="T22" fmla="*/ 16 w 573"/>
                <a:gd name="T23" fmla="*/ 707 h 717"/>
                <a:gd name="T24" fmla="*/ 5 w 573"/>
                <a:gd name="T25" fmla="*/ 693 h 717"/>
                <a:gd name="T26" fmla="*/ 0 w 573"/>
                <a:gd name="T27" fmla="*/ 675 h 717"/>
                <a:gd name="T28" fmla="*/ 2 w 573"/>
                <a:gd name="T29" fmla="*/ 658 h 717"/>
                <a:gd name="T30" fmla="*/ 11 w 573"/>
                <a:gd name="T31" fmla="*/ 642 h 717"/>
                <a:gd name="T32" fmla="*/ 491 w 573"/>
                <a:gd name="T33" fmla="*/ 15 h 717"/>
                <a:gd name="T34" fmla="*/ 506 w 573"/>
                <a:gd name="T35" fmla="*/ 3 h 717"/>
                <a:gd name="T36" fmla="*/ 522 w 573"/>
                <a:gd name="T37" fmla="*/ 0 h 7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73" h="717">
                  <a:moveTo>
                    <a:pt x="522" y="0"/>
                  </a:moveTo>
                  <a:lnTo>
                    <a:pt x="540" y="1"/>
                  </a:lnTo>
                  <a:lnTo>
                    <a:pt x="557" y="10"/>
                  </a:lnTo>
                  <a:lnTo>
                    <a:pt x="568" y="24"/>
                  </a:lnTo>
                  <a:lnTo>
                    <a:pt x="573" y="40"/>
                  </a:lnTo>
                  <a:lnTo>
                    <a:pt x="571" y="57"/>
                  </a:lnTo>
                  <a:lnTo>
                    <a:pt x="562" y="75"/>
                  </a:lnTo>
                  <a:lnTo>
                    <a:pt x="81" y="700"/>
                  </a:lnTo>
                  <a:lnTo>
                    <a:pt x="67" y="712"/>
                  </a:lnTo>
                  <a:lnTo>
                    <a:pt x="51" y="717"/>
                  </a:lnTo>
                  <a:lnTo>
                    <a:pt x="32" y="715"/>
                  </a:lnTo>
                  <a:lnTo>
                    <a:pt x="16" y="707"/>
                  </a:lnTo>
                  <a:lnTo>
                    <a:pt x="5" y="693"/>
                  </a:lnTo>
                  <a:lnTo>
                    <a:pt x="0" y="675"/>
                  </a:lnTo>
                  <a:lnTo>
                    <a:pt x="2" y="658"/>
                  </a:lnTo>
                  <a:lnTo>
                    <a:pt x="11" y="642"/>
                  </a:lnTo>
                  <a:lnTo>
                    <a:pt x="491" y="15"/>
                  </a:lnTo>
                  <a:lnTo>
                    <a:pt x="506" y="3"/>
                  </a:lnTo>
                  <a:lnTo>
                    <a:pt x="522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96177" y="320634"/>
            <a:ext cx="6807148" cy="2543545"/>
          </a:xfrm>
        </p:spPr>
        <p:txBody>
          <a:bodyPr anchor="b"/>
          <a:lstStyle>
            <a:lvl1pPr>
              <a:lnSpc>
                <a:spcPct val="80000"/>
              </a:lnSpc>
              <a:defRPr sz="44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6176" y="2924299"/>
            <a:ext cx="6814614" cy="1752600"/>
          </a:xfrm>
        </p:spPr>
        <p:txBody>
          <a:bodyPr/>
          <a:lstStyle>
            <a:lvl1pPr marL="0" indent="0" algn="l">
              <a:buNone/>
              <a:defRPr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615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499" b="6701"/>
          <a:stretch/>
        </p:blipFill>
        <p:spPr>
          <a:xfrm flipV="1">
            <a:off x="0" y="1740436"/>
            <a:ext cx="9144000" cy="1502227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620" b="16130"/>
          <a:stretch/>
        </p:blipFill>
        <p:spPr>
          <a:xfrm flipH="1">
            <a:off x="2766" y="3242663"/>
            <a:ext cx="9144000" cy="3615334"/>
          </a:xfrm>
          <a:prstGeom prst="rect">
            <a:avLst/>
          </a:prstGeom>
        </p:spPr>
      </p:pic>
      <p:sp>
        <p:nvSpPr>
          <p:cNvPr id="9" name="Rectangle 8"/>
          <p:cNvSpPr/>
          <p:nvPr userDrawn="1"/>
        </p:nvSpPr>
        <p:spPr>
          <a:xfrm>
            <a:off x="-3" y="0"/>
            <a:ext cx="9143999" cy="174043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/>
          <p:cNvGrpSpPr/>
          <p:nvPr userDrawn="1"/>
        </p:nvGrpSpPr>
        <p:grpSpPr>
          <a:xfrm>
            <a:off x="496176" y="382676"/>
            <a:ext cx="3105481" cy="975083"/>
            <a:chOff x="2814452" y="4625522"/>
            <a:chExt cx="5459889" cy="1714337"/>
          </a:xfrm>
        </p:grpSpPr>
        <p:sp>
          <p:nvSpPr>
            <p:cNvPr id="11" name="Freeform 6"/>
            <p:cNvSpPr>
              <a:spLocks noEditPoints="1"/>
            </p:cNvSpPr>
            <p:nvPr userDrawn="1"/>
          </p:nvSpPr>
          <p:spPr bwMode="auto">
            <a:xfrm>
              <a:off x="2814452" y="5818063"/>
              <a:ext cx="523694" cy="508514"/>
            </a:xfrm>
            <a:custGeom>
              <a:avLst/>
              <a:gdLst>
                <a:gd name="T0" fmla="*/ 98 w 552"/>
                <a:gd name="T1" fmla="*/ 79 h 536"/>
                <a:gd name="T2" fmla="*/ 98 w 552"/>
                <a:gd name="T3" fmla="*/ 241 h 536"/>
                <a:gd name="T4" fmla="*/ 307 w 552"/>
                <a:gd name="T5" fmla="*/ 241 h 536"/>
                <a:gd name="T6" fmla="*/ 342 w 552"/>
                <a:gd name="T7" fmla="*/ 241 h 536"/>
                <a:gd name="T8" fmla="*/ 374 w 552"/>
                <a:gd name="T9" fmla="*/ 238 h 536"/>
                <a:gd name="T10" fmla="*/ 398 w 552"/>
                <a:gd name="T11" fmla="*/ 231 h 536"/>
                <a:gd name="T12" fmla="*/ 417 w 552"/>
                <a:gd name="T13" fmla="*/ 222 h 536"/>
                <a:gd name="T14" fmla="*/ 431 w 552"/>
                <a:gd name="T15" fmla="*/ 206 h 536"/>
                <a:gd name="T16" fmla="*/ 440 w 552"/>
                <a:gd name="T17" fmla="*/ 187 h 536"/>
                <a:gd name="T18" fmla="*/ 443 w 552"/>
                <a:gd name="T19" fmla="*/ 161 h 536"/>
                <a:gd name="T20" fmla="*/ 440 w 552"/>
                <a:gd name="T21" fmla="*/ 135 h 536"/>
                <a:gd name="T22" fmla="*/ 431 w 552"/>
                <a:gd name="T23" fmla="*/ 114 h 536"/>
                <a:gd name="T24" fmla="*/ 417 w 552"/>
                <a:gd name="T25" fmla="*/ 100 h 536"/>
                <a:gd name="T26" fmla="*/ 398 w 552"/>
                <a:gd name="T27" fmla="*/ 89 h 536"/>
                <a:gd name="T28" fmla="*/ 374 w 552"/>
                <a:gd name="T29" fmla="*/ 84 h 536"/>
                <a:gd name="T30" fmla="*/ 342 w 552"/>
                <a:gd name="T31" fmla="*/ 80 h 536"/>
                <a:gd name="T32" fmla="*/ 307 w 552"/>
                <a:gd name="T33" fmla="*/ 79 h 536"/>
                <a:gd name="T34" fmla="*/ 98 w 552"/>
                <a:gd name="T35" fmla="*/ 79 h 536"/>
                <a:gd name="T36" fmla="*/ 0 w 552"/>
                <a:gd name="T37" fmla="*/ 0 h 536"/>
                <a:gd name="T38" fmla="*/ 323 w 552"/>
                <a:gd name="T39" fmla="*/ 0 h 536"/>
                <a:gd name="T40" fmla="*/ 377 w 552"/>
                <a:gd name="T41" fmla="*/ 2 h 536"/>
                <a:gd name="T42" fmla="*/ 422 w 552"/>
                <a:gd name="T43" fmla="*/ 9 h 536"/>
                <a:gd name="T44" fmla="*/ 461 w 552"/>
                <a:gd name="T45" fmla="*/ 19 h 536"/>
                <a:gd name="T46" fmla="*/ 490 w 552"/>
                <a:gd name="T47" fmla="*/ 37 h 536"/>
                <a:gd name="T48" fmla="*/ 513 w 552"/>
                <a:gd name="T49" fmla="*/ 58 h 536"/>
                <a:gd name="T50" fmla="*/ 529 w 552"/>
                <a:gd name="T51" fmla="*/ 86 h 536"/>
                <a:gd name="T52" fmla="*/ 538 w 552"/>
                <a:gd name="T53" fmla="*/ 119 h 536"/>
                <a:gd name="T54" fmla="*/ 541 w 552"/>
                <a:gd name="T55" fmla="*/ 157 h 536"/>
                <a:gd name="T56" fmla="*/ 538 w 552"/>
                <a:gd name="T57" fmla="*/ 194 h 536"/>
                <a:gd name="T58" fmla="*/ 529 w 552"/>
                <a:gd name="T59" fmla="*/ 225 h 536"/>
                <a:gd name="T60" fmla="*/ 513 w 552"/>
                <a:gd name="T61" fmla="*/ 252 h 536"/>
                <a:gd name="T62" fmla="*/ 494 w 552"/>
                <a:gd name="T63" fmla="*/ 272 h 536"/>
                <a:gd name="T64" fmla="*/ 473 w 552"/>
                <a:gd name="T65" fmla="*/ 290 h 536"/>
                <a:gd name="T66" fmla="*/ 447 w 552"/>
                <a:gd name="T67" fmla="*/ 302 h 536"/>
                <a:gd name="T68" fmla="*/ 421 w 552"/>
                <a:gd name="T69" fmla="*/ 311 h 536"/>
                <a:gd name="T70" fmla="*/ 393 w 552"/>
                <a:gd name="T71" fmla="*/ 314 h 536"/>
                <a:gd name="T72" fmla="*/ 384 w 552"/>
                <a:gd name="T73" fmla="*/ 314 h 536"/>
                <a:gd name="T74" fmla="*/ 552 w 552"/>
                <a:gd name="T75" fmla="*/ 536 h 536"/>
                <a:gd name="T76" fmla="*/ 431 w 552"/>
                <a:gd name="T77" fmla="*/ 536 h 536"/>
                <a:gd name="T78" fmla="*/ 274 w 552"/>
                <a:gd name="T79" fmla="*/ 323 h 536"/>
                <a:gd name="T80" fmla="*/ 274 w 552"/>
                <a:gd name="T81" fmla="*/ 321 h 536"/>
                <a:gd name="T82" fmla="*/ 98 w 552"/>
                <a:gd name="T83" fmla="*/ 321 h 536"/>
                <a:gd name="T84" fmla="*/ 98 w 552"/>
                <a:gd name="T85" fmla="*/ 536 h 536"/>
                <a:gd name="T86" fmla="*/ 0 w 552"/>
                <a:gd name="T87" fmla="*/ 536 h 536"/>
                <a:gd name="T88" fmla="*/ 0 w 552"/>
                <a:gd name="T89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2" h="536">
                  <a:moveTo>
                    <a:pt x="98" y="79"/>
                  </a:moveTo>
                  <a:lnTo>
                    <a:pt x="98" y="241"/>
                  </a:lnTo>
                  <a:lnTo>
                    <a:pt x="307" y="241"/>
                  </a:lnTo>
                  <a:lnTo>
                    <a:pt x="342" y="241"/>
                  </a:lnTo>
                  <a:lnTo>
                    <a:pt x="374" y="238"/>
                  </a:lnTo>
                  <a:lnTo>
                    <a:pt x="398" y="231"/>
                  </a:lnTo>
                  <a:lnTo>
                    <a:pt x="417" y="222"/>
                  </a:lnTo>
                  <a:lnTo>
                    <a:pt x="431" y="206"/>
                  </a:lnTo>
                  <a:lnTo>
                    <a:pt x="440" y="187"/>
                  </a:lnTo>
                  <a:lnTo>
                    <a:pt x="443" y="161"/>
                  </a:lnTo>
                  <a:lnTo>
                    <a:pt x="440" y="135"/>
                  </a:lnTo>
                  <a:lnTo>
                    <a:pt x="431" y="114"/>
                  </a:lnTo>
                  <a:lnTo>
                    <a:pt x="417" y="100"/>
                  </a:lnTo>
                  <a:lnTo>
                    <a:pt x="398" y="89"/>
                  </a:lnTo>
                  <a:lnTo>
                    <a:pt x="374" y="84"/>
                  </a:lnTo>
                  <a:lnTo>
                    <a:pt x="342" y="80"/>
                  </a:lnTo>
                  <a:lnTo>
                    <a:pt x="307" y="79"/>
                  </a:lnTo>
                  <a:lnTo>
                    <a:pt x="98" y="79"/>
                  </a:lnTo>
                  <a:close/>
                  <a:moveTo>
                    <a:pt x="0" y="0"/>
                  </a:moveTo>
                  <a:lnTo>
                    <a:pt x="323" y="0"/>
                  </a:lnTo>
                  <a:lnTo>
                    <a:pt x="377" y="2"/>
                  </a:lnTo>
                  <a:lnTo>
                    <a:pt x="422" y="9"/>
                  </a:lnTo>
                  <a:lnTo>
                    <a:pt x="461" y="19"/>
                  </a:lnTo>
                  <a:lnTo>
                    <a:pt x="490" y="37"/>
                  </a:lnTo>
                  <a:lnTo>
                    <a:pt x="513" y="58"/>
                  </a:lnTo>
                  <a:lnTo>
                    <a:pt x="529" y="86"/>
                  </a:lnTo>
                  <a:lnTo>
                    <a:pt x="538" y="119"/>
                  </a:lnTo>
                  <a:lnTo>
                    <a:pt x="541" y="157"/>
                  </a:lnTo>
                  <a:lnTo>
                    <a:pt x="538" y="194"/>
                  </a:lnTo>
                  <a:lnTo>
                    <a:pt x="529" y="225"/>
                  </a:lnTo>
                  <a:lnTo>
                    <a:pt x="513" y="252"/>
                  </a:lnTo>
                  <a:lnTo>
                    <a:pt x="494" y="272"/>
                  </a:lnTo>
                  <a:lnTo>
                    <a:pt x="473" y="290"/>
                  </a:lnTo>
                  <a:lnTo>
                    <a:pt x="447" y="302"/>
                  </a:lnTo>
                  <a:lnTo>
                    <a:pt x="421" y="311"/>
                  </a:lnTo>
                  <a:lnTo>
                    <a:pt x="393" y="314"/>
                  </a:lnTo>
                  <a:lnTo>
                    <a:pt x="384" y="314"/>
                  </a:lnTo>
                  <a:lnTo>
                    <a:pt x="552" y="536"/>
                  </a:lnTo>
                  <a:lnTo>
                    <a:pt x="431" y="536"/>
                  </a:lnTo>
                  <a:lnTo>
                    <a:pt x="274" y="323"/>
                  </a:lnTo>
                  <a:lnTo>
                    <a:pt x="274" y="321"/>
                  </a:lnTo>
                  <a:lnTo>
                    <a:pt x="98" y="321"/>
                  </a:lnTo>
                  <a:lnTo>
                    <a:pt x="98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2" name="Freeform 7"/>
            <p:cNvSpPr>
              <a:spLocks/>
            </p:cNvSpPr>
            <p:nvPr userDrawn="1"/>
          </p:nvSpPr>
          <p:spPr bwMode="auto">
            <a:xfrm>
              <a:off x="3467172" y="5818063"/>
              <a:ext cx="462976" cy="508514"/>
            </a:xfrm>
            <a:custGeom>
              <a:avLst/>
              <a:gdLst>
                <a:gd name="T0" fmla="*/ 0 w 488"/>
                <a:gd name="T1" fmla="*/ 0 h 536"/>
                <a:gd name="T2" fmla="*/ 440 w 488"/>
                <a:gd name="T3" fmla="*/ 0 h 536"/>
                <a:gd name="T4" fmla="*/ 455 w 488"/>
                <a:gd name="T5" fmla="*/ 2 h 536"/>
                <a:gd name="T6" fmla="*/ 467 w 488"/>
                <a:gd name="T7" fmla="*/ 12 h 536"/>
                <a:gd name="T8" fmla="*/ 476 w 488"/>
                <a:gd name="T9" fmla="*/ 25 h 536"/>
                <a:gd name="T10" fmla="*/ 480 w 488"/>
                <a:gd name="T11" fmla="*/ 40 h 536"/>
                <a:gd name="T12" fmla="*/ 476 w 488"/>
                <a:gd name="T13" fmla="*/ 56 h 536"/>
                <a:gd name="T14" fmla="*/ 467 w 488"/>
                <a:gd name="T15" fmla="*/ 70 h 536"/>
                <a:gd name="T16" fmla="*/ 455 w 488"/>
                <a:gd name="T17" fmla="*/ 79 h 536"/>
                <a:gd name="T18" fmla="*/ 440 w 488"/>
                <a:gd name="T19" fmla="*/ 82 h 536"/>
                <a:gd name="T20" fmla="*/ 97 w 488"/>
                <a:gd name="T21" fmla="*/ 82 h 536"/>
                <a:gd name="T22" fmla="*/ 97 w 488"/>
                <a:gd name="T23" fmla="*/ 218 h 536"/>
                <a:gd name="T24" fmla="*/ 354 w 488"/>
                <a:gd name="T25" fmla="*/ 218 h 536"/>
                <a:gd name="T26" fmla="*/ 370 w 488"/>
                <a:gd name="T27" fmla="*/ 222 h 536"/>
                <a:gd name="T28" fmla="*/ 384 w 488"/>
                <a:gd name="T29" fmla="*/ 231 h 536"/>
                <a:gd name="T30" fmla="*/ 392 w 488"/>
                <a:gd name="T31" fmla="*/ 243 h 536"/>
                <a:gd name="T32" fmla="*/ 396 w 488"/>
                <a:gd name="T33" fmla="*/ 259 h 536"/>
                <a:gd name="T34" fmla="*/ 392 w 488"/>
                <a:gd name="T35" fmla="*/ 276 h 536"/>
                <a:gd name="T36" fmla="*/ 384 w 488"/>
                <a:gd name="T37" fmla="*/ 288 h 536"/>
                <a:gd name="T38" fmla="*/ 370 w 488"/>
                <a:gd name="T39" fmla="*/ 297 h 536"/>
                <a:gd name="T40" fmla="*/ 354 w 488"/>
                <a:gd name="T41" fmla="*/ 300 h 536"/>
                <a:gd name="T42" fmla="*/ 97 w 488"/>
                <a:gd name="T43" fmla="*/ 300 h 536"/>
                <a:gd name="T44" fmla="*/ 97 w 488"/>
                <a:gd name="T45" fmla="*/ 454 h 536"/>
                <a:gd name="T46" fmla="*/ 448 w 488"/>
                <a:gd name="T47" fmla="*/ 454 h 536"/>
                <a:gd name="T48" fmla="*/ 464 w 488"/>
                <a:gd name="T49" fmla="*/ 457 h 536"/>
                <a:gd name="T50" fmla="*/ 478 w 488"/>
                <a:gd name="T51" fmla="*/ 466 h 536"/>
                <a:gd name="T52" fmla="*/ 487 w 488"/>
                <a:gd name="T53" fmla="*/ 478 h 536"/>
                <a:gd name="T54" fmla="*/ 488 w 488"/>
                <a:gd name="T55" fmla="*/ 494 h 536"/>
                <a:gd name="T56" fmla="*/ 487 w 488"/>
                <a:gd name="T57" fmla="*/ 512 h 536"/>
                <a:gd name="T58" fmla="*/ 478 w 488"/>
                <a:gd name="T59" fmla="*/ 524 h 536"/>
                <a:gd name="T60" fmla="*/ 464 w 488"/>
                <a:gd name="T61" fmla="*/ 533 h 536"/>
                <a:gd name="T62" fmla="*/ 448 w 488"/>
                <a:gd name="T63" fmla="*/ 536 h 536"/>
                <a:gd name="T64" fmla="*/ 0 w 488"/>
                <a:gd name="T65" fmla="*/ 536 h 536"/>
                <a:gd name="T66" fmla="*/ 0 w 488"/>
                <a:gd name="T67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488" h="536">
                  <a:moveTo>
                    <a:pt x="0" y="0"/>
                  </a:moveTo>
                  <a:lnTo>
                    <a:pt x="440" y="0"/>
                  </a:lnTo>
                  <a:lnTo>
                    <a:pt x="455" y="2"/>
                  </a:lnTo>
                  <a:lnTo>
                    <a:pt x="467" y="12"/>
                  </a:lnTo>
                  <a:lnTo>
                    <a:pt x="476" y="25"/>
                  </a:lnTo>
                  <a:lnTo>
                    <a:pt x="480" y="40"/>
                  </a:lnTo>
                  <a:lnTo>
                    <a:pt x="476" y="56"/>
                  </a:lnTo>
                  <a:lnTo>
                    <a:pt x="467" y="70"/>
                  </a:lnTo>
                  <a:lnTo>
                    <a:pt x="455" y="79"/>
                  </a:lnTo>
                  <a:lnTo>
                    <a:pt x="440" y="82"/>
                  </a:lnTo>
                  <a:lnTo>
                    <a:pt x="97" y="82"/>
                  </a:lnTo>
                  <a:lnTo>
                    <a:pt x="97" y="218"/>
                  </a:lnTo>
                  <a:lnTo>
                    <a:pt x="354" y="218"/>
                  </a:lnTo>
                  <a:lnTo>
                    <a:pt x="370" y="222"/>
                  </a:lnTo>
                  <a:lnTo>
                    <a:pt x="384" y="231"/>
                  </a:lnTo>
                  <a:lnTo>
                    <a:pt x="392" y="243"/>
                  </a:lnTo>
                  <a:lnTo>
                    <a:pt x="396" y="259"/>
                  </a:lnTo>
                  <a:lnTo>
                    <a:pt x="392" y="276"/>
                  </a:lnTo>
                  <a:lnTo>
                    <a:pt x="384" y="288"/>
                  </a:lnTo>
                  <a:lnTo>
                    <a:pt x="370" y="297"/>
                  </a:lnTo>
                  <a:lnTo>
                    <a:pt x="354" y="300"/>
                  </a:lnTo>
                  <a:lnTo>
                    <a:pt x="97" y="300"/>
                  </a:lnTo>
                  <a:lnTo>
                    <a:pt x="97" y="454"/>
                  </a:lnTo>
                  <a:lnTo>
                    <a:pt x="448" y="454"/>
                  </a:lnTo>
                  <a:lnTo>
                    <a:pt x="464" y="457"/>
                  </a:lnTo>
                  <a:lnTo>
                    <a:pt x="478" y="466"/>
                  </a:lnTo>
                  <a:lnTo>
                    <a:pt x="487" y="478"/>
                  </a:lnTo>
                  <a:lnTo>
                    <a:pt x="488" y="494"/>
                  </a:lnTo>
                  <a:lnTo>
                    <a:pt x="487" y="512"/>
                  </a:lnTo>
                  <a:lnTo>
                    <a:pt x="478" y="524"/>
                  </a:lnTo>
                  <a:lnTo>
                    <a:pt x="464" y="533"/>
                  </a:lnTo>
                  <a:lnTo>
                    <a:pt x="448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/>
            </p:cNvSpPr>
            <p:nvPr userDrawn="1"/>
          </p:nvSpPr>
          <p:spPr bwMode="auto">
            <a:xfrm>
              <a:off x="4041148" y="5818063"/>
              <a:ext cx="541720" cy="508514"/>
            </a:xfrm>
            <a:custGeom>
              <a:avLst/>
              <a:gdLst>
                <a:gd name="T0" fmla="*/ 48 w 571"/>
                <a:gd name="T1" fmla="*/ 0 h 536"/>
                <a:gd name="T2" fmla="*/ 65 w 571"/>
                <a:gd name="T3" fmla="*/ 4 h 536"/>
                <a:gd name="T4" fmla="*/ 79 w 571"/>
                <a:gd name="T5" fmla="*/ 12 h 536"/>
                <a:gd name="T6" fmla="*/ 89 w 571"/>
                <a:gd name="T7" fmla="*/ 26 h 536"/>
                <a:gd name="T8" fmla="*/ 280 w 571"/>
                <a:gd name="T9" fmla="*/ 431 h 536"/>
                <a:gd name="T10" fmla="*/ 285 w 571"/>
                <a:gd name="T11" fmla="*/ 440 h 536"/>
                <a:gd name="T12" fmla="*/ 484 w 571"/>
                <a:gd name="T13" fmla="*/ 26 h 536"/>
                <a:gd name="T14" fmla="*/ 494 w 571"/>
                <a:gd name="T15" fmla="*/ 12 h 536"/>
                <a:gd name="T16" fmla="*/ 508 w 571"/>
                <a:gd name="T17" fmla="*/ 2 h 536"/>
                <a:gd name="T18" fmla="*/ 526 w 571"/>
                <a:gd name="T19" fmla="*/ 0 h 536"/>
                <a:gd name="T20" fmla="*/ 541 w 571"/>
                <a:gd name="T21" fmla="*/ 2 h 536"/>
                <a:gd name="T22" fmla="*/ 554 w 571"/>
                <a:gd name="T23" fmla="*/ 9 h 536"/>
                <a:gd name="T24" fmla="*/ 564 w 571"/>
                <a:gd name="T25" fmla="*/ 21 h 536"/>
                <a:gd name="T26" fmla="*/ 571 w 571"/>
                <a:gd name="T27" fmla="*/ 35 h 536"/>
                <a:gd name="T28" fmla="*/ 571 w 571"/>
                <a:gd name="T29" fmla="*/ 51 h 536"/>
                <a:gd name="T30" fmla="*/ 568 w 571"/>
                <a:gd name="T31" fmla="*/ 67 h 536"/>
                <a:gd name="T32" fmla="*/ 337 w 571"/>
                <a:gd name="T33" fmla="*/ 536 h 536"/>
                <a:gd name="T34" fmla="*/ 233 w 571"/>
                <a:gd name="T35" fmla="*/ 536 h 536"/>
                <a:gd name="T36" fmla="*/ 6 w 571"/>
                <a:gd name="T37" fmla="*/ 67 h 536"/>
                <a:gd name="T38" fmla="*/ 0 w 571"/>
                <a:gd name="T39" fmla="*/ 51 h 536"/>
                <a:gd name="T40" fmla="*/ 2 w 571"/>
                <a:gd name="T41" fmla="*/ 35 h 536"/>
                <a:gd name="T42" fmla="*/ 7 w 571"/>
                <a:gd name="T43" fmla="*/ 21 h 536"/>
                <a:gd name="T44" fmla="*/ 18 w 571"/>
                <a:gd name="T45" fmla="*/ 9 h 536"/>
                <a:gd name="T46" fmla="*/ 32 w 571"/>
                <a:gd name="T47" fmla="*/ 2 h 536"/>
                <a:gd name="T48" fmla="*/ 48 w 571"/>
                <a:gd name="T49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571" h="536">
                  <a:moveTo>
                    <a:pt x="48" y="0"/>
                  </a:moveTo>
                  <a:lnTo>
                    <a:pt x="65" y="4"/>
                  </a:lnTo>
                  <a:lnTo>
                    <a:pt x="79" y="12"/>
                  </a:lnTo>
                  <a:lnTo>
                    <a:pt x="89" y="26"/>
                  </a:lnTo>
                  <a:lnTo>
                    <a:pt x="280" y="431"/>
                  </a:lnTo>
                  <a:lnTo>
                    <a:pt x="285" y="440"/>
                  </a:lnTo>
                  <a:lnTo>
                    <a:pt x="484" y="26"/>
                  </a:lnTo>
                  <a:lnTo>
                    <a:pt x="494" y="12"/>
                  </a:lnTo>
                  <a:lnTo>
                    <a:pt x="508" y="2"/>
                  </a:lnTo>
                  <a:lnTo>
                    <a:pt x="526" y="0"/>
                  </a:lnTo>
                  <a:lnTo>
                    <a:pt x="541" y="2"/>
                  </a:lnTo>
                  <a:lnTo>
                    <a:pt x="554" y="9"/>
                  </a:lnTo>
                  <a:lnTo>
                    <a:pt x="564" y="21"/>
                  </a:lnTo>
                  <a:lnTo>
                    <a:pt x="571" y="35"/>
                  </a:lnTo>
                  <a:lnTo>
                    <a:pt x="571" y="51"/>
                  </a:lnTo>
                  <a:lnTo>
                    <a:pt x="568" y="67"/>
                  </a:lnTo>
                  <a:lnTo>
                    <a:pt x="337" y="536"/>
                  </a:lnTo>
                  <a:lnTo>
                    <a:pt x="233" y="536"/>
                  </a:lnTo>
                  <a:lnTo>
                    <a:pt x="6" y="67"/>
                  </a:lnTo>
                  <a:lnTo>
                    <a:pt x="0" y="51"/>
                  </a:lnTo>
                  <a:lnTo>
                    <a:pt x="2" y="35"/>
                  </a:lnTo>
                  <a:lnTo>
                    <a:pt x="7" y="21"/>
                  </a:lnTo>
                  <a:lnTo>
                    <a:pt x="18" y="9"/>
                  </a:lnTo>
                  <a:lnTo>
                    <a:pt x="32" y="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4" name="Freeform 9"/>
            <p:cNvSpPr>
              <a:spLocks noEditPoints="1"/>
            </p:cNvSpPr>
            <p:nvPr userDrawn="1"/>
          </p:nvSpPr>
          <p:spPr bwMode="auto">
            <a:xfrm>
              <a:off x="4582868" y="5818063"/>
              <a:ext cx="608130" cy="508514"/>
            </a:xfrm>
            <a:custGeom>
              <a:avLst/>
              <a:gdLst>
                <a:gd name="T0" fmla="*/ 321 w 641"/>
                <a:gd name="T1" fmla="*/ 70 h 536"/>
                <a:gd name="T2" fmla="*/ 201 w 641"/>
                <a:gd name="T3" fmla="*/ 328 h 536"/>
                <a:gd name="T4" fmla="*/ 443 w 641"/>
                <a:gd name="T5" fmla="*/ 328 h 536"/>
                <a:gd name="T6" fmla="*/ 321 w 641"/>
                <a:gd name="T7" fmla="*/ 70 h 536"/>
                <a:gd name="T8" fmla="*/ 264 w 641"/>
                <a:gd name="T9" fmla="*/ 0 h 536"/>
                <a:gd name="T10" fmla="*/ 381 w 641"/>
                <a:gd name="T11" fmla="*/ 0 h 536"/>
                <a:gd name="T12" fmla="*/ 641 w 641"/>
                <a:gd name="T13" fmla="*/ 536 h 536"/>
                <a:gd name="T14" fmla="*/ 538 w 641"/>
                <a:gd name="T15" fmla="*/ 536 h 536"/>
                <a:gd name="T16" fmla="*/ 482 w 641"/>
                <a:gd name="T17" fmla="*/ 414 h 536"/>
                <a:gd name="T18" fmla="*/ 480 w 641"/>
                <a:gd name="T19" fmla="*/ 410 h 536"/>
                <a:gd name="T20" fmla="*/ 161 w 641"/>
                <a:gd name="T21" fmla="*/ 410 h 536"/>
                <a:gd name="T22" fmla="*/ 103 w 641"/>
                <a:gd name="T23" fmla="*/ 536 h 536"/>
                <a:gd name="T24" fmla="*/ 0 w 641"/>
                <a:gd name="T25" fmla="*/ 536 h 536"/>
                <a:gd name="T26" fmla="*/ 264 w 641"/>
                <a:gd name="T27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1" h="536">
                  <a:moveTo>
                    <a:pt x="321" y="70"/>
                  </a:moveTo>
                  <a:lnTo>
                    <a:pt x="201" y="328"/>
                  </a:lnTo>
                  <a:lnTo>
                    <a:pt x="443" y="328"/>
                  </a:lnTo>
                  <a:lnTo>
                    <a:pt x="321" y="70"/>
                  </a:lnTo>
                  <a:close/>
                  <a:moveTo>
                    <a:pt x="264" y="0"/>
                  </a:moveTo>
                  <a:lnTo>
                    <a:pt x="381" y="0"/>
                  </a:lnTo>
                  <a:lnTo>
                    <a:pt x="641" y="536"/>
                  </a:lnTo>
                  <a:lnTo>
                    <a:pt x="538" y="536"/>
                  </a:lnTo>
                  <a:lnTo>
                    <a:pt x="482" y="414"/>
                  </a:lnTo>
                  <a:lnTo>
                    <a:pt x="480" y="410"/>
                  </a:lnTo>
                  <a:lnTo>
                    <a:pt x="161" y="410"/>
                  </a:lnTo>
                  <a:lnTo>
                    <a:pt x="103" y="536"/>
                  </a:lnTo>
                  <a:lnTo>
                    <a:pt x="0" y="536"/>
                  </a:lnTo>
                  <a:lnTo>
                    <a:pt x="264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5" name="Freeform 10"/>
            <p:cNvSpPr>
              <a:spLocks/>
            </p:cNvSpPr>
            <p:nvPr userDrawn="1"/>
          </p:nvSpPr>
          <p:spPr bwMode="auto">
            <a:xfrm>
              <a:off x="5169177" y="5818063"/>
              <a:ext cx="555002" cy="508514"/>
            </a:xfrm>
            <a:custGeom>
              <a:avLst/>
              <a:gdLst>
                <a:gd name="T0" fmla="*/ 42 w 585"/>
                <a:gd name="T1" fmla="*/ 0 h 536"/>
                <a:gd name="T2" fmla="*/ 545 w 585"/>
                <a:gd name="T3" fmla="*/ 0 h 536"/>
                <a:gd name="T4" fmla="*/ 560 w 585"/>
                <a:gd name="T5" fmla="*/ 2 h 536"/>
                <a:gd name="T6" fmla="*/ 574 w 585"/>
                <a:gd name="T7" fmla="*/ 12 h 536"/>
                <a:gd name="T8" fmla="*/ 583 w 585"/>
                <a:gd name="T9" fmla="*/ 25 h 536"/>
                <a:gd name="T10" fmla="*/ 585 w 585"/>
                <a:gd name="T11" fmla="*/ 40 h 536"/>
                <a:gd name="T12" fmla="*/ 583 w 585"/>
                <a:gd name="T13" fmla="*/ 56 h 536"/>
                <a:gd name="T14" fmla="*/ 574 w 585"/>
                <a:gd name="T15" fmla="*/ 70 h 536"/>
                <a:gd name="T16" fmla="*/ 560 w 585"/>
                <a:gd name="T17" fmla="*/ 79 h 536"/>
                <a:gd name="T18" fmla="*/ 545 w 585"/>
                <a:gd name="T19" fmla="*/ 82 h 536"/>
                <a:gd name="T20" fmla="*/ 342 w 585"/>
                <a:gd name="T21" fmla="*/ 82 h 536"/>
                <a:gd name="T22" fmla="*/ 342 w 585"/>
                <a:gd name="T23" fmla="*/ 536 h 536"/>
                <a:gd name="T24" fmla="*/ 244 w 585"/>
                <a:gd name="T25" fmla="*/ 536 h 536"/>
                <a:gd name="T26" fmla="*/ 244 w 585"/>
                <a:gd name="T27" fmla="*/ 82 h 536"/>
                <a:gd name="T28" fmla="*/ 42 w 585"/>
                <a:gd name="T29" fmla="*/ 82 h 536"/>
                <a:gd name="T30" fmla="*/ 26 w 585"/>
                <a:gd name="T31" fmla="*/ 79 h 536"/>
                <a:gd name="T32" fmla="*/ 12 w 585"/>
                <a:gd name="T33" fmla="*/ 70 h 536"/>
                <a:gd name="T34" fmla="*/ 4 w 585"/>
                <a:gd name="T35" fmla="*/ 56 h 536"/>
                <a:gd name="T36" fmla="*/ 0 w 585"/>
                <a:gd name="T37" fmla="*/ 40 h 536"/>
                <a:gd name="T38" fmla="*/ 4 w 585"/>
                <a:gd name="T39" fmla="*/ 25 h 536"/>
                <a:gd name="T40" fmla="*/ 12 w 585"/>
                <a:gd name="T41" fmla="*/ 12 h 536"/>
                <a:gd name="T42" fmla="*/ 26 w 585"/>
                <a:gd name="T43" fmla="*/ 2 h 536"/>
                <a:gd name="T44" fmla="*/ 42 w 585"/>
                <a:gd name="T45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585" h="536">
                  <a:moveTo>
                    <a:pt x="42" y="0"/>
                  </a:moveTo>
                  <a:lnTo>
                    <a:pt x="545" y="0"/>
                  </a:lnTo>
                  <a:lnTo>
                    <a:pt x="560" y="2"/>
                  </a:lnTo>
                  <a:lnTo>
                    <a:pt x="574" y="12"/>
                  </a:lnTo>
                  <a:lnTo>
                    <a:pt x="583" y="25"/>
                  </a:lnTo>
                  <a:lnTo>
                    <a:pt x="585" y="40"/>
                  </a:lnTo>
                  <a:lnTo>
                    <a:pt x="583" y="56"/>
                  </a:lnTo>
                  <a:lnTo>
                    <a:pt x="574" y="70"/>
                  </a:lnTo>
                  <a:lnTo>
                    <a:pt x="560" y="79"/>
                  </a:lnTo>
                  <a:lnTo>
                    <a:pt x="545" y="82"/>
                  </a:lnTo>
                  <a:lnTo>
                    <a:pt x="342" y="82"/>
                  </a:lnTo>
                  <a:lnTo>
                    <a:pt x="342" y="536"/>
                  </a:lnTo>
                  <a:lnTo>
                    <a:pt x="244" y="536"/>
                  </a:lnTo>
                  <a:lnTo>
                    <a:pt x="244" y="82"/>
                  </a:lnTo>
                  <a:lnTo>
                    <a:pt x="42" y="82"/>
                  </a:lnTo>
                  <a:lnTo>
                    <a:pt x="26" y="79"/>
                  </a:lnTo>
                  <a:lnTo>
                    <a:pt x="12" y="70"/>
                  </a:lnTo>
                  <a:lnTo>
                    <a:pt x="4" y="56"/>
                  </a:lnTo>
                  <a:lnTo>
                    <a:pt x="0" y="40"/>
                  </a:lnTo>
                  <a:lnTo>
                    <a:pt x="4" y="25"/>
                  </a:lnTo>
                  <a:lnTo>
                    <a:pt x="12" y="12"/>
                  </a:lnTo>
                  <a:lnTo>
                    <a:pt x="26" y="2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6" name="Freeform 11"/>
            <p:cNvSpPr>
              <a:spLocks/>
            </p:cNvSpPr>
            <p:nvPr userDrawn="1"/>
          </p:nvSpPr>
          <p:spPr bwMode="auto">
            <a:xfrm>
              <a:off x="5831384" y="5818063"/>
              <a:ext cx="541720" cy="521796"/>
            </a:xfrm>
            <a:custGeom>
              <a:avLst/>
              <a:gdLst>
                <a:gd name="T0" fmla="*/ 49 w 571"/>
                <a:gd name="T1" fmla="*/ 0 h 550"/>
                <a:gd name="T2" fmla="*/ 68 w 571"/>
                <a:gd name="T3" fmla="*/ 4 h 550"/>
                <a:gd name="T4" fmla="*/ 84 w 571"/>
                <a:gd name="T5" fmla="*/ 14 h 550"/>
                <a:gd name="T6" fmla="*/ 94 w 571"/>
                <a:gd name="T7" fmla="*/ 30 h 550"/>
                <a:gd name="T8" fmla="*/ 98 w 571"/>
                <a:gd name="T9" fmla="*/ 49 h 550"/>
                <a:gd name="T10" fmla="*/ 98 w 571"/>
                <a:gd name="T11" fmla="*/ 299 h 550"/>
                <a:gd name="T12" fmla="*/ 98 w 571"/>
                <a:gd name="T13" fmla="*/ 320 h 550"/>
                <a:gd name="T14" fmla="*/ 101 w 571"/>
                <a:gd name="T15" fmla="*/ 342 h 550"/>
                <a:gd name="T16" fmla="*/ 105 w 571"/>
                <a:gd name="T17" fmla="*/ 363 h 550"/>
                <a:gd name="T18" fmla="*/ 112 w 571"/>
                <a:gd name="T19" fmla="*/ 384 h 550"/>
                <a:gd name="T20" fmla="*/ 122 w 571"/>
                <a:gd name="T21" fmla="*/ 403 h 550"/>
                <a:gd name="T22" fmla="*/ 136 w 571"/>
                <a:gd name="T23" fmla="*/ 421 h 550"/>
                <a:gd name="T24" fmla="*/ 156 w 571"/>
                <a:gd name="T25" fmla="*/ 437 h 550"/>
                <a:gd name="T26" fmla="*/ 180 w 571"/>
                <a:gd name="T27" fmla="*/ 449 h 550"/>
                <a:gd name="T28" fmla="*/ 208 w 571"/>
                <a:gd name="T29" fmla="*/ 459 h 550"/>
                <a:gd name="T30" fmla="*/ 245 w 571"/>
                <a:gd name="T31" fmla="*/ 464 h 550"/>
                <a:gd name="T32" fmla="*/ 286 w 571"/>
                <a:gd name="T33" fmla="*/ 466 h 550"/>
                <a:gd name="T34" fmla="*/ 328 w 571"/>
                <a:gd name="T35" fmla="*/ 464 h 550"/>
                <a:gd name="T36" fmla="*/ 363 w 571"/>
                <a:gd name="T37" fmla="*/ 459 h 550"/>
                <a:gd name="T38" fmla="*/ 391 w 571"/>
                <a:gd name="T39" fmla="*/ 449 h 550"/>
                <a:gd name="T40" fmla="*/ 416 w 571"/>
                <a:gd name="T41" fmla="*/ 437 h 550"/>
                <a:gd name="T42" fmla="*/ 435 w 571"/>
                <a:gd name="T43" fmla="*/ 421 h 550"/>
                <a:gd name="T44" fmla="*/ 449 w 571"/>
                <a:gd name="T45" fmla="*/ 403 h 550"/>
                <a:gd name="T46" fmla="*/ 459 w 571"/>
                <a:gd name="T47" fmla="*/ 384 h 550"/>
                <a:gd name="T48" fmla="*/ 466 w 571"/>
                <a:gd name="T49" fmla="*/ 363 h 550"/>
                <a:gd name="T50" fmla="*/ 470 w 571"/>
                <a:gd name="T51" fmla="*/ 342 h 550"/>
                <a:gd name="T52" fmla="*/ 473 w 571"/>
                <a:gd name="T53" fmla="*/ 320 h 550"/>
                <a:gd name="T54" fmla="*/ 473 w 571"/>
                <a:gd name="T55" fmla="*/ 299 h 550"/>
                <a:gd name="T56" fmla="*/ 473 w 571"/>
                <a:gd name="T57" fmla="*/ 49 h 550"/>
                <a:gd name="T58" fmla="*/ 477 w 571"/>
                <a:gd name="T59" fmla="*/ 30 h 550"/>
                <a:gd name="T60" fmla="*/ 487 w 571"/>
                <a:gd name="T61" fmla="*/ 14 h 550"/>
                <a:gd name="T62" fmla="*/ 503 w 571"/>
                <a:gd name="T63" fmla="*/ 4 h 550"/>
                <a:gd name="T64" fmla="*/ 522 w 571"/>
                <a:gd name="T65" fmla="*/ 0 h 550"/>
                <a:gd name="T66" fmla="*/ 541 w 571"/>
                <a:gd name="T67" fmla="*/ 4 h 550"/>
                <a:gd name="T68" fmla="*/ 557 w 571"/>
                <a:gd name="T69" fmla="*/ 14 h 550"/>
                <a:gd name="T70" fmla="*/ 567 w 571"/>
                <a:gd name="T71" fmla="*/ 30 h 550"/>
                <a:gd name="T72" fmla="*/ 571 w 571"/>
                <a:gd name="T73" fmla="*/ 49 h 550"/>
                <a:gd name="T74" fmla="*/ 571 w 571"/>
                <a:gd name="T75" fmla="*/ 306 h 550"/>
                <a:gd name="T76" fmla="*/ 567 w 571"/>
                <a:gd name="T77" fmla="*/ 358 h 550"/>
                <a:gd name="T78" fmla="*/ 557 w 571"/>
                <a:gd name="T79" fmla="*/ 402 h 550"/>
                <a:gd name="T80" fmla="*/ 540 w 571"/>
                <a:gd name="T81" fmla="*/ 442 h 550"/>
                <a:gd name="T82" fmla="*/ 513 w 571"/>
                <a:gd name="T83" fmla="*/ 475 h 550"/>
                <a:gd name="T84" fmla="*/ 482 w 571"/>
                <a:gd name="T85" fmla="*/ 501 h 550"/>
                <a:gd name="T86" fmla="*/ 444 w 571"/>
                <a:gd name="T87" fmla="*/ 522 h 550"/>
                <a:gd name="T88" fmla="*/ 398 w 571"/>
                <a:gd name="T89" fmla="*/ 538 h 550"/>
                <a:gd name="T90" fmla="*/ 346 w 571"/>
                <a:gd name="T91" fmla="*/ 547 h 550"/>
                <a:gd name="T92" fmla="*/ 286 w 571"/>
                <a:gd name="T93" fmla="*/ 550 h 550"/>
                <a:gd name="T94" fmla="*/ 225 w 571"/>
                <a:gd name="T95" fmla="*/ 547 h 550"/>
                <a:gd name="T96" fmla="*/ 173 w 571"/>
                <a:gd name="T97" fmla="*/ 538 h 550"/>
                <a:gd name="T98" fmla="*/ 128 w 571"/>
                <a:gd name="T99" fmla="*/ 522 h 550"/>
                <a:gd name="T100" fmla="*/ 89 w 571"/>
                <a:gd name="T101" fmla="*/ 501 h 550"/>
                <a:gd name="T102" fmla="*/ 58 w 571"/>
                <a:gd name="T103" fmla="*/ 475 h 550"/>
                <a:gd name="T104" fmla="*/ 32 w 571"/>
                <a:gd name="T105" fmla="*/ 442 h 550"/>
                <a:gd name="T106" fmla="*/ 14 w 571"/>
                <a:gd name="T107" fmla="*/ 402 h 550"/>
                <a:gd name="T108" fmla="*/ 4 w 571"/>
                <a:gd name="T109" fmla="*/ 358 h 550"/>
                <a:gd name="T110" fmla="*/ 0 w 571"/>
                <a:gd name="T111" fmla="*/ 306 h 550"/>
                <a:gd name="T112" fmla="*/ 0 w 571"/>
                <a:gd name="T113" fmla="*/ 49 h 550"/>
                <a:gd name="T114" fmla="*/ 4 w 571"/>
                <a:gd name="T115" fmla="*/ 30 h 550"/>
                <a:gd name="T116" fmla="*/ 14 w 571"/>
                <a:gd name="T117" fmla="*/ 14 h 550"/>
                <a:gd name="T118" fmla="*/ 30 w 571"/>
                <a:gd name="T119" fmla="*/ 4 h 550"/>
                <a:gd name="T120" fmla="*/ 49 w 571"/>
                <a:gd name="T121" fmla="*/ 0 h 5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71" h="550">
                  <a:moveTo>
                    <a:pt x="49" y="0"/>
                  </a:moveTo>
                  <a:lnTo>
                    <a:pt x="68" y="4"/>
                  </a:lnTo>
                  <a:lnTo>
                    <a:pt x="84" y="14"/>
                  </a:lnTo>
                  <a:lnTo>
                    <a:pt x="94" y="30"/>
                  </a:lnTo>
                  <a:lnTo>
                    <a:pt x="98" y="49"/>
                  </a:lnTo>
                  <a:lnTo>
                    <a:pt x="98" y="299"/>
                  </a:lnTo>
                  <a:lnTo>
                    <a:pt x="98" y="320"/>
                  </a:lnTo>
                  <a:lnTo>
                    <a:pt x="101" y="342"/>
                  </a:lnTo>
                  <a:lnTo>
                    <a:pt x="105" y="363"/>
                  </a:lnTo>
                  <a:lnTo>
                    <a:pt x="112" y="384"/>
                  </a:lnTo>
                  <a:lnTo>
                    <a:pt x="122" y="403"/>
                  </a:lnTo>
                  <a:lnTo>
                    <a:pt x="136" y="421"/>
                  </a:lnTo>
                  <a:lnTo>
                    <a:pt x="156" y="437"/>
                  </a:lnTo>
                  <a:lnTo>
                    <a:pt x="180" y="449"/>
                  </a:lnTo>
                  <a:lnTo>
                    <a:pt x="208" y="459"/>
                  </a:lnTo>
                  <a:lnTo>
                    <a:pt x="245" y="464"/>
                  </a:lnTo>
                  <a:lnTo>
                    <a:pt x="286" y="466"/>
                  </a:lnTo>
                  <a:lnTo>
                    <a:pt x="328" y="464"/>
                  </a:lnTo>
                  <a:lnTo>
                    <a:pt x="363" y="459"/>
                  </a:lnTo>
                  <a:lnTo>
                    <a:pt x="391" y="449"/>
                  </a:lnTo>
                  <a:lnTo>
                    <a:pt x="416" y="437"/>
                  </a:lnTo>
                  <a:lnTo>
                    <a:pt x="435" y="421"/>
                  </a:lnTo>
                  <a:lnTo>
                    <a:pt x="449" y="403"/>
                  </a:lnTo>
                  <a:lnTo>
                    <a:pt x="459" y="384"/>
                  </a:lnTo>
                  <a:lnTo>
                    <a:pt x="466" y="363"/>
                  </a:lnTo>
                  <a:lnTo>
                    <a:pt x="470" y="342"/>
                  </a:lnTo>
                  <a:lnTo>
                    <a:pt x="473" y="320"/>
                  </a:lnTo>
                  <a:lnTo>
                    <a:pt x="473" y="299"/>
                  </a:lnTo>
                  <a:lnTo>
                    <a:pt x="473" y="49"/>
                  </a:lnTo>
                  <a:lnTo>
                    <a:pt x="477" y="30"/>
                  </a:lnTo>
                  <a:lnTo>
                    <a:pt x="487" y="14"/>
                  </a:lnTo>
                  <a:lnTo>
                    <a:pt x="503" y="4"/>
                  </a:lnTo>
                  <a:lnTo>
                    <a:pt x="522" y="0"/>
                  </a:lnTo>
                  <a:lnTo>
                    <a:pt x="541" y="4"/>
                  </a:lnTo>
                  <a:lnTo>
                    <a:pt x="557" y="14"/>
                  </a:lnTo>
                  <a:lnTo>
                    <a:pt x="567" y="30"/>
                  </a:lnTo>
                  <a:lnTo>
                    <a:pt x="571" y="49"/>
                  </a:lnTo>
                  <a:lnTo>
                    <a:pt x="571" y="306"/>
                  </a:lnTo>
                  <a:lnTo>
                    <a:pt x="567" y="358"/>
                  </a:lnTo>
                  <a:lnTo>
                    <a:pt x="557" y="402"/>
                  </a:lnTo>
                  <a:lnTo>
                    <a:pt x="540" y="442"/>
                  </a:lnTo>
                  <a:lnTo>
                    <a:pt x="513" y="475"/>
                  </a:lnTo>
                  <a:lnTo>
                    <a:pt x="482" y="501"/>
                  </a:lnTo>
                  <a:lnTo>
                    <a:pt x="444" y="522"/>
                  </a:lnTo>
                  <a:lnTo>
                    <a:pt x="398" y="538"/>
                  </a:lnTo>
                  <a:lnTo>
                    <a:pt x="346" y="547"/>
                  </a:lnTo>
                  <a:lnTo>
                    <a:pt x="286" y="550"/>
                  </a:lnTo>
                  <a:lnTo>
                    <a:pt x="225" y="547"/>
                  </a:lnTo>
                  <a:lnTo>
                    <a:pt x="173" y="538"/>
                  </a:lnTo>
                  <a:lnTo>
                    <a:pt x="128" y="522"/>
                  </a:lnTo>
                  <a:lnTo>
                    <a:pt x="89" y="501"/>
                  </a:lnTo>
                  <a:lnTo>
                    <a:pt x="58" y="475"/>
                  </a:lnTo>
                  <a:lnTo>
                    <a:pt x="32" y="442"/>
                  </a:lnTo>
                  <a:lnTo>
                    <a:pt x="14" y="402"/>
                  </a:lnTo>
                  <a:lnTo>
                    <a:pt x="4" y="358"/>
                  </a:lnTo>
                  <a:lnTo>
                    <a:pt x="0" y="306"/>
                  </a:lnTo>
                  <a:lnTo>
                    <a:pt x="0" y="49"/>
                  </a:lnTo>
                  <a:lnTo>
                    <a:pt x="4" y="30"/>
                  </a:lnTo>
                  <a:lnTo>
                    <a:pt x="14" y="14"/>
                  </a:lnTo>
                  <a:lnTo>
                    <a:pt x="30" y="4"/>
                  </a:lnTo>
                  <a:lnTo>
                    <a:pt x="49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7" name="Freeform 12"/>
            <p:cNvSpPr>
              <a:spLocks noEditPoints="1"/>
            </p:cNvSpPr>
            <p:nvPr userDrawn="1"/>
          </p:nvSpPr>
          <p:spPr bwMode="auto">
            <a:xfrm>
              <a:off x="6530592" y="5818063"/>
              <a:ext cx="521796" cy="508514"/>
            </a:xfrm>
            <a:custGeom>
              <a:avLst/>
              <a:gdLst>
                <a:gd name="T0" fmla="*/ 96 w 550"/>
                <a:gd name="T1" fmla="*/ 79 h 536"/>
                <a:gd name="T2" fmla="*/ 96 w 550"/>
                <a:gd name="T3" fmla="*/ 241 h 536"/>
                <a:gd name="T4" fmla="*/ 307 w 550"/>
                <a:gd name="T5" fmla="*/ 241 h 536"/>
                <a:gd name="T6" fmla="*/ 342 w 550"/>
                <a:gd name="T7" fmla="*/ 241 h 536"/>
                <a:gd name="T8" fmla="*/ 372 w 550"/>
                <a:gd name="T9" fmla="*/ 238 h 536"/>
                <a:gd name="T10" fmla="*/ 398 w 550"/>
                <a:gd name="T11" fmla="*/ 231 h 536"/>
                <a:gd name="T12" fmla="*/ 417 w 550"/>
                <a:gd name="T13" fmla="*/ 222 h 536"/>
                <a:gd name="T14" fmla="*/ 431 w 550"/>
                <a:gd name="T15" fmla="*/ 206 h 536"/>
                <a:gd name="T16" fmla="*/ 440 w 550"/>
                <a:gd name="T17" fmla="*/ 187 h 536"/>
                <a:gd name="T18" fmla="*/ 443 w 550"/>
                <a:gd name="T19" fmla="*/ 161 h 536"/>
                <a:gd name="T20" fmla="*/ 440 w 550"/>
                <a:gd name="T21" fmla="*/ 135 h 536"/>
                <a:gd name="T22" fmla="*/ 431 w 550"/>
                <a:gd name="T23" fmla="*/ 114 h 536"/>
                <a:gd name="T24" fmla="*/ 417 w 550"/>
                <a:gd name="T25" fmla="*/ 100 h 536"/>
                <a:gd name="T26" fmla="*/ 398 w 550"/>
                <a:gd name="T27" fmla="*/ 89 h 536"/>
                <a:gd name="T28" fmla="*/ 372 w 550"/>
                <a:gd name="T29" fmla="*/ 84 h 536"/>
                <a:gd name="T30" fmla="*/ 342 w 550"/>
                <a:gd name="T31" fmla="*/ 80 h 536"/>
                <a:gd name="T32" fmla="*/ 307 w 550"/>
                <a:gd name="T33" fmla="*/ 79 h 536"/>
                <a:gd name="T34" fmla="*/ 96 w 550"/>
                <a:gd name="T35" fmla="*/ 79 h 536"/>
                <a:gd name="T36" fmla="*/ 0 w 550"/>
                <a:gd name="T37" fmla="*/ 0 h 536"/>
                <a:gd name="T38" fmla="*/ 323 w 550"/>
                <a:gd name="T39" fmla="*/ 0 h 536"/>
                <a:gd name="T40" fmla="*/ 377 w 550"/>
                <a:gd name="T41" fmla="*/ 2 h 536"/>
                <a:gd name="T42" fmla="*/ 422 w 550"/>
                <a:gd name="T43" fmla="*/ 9 h 536"/>
                <a:gd name="T44" fmla="*/ 459 w 550"/>
                <a:gd name="T45" fmla="*/ 19 h 536"/>
                <a:gd name="T46" fmla="*/ 489 w 550"/>
                <a:gd name="T47" fmla="*/ 37 h 536"/>
                <a:gd name="T48" fmla="*/ 511 w 550"/>
                <a:gd name="T49" fmla="*/ 58 h 536"/>
                <a:gd name="T50" fmla="*/ 527 w 550"/>
                <a:gd name="T51" fmla="*/ 86 h 536"/>
                <a:gd name="T52" fmla="*/ 537 w 550"/>
                <a:gd name="T53" fmla="*/ 119 h 536"/>
                <a:gd name="T54" fmla="*/ 539 w 550"/>
                <a:gd name="T55" fmla="*/ 157 h 536"/>
                <a:gd name="T56" fmla="*/ 537 w 550"/>
                <a:gd name="T57" fmla="*/ 194 h 536"/>
                <a:gd name="T58" fmla="*/ 527 w 550"/>
                <a:gd name="T59" fmla="*/ 225 h 536"/>
                <a:gd name="T60" fmla="*/ 513 w 550"/>
                <a:gd name="T61" fmla="*/ 252 h 536"/>
                <a:gd name="T62" fmla="*/ 494 w 550"/>
                <a:gd name="T63" fmla="*/ 272 h 536"/>
                <a:gd name="T64" fmla="*/ 471 w 550"/>
                <a:gd name="T65" fmla="*/ 290 h 536"/>
                <a:gd name="T66" fmla="*/ 447 w 550"/>
                <a:gd name="T67" fmla="*/ 302 h 536"/>
                <a:gd name="T68" fmla="*/ 419 w 550"/>
                <a:gd name="T69" fmla="*/ 311 h 536"/>
                <a:gd name="T70" fmla="*/ 393 w 550"/>
                <a:gd name="T71" fmla="*/ 314 h 536"/>
                <a:gd name="T72" fmla="*/ 384 w 550"/>
                <a:gd name="T73" fmla="*/ 314 h 536"/>
                <a:gd name="T74" fmla="*/ 550 w 550"/>
                <a:gd name="T75" fmla="*/ 536 h 536"/>
                <a:gd name="T76" fmla="*/ 431 w 550"/>
                <a:gd name="T77" fmla="*/ 536 h 536"/>
                <a:gd name="T78" fmla="*/ 274 w 550"/>
                <a:gd name="T79" fmla="*/ 323 h 536"/>
                <a:gd name="T80" fmla="*/ 272 w 550"/>
                <a:gd name="T81" fmla="*/ 321 h 536"/>
                <a:gd name="T82" fmla="*/ 96 w 550"/>
                <a:gd name="T83" fmla="*/ 321 h 536"/>
                <a:gd name="T84" fmla="*/ 96 w 550"/>
                <a:gd name="T85" fmla="*/ 536 h 536"/>
                <a:gd name="T86" fmla="*/ 0 w 550"/>
                <a:gd name="T87" fmla="*/ 536 h 536"/>
                <a:gd name="T88" fmla="*/ 0 w 550"/>
                <a:gd name="T89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0" h="536">
                  <a:moveTo>
                    <a:pt x="96" y="79"/>
                  </a:moveTo>
                  <a:lnTo>
                    <a:pt x="96" y="241"/>
                  </a:lnTo>
                  <a:lnTo>
                    <a:pt x="307" y="241"/>
                  </a:lnTo>
                  <a:lnTo>
                    <a:pt x="342" y="241"/>
                  </a:lnTo>
                  <a:lnTo>
                    <a:pt x="372" y="238"/>
                  </a:lnTo>
                  <a:lnTo>
                    <a:pt x="398" y="231"/>
                  </a:lnTo>
                  <a:lnTo>
                    <a:pt x="417" y="222"/>
                  </a:lnTo>
                  <a:lnTo>
                    <a:pt x="431" y="206"/>
                  </a:lnTo>
                  <a:lnTo>
                    <a:pt x="440" y="187"/>
                  </a:lnTo>
                  <a:lnTo>
                    <a:pt x="443" y="161"/>
                  </a:lnTo>
                  <a:lnTo>
                    <a:pt x="440" y="135"/>
                  </a:lnTo>
                  <a:lnTo>
                    <a:pt x="431" y="114"/>
                  </a:lnTo>
                  <a:lnTo>
                    <a:pt x="417" y="100"/>
                  </a:lnTo>
                  <a:lnTo>
                    <a:pt x="398" y="89"/>
                  </a:lnTo>
                  <a:lnTo>
                    <a:pt x="372" y="84"/>
                  </a:lnTo>
                  <a:lnTo>
                    <a:pt x="342" y="80"/>
                  </a:lnTo>
                  <a:lnTo>
                    <a:pt x="307" y="79"/>
                  </a:lnTo>
                  <a:lnTo>
                    <a:pt x="96" y="79"/>
                  </a:lnTo>
                  <a:close/>
                  <a:moveTo>
                    <a:pt x="0" y="0"/>
                  </a:moveTo>
                  <a:lnTo>
                    <a:pt x="323" y="0"/>
                  </a:lnTo>
                  <a:lnTo>
                    <a:pt x="377" y="2"/>
                  </a:lnTo>
                  <a:lnTo>
                    <a:pt x="422" y="9"/>
                  </a:lnTo>
                  <a:lnTo>
                    <a:pt x="459" y="19"/>
                  </a:lnTo>
                  <a:lnTo>
                    <a:pt x="489" y="37"/>
                  </a:lnTo>
                  <a:lnTo>
                    <a:pt x="511" y="58"/>
                  </a:lnTo>
                  <a:lnTo>
                    <a:pt x="527" y="86"/>
                  </a:lnTo>
                  <a:lnTo>
                    <a:pt x="537" y="119"/>
                  </a:lnTo>
                  <a:lnTo>
                    <a:pt x="539" y="157"/>
                  </a:lnTo>
                  <a:lnTo>
                    <a:pt x="537" y="194"/>
                  </a:lnTo>
                  <a:lnTo>
                    <a:pt x="527" y="225"/>
                  </a:lnTo>
                  <a:lnTo>
                    <a:pt x="513" y="252"/>
                  </a:lnTo>
                  <a:lnTo>
                    <a:pt x="494" y="272"/>
                  </a:lnTo>
                  <a:lnTo>
                    <a:pt x="471" y="290"/>
                  </a:lnTo>
                  <a:lnTo>
                    <a:pt x="447" y="302"/>
                  </a:lnTo>
                  <a:lnTo>
                    <a:pt x="419" y="311"/>
                  </a:lnTo>
                  <a:lnTo>
                    <a:pt x="393" y="314"/>
                  </a:lnTo>
                  <a:lnTo>
                    <a:pt x="384" y="314"/>
                  </a:lnTo>
                  <a:lnTo>
                    <a:pt x="550" y="536"/>
                  </a:lnTo>
                  <a:lnTo>
                    <a:pt x="431" y="536"/>
                  </a:lnTo>
                  <a:lnTo>
                    <a:pt x="274" y="323"/>
                  </a:lnTo>
                  <a:lnTo>
                    <a:pt x="272" y="321"/>
                  </a:lnTo>
                  <a:lnTo>
                    <a:pt x="96" y="321"/>
                  </a:lnTo>
                  <a:lnTo>
                    <a:pt x="96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8" name="Freeform 13"/>
            <p:cNvSpPr>
              <a:spLocks/>
            </p:cNvSpPr>
            <p:nvPr userDrawn="1"/>
          </p:nvSpPr>
          <p:spPr bwMode="auto">
            <a:xfrm>
              <a:off x="7183312" y="5818063"/>
              <a:ext cx="462976" cy="508514"/>
            </a:xfrm>
            <a:custGeom>
              <a:avLst/>
              <a:gdLst>
                <a:gd name="T0" fmla="*/ 0 w 488"/>
                <a:gd name="T1" fmla="*/ 0 h 536"/>
                <a:gd name="T2" fmla="*/ 438 w 488"/>
                <a:gd name="T3" fmla="*/ 0 h 536"/>
                <a:gd name="T4" fmla="*/ 453 w 488"/>
                <a:gd name="T5" fmla="*/ 2 h 536"/>
                <a:gd name="T6" fmla="*/ 467 w 488"/>
                <a:gd name="T7" fmla="*/ 12 h 536"/>
                <a:gd name="T8" fmla="*/ 476 w 488"/>
                <a:gd name="T9" fmla="*/ 25 h 536"/>
                <a:gd name="T10" fmla="*/ 480 w 488"/>
                <a:gd name="T11" fmla="*/ 40 h 536"/>
                <a:gd name="T12" fmla="*/ 476 w 488"/>
                <a:gd name="T13" fmla="*/ 56 h 536"/>
                <a:gd name="T14" fmla="*/ 467 w 488"/>
                <a:gd name="T15" fmla="*/ 70 h 536"/>
                <a:gd name="T16" fmla="*/ 453 w 488"/>
                <a:gd name="T17" fmla="*/ 79 h 536"/>
                <a:gd name="T18" fmla="*/ 438 w 488"/>
                <a:gd name="T19" fmla="*/ 82 h 536"/>
                <a:gd name="T20" fmla="*/ 97 w 488"/>
                <a:gd name="T21" fmla="*/ 82 h 536"/>
                <a:gd name="T22" fmla="*/ 97 w 488"/>
                <a:gd name="T23" fmla="*/ 218 h 536"/>
                <a:gd name="T24" fmla="*/ 333 w 488"/>
                <a:gd name="T25" fmla="*/ 218 h 536"/>
                <a:gd name="T26" fmla="*/ 349 w 488"/>
                <a:gd name="T27" fmla="*/ 222 h 536"/>
                <a:gd name="T28" fmla="*/ 361 w 488"/>
                <a:gd name="T29" fmla="*/ 231 h 536"/>
                <a:gd name="T30" fmla="*/ 370 w 488"/>
                <a:gd name="T31" fmla="*/ 243 h 536"/>
                <a:gd name="T32" fmla="*/ 373 w 488"/>
                <a:gd name="T33" fmla="*/ 259 h 536"/>
                <a:gd name="T34" fmla="*/ 370 w 488"/>
                <a:gd name="T35" fmla="*/ 276 h 536"/>
                <a:gd name="T36" fmla="*/ 361 w 488"/>
                <a:gd name="T37" fmla="*/ 288 h 536"/>
                <a:gd name="T38" fmla="*/ 349 w 488"/>
                <a:gd name="T39" fmla="*/ 297 h 536"/>
                <a:gd name="T40" fmla="*/ 333 w 488"/>
                <a:gd name="T41" fmla="*/ 300 h 536"/>
                <a:gd name="T42" fmla="*/ 97 w 488"/>
                <a:gd name="T43" fmla="*/ 300 h 536"/>
                <a:gd name="T44" fmla="*/ 97 w 488"/>
                <a:gd name="T45" fmla="*/ 454 h 536"/>
                <a:gd name="T46" fmla="*/ 446 w 488"/>
                <a:gd name="T47" fmla="*/ 454 h 536"/>
                <a:gd name="T48" fmla="*/ 464 w 488"/>
                <a:gd name="T49" fmla="*/ 457 h 536"/>
                <a:gd name="T50" fmla="*/ 476 w 488"/>
                <a:gd name="T51" fmla="*/ 466 h 536"/>
                <a:gd name="T52" fmla="*/ 485 w 488"/>
                <a:gd name="T53" fmla="*/ 478 h 536"/>
                <a:gd name="T54" fmla="*/ 488 w 488"/>
                <a:gd name="T55" fmla="*/ 494 h 536"/>
                <a:gd name="T56" fmla="*/ 485 w 488"/>
                <a:gd name="T57" fmla="*/ 512 h 536"/>
                <a:gd name="T58" fmla="*/ 476 w 488"/>
                <a:gd name="T59" fmla="*/ 524 h 536"/>
                <a:gd name="T60" fmla="*/ 464 w 488"/>
                <a:gd name="T61" fmla="*/ 533 h 536"/>
                <a:gd name="T62" fmla="*/ 446 w 488"/>
                <a:gd name="T63" fmla="*/ 536 h 536"/>
                <a:gd name="T64" fmla="*/ 0 w 488"/>
                <a:gd name="T65" fmla="*/ 536 h 536"/>
                <a:gd name="T66" fmla="*/ 0 w 488"/>
                <a:gd name="T67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488" h="536">
                  <a:moveTo>
                    <a:pt x="0" y="0"/>
                  </a:moveTo>
                  <a:lnTo>
                    <a:pt x="438" y="0"/>
                  </a:lnTo>
                  <a:lnTo>
                    <a:pt x="453" y="2"/>
                  </a:lnTo>
                  <a:lnTo>
                    <a:pt x="467" y="12"/>
                  </a:lnTo>
                  <a:lnTo>
                    <a:pt x="476" y="25"/>
                  </a:lnTo>
                  <a:lnTo>
                    <a:pt x="480" y="40"/>
                  </a:lnTo>
                  <a:lnTo>
                    <a:pt x="476" y="56"/>
                  </a:lnTo>
                  <a:lnTo>
                    <a:pt x="467" y="70"/>
                  </a:lnTo>
                  <a:lnTo>
                    <a:pt x="453" y="79"/>
                  </a:lnTo>
                  <a:lnTo>
                    <a:pt x="438" y="82"/>
                  </a:lnTo>
                  <a:lnTo>
                    <a:pt x="97" y="82"/>
                  </a:lnTo>
                  <a:lnTo>
                    <a:pt x="97" y="218"/>
                  </a:lnTo>
                  <a:lnTo>
                    <a:pt x="333" y="218"/>
                  </a:lnTo>
                  <a:lnTo>
                    <a:pt x="349" y="222"/>
                  </a:lnTo>
                  <a:lnTo>
                    <a:pt x="361" y="231"/>
                  </a:lnTo>
                  <a:lnTo>
                    <a:pt x="370" y="243"/>
                  </a:lnTo>
                  <a:lnTo>
                    <a:pt x="373" y="259"/>
                  </a:lnTo>
                  <a:lnTo>
                    <a:pt x="370" y="276"/>
                  </a:lnTo>
                  <a:lnTo>
                    <a:pt x="361" y="288"/>
                  </a:lnTo>
                  <a:lnTo>
                    <a:pt x="349" y="297"/>
                  </a:lnTo>
                  <a:lnTo>
                    <a:pt x="333" y="300"/>
                  </a:lnTo>
                  <a:lnTo>
                    <a:pt x="97" y="300"/>
                  </a:lnTo>
                  <a:lnTo>
                    <a:pt x="97" y="454"/>
                  </a:lnTo>
                  <a:lnTo>
                    <a:pt x="446" y="454"/>
                  </a:lnTo>
                  <a:lnTo>
                    <a:pt x="464" y="457"/>
                  </a:lnTo>
                  <a:lnTo>
                    <a:pt x="476" y="466"/>
                  </a:lnTo>
                  <a:lnTo>
                    <a:pt x="485" y="478"/>
                  </a:lnTo>
                  <a:lnTo>
                    <a:pt x="488" y="494"/>
                  </a:lnTo>
                  <a:lnTo>
                    <a:pt x="485" y="512"/>
                  </a:lnTo>
                  <a:lnTo>
                    <a:pt x="476" y="524"/>
                  </a:lnTo>
                  <a:lnTo>
                    <a:pt x="464" y="533"/>
                  </a:lnTo>
                  <a:lnTo>
                    <a:pt x="446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9" name="Freeform 14"/>
            <p:cNvSpPr>
              <a:spLocks/>
            </p:cNvSpPr>
            <p:nvPr userDrawn="1"/>
          </p:nvSpPr>
          <p:spPr bwMode="auto">
            <a:xfrm>
              <a:off x="4647381" y="5515421"/>
              <a:ext cx="91077" cy="87282"/>
            </a:xfrm>
            <a:custGeom>
              <a:avLst/>
              <a:gdLst>
                <a:gd name="T0" fmla="*/ 51 w 96"/>
                <a:gd name="T1" fmla="*/ 0 h 92"/>
                <a:gd name="T2" fmla="*/ 53 w 96"/>
                <a:gd name="T3" fmla="*/ 0 h 92"/>
                <a:gd name="T4" fmla="*/ 70 w 96"/>
                <a:gd name="T5" fmla="*/ 5 h 92"/>
                <a:gd name="T6" fmla="*/ 84 w 96"/>
                <a:gd name="T7" fmla="*/ 15 h 92"/>
                <a:gd name="T8" fmla="*/ 93 w 96"/>
                <a:gd name="T9" fmla="*/ 31 h 92"/>
                <a:gd name="T10" fmla="*/ 96 w 96"/>
                <a:gd name="T11" fmla="*/ 49 h 92"/>
                <a:gd name="T12" fmla="*/ 91 w 96"/>
                <a:gd name="T13" fmla="*/ 66 h 92"/>
                <a:gd name="T14" fmla="*/ 81 w 96"/>
                <a:gd name="T15" fmla="*/ 80 h 92"/>
                <a:gd name="T16" fmla="*/ 65 w 96"/>
                <a:gd name="T17" fmla="*/ 91 h 92"/>
                <a:gd name="T18" fmla="*/ 47 w 96"/>
                <a:gd name="T19" fmla="*/ 92 h 92"/>
                <a:gd name="T20" fmla="*/ 44 w 96"/>
                <a:gd name="T21" fmla="*/ 92 h 92"/>
                <a:gd name="T22" fmla="*/ 26 w 96"/>
                <a:gd name="T23" fmla="*/ 87 h 92"/>
                <a:gd name="T24" fmla="*/ 12 w 96"/>
                <a:gd name="T25" fmla="*/ 77 h 92"/>
                <a:gd name="T26" fmla="*/ 4 w 96"/>
                <a:gd name="T27" fmla="*/ 61 h 92"/>
                <a:gd name="T28" fmla="*/ 0 w 96"/>
                <a:gd name="T29" fmla="*/ 43 h 92"/>
                <a:gd name="T30" fmla="*/ 5 w 96"/>
                <a:gd name="T31" fmla="*/ 26 h 92"/>
                <a:gd name="T32" fmla="*/ 16 w 96"/>
                <a:gd name="T33" fmla="*/ 12 h 92"/>
                <a:gd name="T34" fmla="*/ 32 w 96"/>
                <a:gd name="T35" fmla="*/ 2 h 92"/>
                <a:gd name="T36" fmla="*/ 51 w 96"/>
                <a:gd name="T37" fmla="*/ 0 h 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96" h="92">
                  <a:moveTo>
                    <a:pt x="51" y="0"/>
                  </a:moveTo>
                  <a:lnTo>
                    <a:pt x="53" y="0"/>
                  </a:lnTo>
                  <a:lnTo>
                    <a:pt x="70" y="5"/>
                  </a:lnTo>
                  <a:lnTo>
                    <a:pt x="84" y="15"/>
                  </a:lnTo>
                  <a:lnTo>
                    <a:pt x="93" y="31"/>
                  </a:lnTo>
                  <a:lnTo>
                    <a:pt x="96" y="49"/>
                  </a:lnTo>
                  <a:lnTo>
                    <a:pt x="91" y="66"/>
                  </a:lnTo>
                  <a:lnTo>
                    <a:pt x="81" y="80"/>
                  </a:lnTo>
                  <a:lnTo>
                    <a:pt x="65" y="91"/>
                  </a:lnTo>
                  <a:lnTo>
                    <a:pt x="47" y="92"/>
                  </a:lnTo>
                  <a:lnTo>
                    <a:pt x="44" y="92"/>
                  </a:lnTo>
                  <a:lnTo>
                    <a:pt x="26" y="87"/>
                  </a:lnTo>
                  <a:lnTo>
                    <a:pt x="12" y="77"/>
                  </a:lnTo>
                  <a:lnTo>
                    <a:pt x="4" y="61"/>
                  </a:lnTo>
                  <a:lnTo>
                    <a:pt x="0" y="43"/>
                  </a:lnTo>
                  <a:lnTo>
                    <a:pt x="5" y="26"/>
                  </a:lnTo>
                  <a:lnTo>
                    <a:pt x="16" y="12"/>
                  </a:lnTo>
                  <a:lnTo>
                    <a:pt x="32" y="2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0" name="Freeform 15"/>
            <p:cNvSpPr>
              <a:spLocks/>
            </p:cNvSpPr>
            <p:nvPr userDrawn="1"/>
          </p:nvSpPr>
          <p:spPr bwMode="auto">
            <a:xfrm>
              <a:off x="4937689" y="5235549"/>
              <a:ext cx="130923" cy="157487"/>
            </a:xfrm>
            <a:custGeom>
              <a:avLst/>
              <a:gdLst>
                <a:gd name="T0" fmla="*/ 40 w 138"/>
                <a:gd name="T1" fmla="*/ 0 h 166"/>
                <a:gd name="T2" fmla="*/ 57 w 138"/>
                <a:gd name="T3" fmla="*/ 2 h 166"/>
                <a:gd name="T4" fmla="*/ 73 w 138"/>
                <a:gd name="T5" fmla="*/ 9 h 166"/>
                <a:gd name="T6" fmla="*/ 85 w 138"/>
                <a:gd name="T7" fmla="*/ 22 h 166"/>
                <a:gd name="T8" fmla="*/ 132 w 138"/>
                <a:gd name="T9" fmla="*/ 96 h 166"/>
                <a:gd name="T10" fmla="*/ 138 w 138"/>
                <a:gd name="T11" fmla="*/ 113 h 166"/>
                <a:gd name="T12" fmla="*/ 138 w 138"/>
                <a:gd name="T13" fmla="*/ 131 h 166"/>
                <a:gd name="T14" fmla="*/ 129 w 138"/>
                <a:gd name="T15" fmla="*/ 146 h 166"/>
                <a:gd name="T16" fmla="*/ 115 w 138"/>
                <a:gd name="T17" fmla="*/ 159 h 166"/>
                <a:gd name="T18" fmla="*/ 99 w 138"/>
                <a:gd name="T19" fmla="*/ 166 h 166"/>
                <a:gd name="T20" fmla="*/ 80 w 138"/>
                <a:gd name="T21" fmla="*/ 164 h 166"/>
                <a:gd name="T22" fmla="*/ 64 w 138"/>
                <a:gd name="T23" fmla="*/ 157 h 166"/>
                <a:gd name="T24" fmla="*/ 52 w 138"/>
                <a:gd name="T25" fmla="*/ 143 h 166"/>
                <a:gd name="T26" fmla="*/ 5 w 138"/>
                <a:gd name="T27" fmla="*/ 70 h 166"/>
                <a:gd name="T28" fmla="*/ 0 w 138"/>
                <a:gd name="T29" fmla="*/ 52 h 166"/>
                <a:gd name="T30" fmla="*/ 0 w 138"/>
                <a:gd name="T31" fmla="*/ 35 h 166"/>
                <a:gd name="T32" fmla="*/ 8 w 138"/>
                <a:gd name="T33" fmla="*/ 17 h 166"/>
                <a:gd name="T34" fmla="*/ 22 w 138"/>
                <a:gd name="T35" fmla="*/ 7 h 166"/>
                <a:gd name="T36" fmla="*/ 40 w 138"/>
                <a:gd name="T37" fmla="*/ 0 h 1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38" h="166">
                  <a:moveTo>
                    <a:pt x="40" y="0"/>
                  </a:moveTo>
                  <a:lnTo>
                    <a:pt x="57" y="2"/>
                  </a:lnTo>
                  <a:lnTo>
                    <a:pt x="73" y="9"/>
                  </a:lnTo>
                  <a:lnTo>
                    <a:pt x="85" y="22"/>
                  </a:lnTo>
                  <a:lnTo>
                    <a:pt x="132" y="96"/>
                  </a:lnTo>
                  <a:lnTo>
                    <a:pt x="138" y="113"/>
                  </a:lnTo>
                  <a:lnTo>
                    <a:pt x="138" y="131"/>
                  </a:lnTo>
                  <a:lnTo>
                    <a:pt x="129" y="146"/>
                  </a:lnTo>
                  <a:lnTo>
                    <a:pt x="115" y="159"/>
                  </a:lnTo>
                  <a:lnTo>
                    <a:pt x="99" y="166"/>
                  </a:lnTo>
                  <a:lnTo>
                    <a:pt x="80" y="164"/>
                  </a:lnTo>
                  <a:lnTo>
                    <a:pt x="64" y="157"/>
                  </a:lnTo>
                  <a:lnTo>
                    <a:pt x="52" y="143"/>
                  </a:lnTo>
                  <a:lnTo>
                    <a:pt x="5" y="70"/>
                  </a:lnTo>
                  <a:lnTo>
                    <a:pt x="0" y="52"/>
                  </a:lnTo>
                  <a:lnTo>
                    <a:pt x="0" y="35"/>
                  </a:lnTo>
                  <a:lnTo>
                    <a:pt x="8" y="17"/>
                  </a:lnTo>
                  <a:lnTo>
                    <a:pt x="22" y="7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1" name="Freeform 16"/>
            <p:cNvSpPr>
              <a:spLocks/>
            </p:cNvSpPr>
            <p:nvPr userDrawn="1"/>
          </p:nvSpPr>
          <p:spPr bwMode="auto">
            <a:xfrm>
              <a:off x="5278280" y="5018292"/>
              <a:ext cx="132821" cy="243821"/>
            </a:xfrm>
            <a:custGeom>
              <a:avLst/>
              <a:gdLst>
                <a:gd name="T0" fmla="*/ 53 w 140"/>
                <a:gd name="T1" fmla="*/ 0 h 257"/>
                <a:gd name="T2" fmla="*/ 68 w 140"/>
                <a:gd name="T3" fmla="*/ 7 h 257"/>
                <a:gd name="T4" fmla="*/ 82 w 140"/>
                <a:gd name="T5" fmla="*/ 19 h 257"/>
                <a:gd name="T6" fmla="*/ 89 w 140"/>
                <a:gd name="T7" fmla="*/ 35 h 257"/>
                <a:gd name="T8" fmla="*/ 140 w 140"/>
                <a:gd name="T9" fmla="*/ 199 h 257"/>
                <a:gd name="T10" fmla="*/ 140 w 140"/>
                <a:gd name="T11" fmla="*/ 218 h 257"/>
                <a:gd name="T12" fmla="*/ 135 w 140"/>
                <a:gd name="T13" fmla="*/ 234 h 257"/>
                <a:gd name="T14" fmla="*/ 122 w 140"/>
                <a:gd name="T15" fmla="*/ 248 h 257"/>
                <a:gd name="T16" fmla="*/ 105 w 140"/>
                <a:gd name="T17" fmla="*/ 255 h 257"/>
                <a:gd name="T18" fmla="*/ 88 w 140"/>
                <a:gd name="T19" fmla="*/ 257 h 257"/>
                <a:gd name="T20" fmla="*/ 70 w 140"/>
                <a:gd name="T21" fmla="*/ 250 h 257"/>
                <a:gd name="T22" fmla="*/ 58 w 140"/>
                <a:gd name="T23" fmla="*/ 239 h 257"/>
                <a:gd name="T24" fmla="*/ 49 w 140"/>
                <a:gd name="T25" fmla="*/ 222 h 257"/>
                <a:gd name="T26" fmla="*/ 0 w 140"/>
                <a:gd name="T27" fmla="*/ 58 h 257"/>
                <a:gd name="T28" fmla="*/ 0 w 140"/>
                <a:gd name="T29" fmla="*/ 40 h 257"/>
                <a:gd name="T30" fmla="*/ 5 w 140"/>
                <a:gd name="T31" fmla="*/ 23 h 257"/>
                <a:gd name="T32" fmla="*/ 18 w 140"/>
                <a:gd name="T33" fmla="*/ 11 h 257"/>
                <a:gd name="T34" fmla="*/ 33 w 140"/>
                <a:gd name="T35" fmla="*/ 2 h 257"/>
                <a:gd name="T36" fmla="*/ 53 w 140"/>
                <a:gd name="T37" fmla="*/ 0 h 2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40" h="257">
                  <a:moveTo>
                    <a:pt x="53" y="0"/>
                  </a:moveTo>
                  <a:lnTo>
                    <a:pt x="68" y="7"/>
                  </a:lnTo>
                  <a:lnTo>
                    <a:pt x="82" y="19"/>
                  </a:lnTo>
                  <a:lnTo>
                    <a:pt x="89" y="35"/>
                  </a:lnTo>
                  <a:lnTo>
                    <a:pt x="140" y="199"/>
                  </a:lnTo>
                  <a:lnTo>
                    <a:pt x="140" y="218"/>
                  </a:lnTo>
                  <a:lnTo>
                    <a:pt x="135" y="234"/>
                  </a:lnTo>
                  <a:lnTo>
                    <a:pt x="122" y="248"/>
                  </a:lnTo>
                  <a:lnTo>
                    <a:pt x="105" y="255"/>
                  </a:lnTo>
                  <a:lnTo>
                    <a:pt x="88" y="257"/>
                  </a:lnTo>
                  <a:lnTo>
                    <a:pt x="70" y="250"/>
                  </a:lnTo>
                  <a:lnTo>
                    <a:pt x="58" y="239"/>
                  </a:lnTo>
                  <a:lnTo>
                    <a:pt x="49" y="222"/>
                  </a:lnTo>
                  <a:lnTo>
                    <a:pt x="0" y="58"/>
                  </a:lnTo>
                  <a:lnTo>
                    <a:pt x="0" y="40"/>
                  </a:lnTo>
                  <a:lnTo>
                    <a:pt x="5" y="23"/>
                  </a:lnTo>
                  <a:lnTo>
                    <a:pt x="18" y="11"/>
                  </a:lnTo>
                  <a:lnTo>
                    <a:pt x="33" y="2"/>
                  </a:lnTo>
                  <a:lnTo>
                    <a:pt x="53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2" name="Freeform 17"/>
            <p:cNvSpPr>
              <a:spLocks/>
            </p:cNvSpPr>
            <p:nvPr userDrawn="1"/>
          </p:nvSpPr>
          <p:spPr bwMode="auto">
            <a:xfrm>
              <a:off x="5649230" y="4842779"/>
              <a:ext cx="112898" cy="335847"/>
            </a:xfrm>
            <a:custGeom>
              <a:avLst/>
              <a:gdLst>
                <a:gd name="T0" fmla="*/ 44 w 119"/>
                <a:gd name="T1" fmla="*/ 0 h 354"/>
                <a:gd name="T2" fmla="*/ 63 w 119"/>
                <a:gd name="T3" fmla="*/ 4 h 354"/>
                <a:gd name="T4" fmla="*/ 77 w 119"/>
                <a:gd name="T5" fmla="*/ 12 h 354"/>
                <a:gd name="T6" fmla="*/ 87 w 119"/>
                <a:gd name="T7" fmla="*/ 26 h 354"/>
                <a:gd name="T8" fmla="*/ 93 w 119"/>
                <a:gd name="T9" fmla="*/ 44 h 354"/>
                <a:gd name="T10" fmla="*/ 119 w 119"/>
                <a:gd name="T11" fmla="*/ 306 h 354"/>
                <a:gd name="T12" fmla="*/ 115 w 119"/>
                <a:gd name="T13" fmla="*/ 323 h 354"/>
                <a:gd name="T14" fmla="*/ 107 w 119"/>
                <a:gd name="T15" fmla="*/ 339 h 354"/>
                <a:gd name="T16" fmla="*/ 93 w 119"/>
                <a:gd name="T17" fmla="*/ 349 h 354"/>
                <a:gd name="T18" fmla="*/ 75 w 119"/>
                <a:gd name="T19" fmla="*/ 354 h 354"/>
                <a:gd name="T20" fmla="*/ 58 w 119"/>
                <a:gd name="T21" fmla="*/ 351 h 354"/>
                <a:gd name="T22" fmla="*/ 42 w 119"/>
                <a:gd name="T23" fmla="*/ 342 h 354"/>
                <a:gd name="T24" fmla="*/ 32 w 119"/>
                <a:gd name="T25" fmla="*/ 328 h 354"/>
                <a:gd name="T26" fmla="*/ 26 w 119"/>
                <a:gd name="T27" fmla="*/ 311 h 354"/>
                <a:gd name="T28" fmla="*/ 0 w 119"/>
                <a:gd name="T29" fmla="*/ 49 h 354"/>
                <a:gd name="T30" fmla="*/ 4 w 119"/>
                <a:gd name="T31" fmla="*/ 32 h 354"/>
                <a:gd name="T32" fmla="*/ 12 w 119"/>
                <a:gd name="T33" fmla="*/ 16 h 354"/>
                <a:gd name="T34" fmla="*/ 26 w 119"/>
                <a:gd name="T35" fmla="*/ 5 h 354"/>
                <a:gd name="T36" fmla="*/ 44 w 119"/>
                <a:gd name="T37" fmla="*/ 0 h 3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19" h="354">
                  <a:moveTo>
                    <a:pt x="44" y="0"/>
                  </a:moveTo>
                  <a:lnTo>
                    <a:pt x="63" y="4"/>
                  </a:lnTo>
                  <a:lnTo>
                    <a:pt x="77" y="12"/>
                  </a:lnTo>
                  <a:lnTo>
                    <a:pt x="87" y="26"/>
                  </a:lnTo>
                  <a:lnTo>
                    <a:pt x="93" y="44"/>
                  </a:lnTo>
                  <a:lnTo>
                    <a:pt x="119" y="306"/>
                  </a:lnTo>
                  <a:lnTo>
                    <a:pt x="115" y="323"/>
                  </a:lnTo>
                  <a:lnTo>
                    <a:pt x="107" y="339"/>
                  </a:lnTo>
                  <a:lnTo>
                    <a:pt x="93" y="349"/>
                  </a:lnTo>
                  <a:lnTo>
                    <a:pt x="75" y="354"/>
                  </a:lnTo>
                  <a:lnTo>
                    <a:pt x="58" y="351"/>
                  </a:lnTo>
                  <a:lnTo>
                    <a:pt x="42" y="342"/>
                  </a:lnTo>
                  <a:lnTo>
                    <a:pt x="32" y="328"/>
                  </a:lnTo>
                  <a:lnTo>
                    <a:pt x="26" y="311"/>
                  </a:lnTo>
                  <a:lnTo>
                    <a:pt x="0" y="49"/>
                  </a:lnTo>
                  <a:lnTo>
                    <a:pt x="4" y="32"/>
                  </a:lnTo>
                  <a:lnTo>
                    <a:pt x="12" y="16"/>
                  </a:lnTo>
                  <a:lnTo>
                    <a:pt x="26" y="5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3" name="Freeform 18"/>
            <p:cNvSpPr>
              <a:spLocks/>
            </p:cNvSpPr>
            <p:nvPr userDrawn="1"/>
          </p:nvSpPr>
          <p:spPr bwMode="auto">
            <a:xfrm>
              <a:off x="6026821" y="4720394"/>
              <a:ext cx="104359" cy="420283"/>
            </a:xfrm>
            <a:custGeom>
              <a:avLst/>
              <a:gdLst>
                <a:gd name="T0" fmla="*/ 68 w 110"/>
                <a:gd name="T1" fmla="*/ 0 h 443"/>
                <a:gd name="T2" fmla="*/ 86 w 110"/>
                <a:gd name="T3" fmla="*/ 5 h 443"/>
                <a:gd name="T4" fmla="*/ 100 w 110"/>
                <a:gd name="T5" fmla="*/ 16 h 443"/>
                <a:gd name="T6" fmla="*/ 107 w 110"/>
                <a:gd name="T7" fmla="*/ 31 h 443"/>
                <a:gd name="T8" fmla="*/ 110 w 110"/>
                <a:gd name="T9" fmla="*/ 51 h 443"/>
                <a:gd name="T10" fmla="*/ 93 w 110"/>
                <a:gd name="T11" fmla="*/ 401 h 443"/>
                <a:gd name="T12" fmla="*/ 87 w 110"/>
                <a:gd name="T13" fmla="*/ 419 h 443"/>
                <a:gd name="T14" fmla="*/ 75 w 110"/>
                <a:gd name="T15" fmla="*/ 433 h 443"/>
                <a:gd name="T16" fmla="*/ 61 w 110"/>
                <a:gd name="T17" fmla="*/ 442 h 443"/>
                <a:gd name="T18" fmla="*/ 42 w 110"/>
                <a:gd name="T19" fmla="*/ 443 h 443"/>
                <a:gd name="T20" fmla="*/ 25 w 110"/>
                <a:gd name="T21" fmla="*/ 438 h 443"/>
                <a:gd name="T22" fmla="*/ 11 w 110"/>
                <a:gd name="T23" fmla="*/ 426 h 443"/>
                <a:gd name="T24" fmla="*/ 2 w 110"/>
                <a:gd name="T25" fmla="*/ 412 h 443"/>
                <a:gd name="T26" fmla="*/ 0 w 110"/>
                <a:gd name="T27" fmla="*/ 393 h 443"/>
                <a:gd name="T28" fmla="*/ 18 w 110"/>
                <a:gd name="T29" fmla="*/ 42 h 443"/>
                <a:gd name="T30" fmla="*/ 23 w 110"/>
                <a:gd name="T31" fmla="*/ 24 h 443"/>
                <a:gd name="T32" fmla="*/ 33 w 110"/>
                <a:gd name="T33" fmla="*/ 10 h 443"/>
                <a:gd name="T34" fmla="*/ 49 w 110"/>
                <a:gd name="T35" fmla="*/ 2 h 443"/>
                <a:gd name="T36" fmla="*/ 68 w 110"/>
                <a:gd name="T37" fmla="*/ 0 h 4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10" h="443">
                  <a:moveTo>
                    <a:pt x="68" y="0"/>
                  </a:moveTo>
                  <a:lnTo>
                    <a:pt x="86" y="5"/>
                  </a:lnTo>
                  <a:lnTo>
                    <a:pt x="100" y="16"/>
                  </a:lnTo>
                  <a:lnTo>
                    <a:pt x="107" y="31"/>
                  </a:lnTo>
                  <a:lnTo>
                    <a:pt x="110" y="51"/>
                  </a:lnTo>
                  <a:lnTo>
                    <a:pt x="93" y="401"/>
                  </a:lnTo>
                  <a:lnTo>
                    <a:pt x="87" y="419"/>
                  </a:lnTo>
                  <a:lnTo>
                    <a:pt x="75" y="433"/>
                  </a:lnTo>
                  <a:lnTo>
                    <a:pt x="61" y="442"/>
                  </a:lnTo>
                  <a:lnTo>
                    <a:pt x="42" y="443"/>
                  </a:lnTo>
                  <a:lnTo>
                    <a:pt x="25" y="438"/>
                  </a:lnTo>
                  <a:lnTo>
                    <a:pt x="11" y="426"/>
                  </a:lnTo>
                  <a:lnTo>
                    <a:pt x="2" y="412"/>
                  </a:lnTo>
                  <a:lnTo>
                    <a:pt x="0" y="393"/>
                  </a:lnTo>
                  <a:lnTo>
                    <a:pt x="18" y="42"/>
                  </a:lnTo>
                  <a:lnTo>
                    <a:pt x="23" y="24"/>
                  </a:lnTo>
                  <a:lnTo>
                    <a:pt x="33" y="10"/>
                  </a:lnTo>
                  <a:lnTo>
                    <a:pt x="49" y="2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4" name="Freeform 19"/>
            <p:cNvSpPr>
              <a:spLocks/>
            </p:cNvSpPr>
            <p:nvPr userDrawn="1"/>
          </p:nvSpPr>
          <p:spPr bwMode="auto">
            <a:xfrm>
              <a:off x="6384489" y="4647343"/>
              <a:ext cx="162232" cy="497129"/>
            </a:xfrm>
            <a:custGeom>
              <a:avLst/>
              <a:gdLst>
                <a:gd name="T0" fmla="*/ 119 w 171"/>
                <a:gd name="T1" fmla="*/ 0 h 524"/>
                <a:gd name="T2" fmla="*/ 136 w 171"/>
                <a:gd name="T3" fmla="*/ 0 h 524"/>
                <a:gd name="T4" fmla="*/ 154 w 171"/>
                <a:gd name="T5" fmla="*/ 9 h 524"/>
                <a:gd name="T6" fmla="*/ 166 w 171"/>
                <a:gd name="T7" fmla="*/ 21 h 524"/>
                <a:gd name="T8" fmla="*/ 171 w 171"/>
                <a:gd name="T9" fmla="*/ 37 h 524"/>
                <a:gd name="T10" fmla="*/ 171 w 171"/>
                <a:gd name="T11" fmla="*/ 56 h 524"/>
                <a:gd name="T12" fmla="*/ 91 w 171"/>
                <a:gd name="T13" fmla="*/ 489 h 524"/>
                <a:gd name="T14" fmla="*/ 84 w 171"/>
                <a:gd name="T15" fmla="*/ 506 h 524"/>
                <a:gd name="T16" fmla="*/ 70 w 171"/>
                <a:gd name="T17" fmla="*/ 517 h 524"/>
                <a:gd name="T18" fmla="*/ 54 w 171"/>
                <a:gd name="T19" fmla="*/ 524 h 524"/>
                <a:gd name="T20" fmla="*/ 37 w 171"/>
                <a:gd name="T21" fmla="*/ 524 h 524"/>
                <a:gd name="T22" fmla="*/ 19 w 171"/>
                <a:gd name="T23" fmla="*/ 517 h 524"/>
                <a:gd name="T24" fmla="*/ 7 w 171"/>
                <a:gd name="T25" fmla="*/ 503 h 524"/>
                <a:gd name="T26" fmla="*/ 0 w 171"/>
                <a:gd name="T27" fmla="*/ 487 h 524"/>
                <a:gd name="T28" fmla="*/ 2 w 171"/>
                <a:gd name="T29" fmla="*/ 468 h 524"/>
                <a:gd name="T30" fmla="*/ 82 w 171"/>
                <a:gd name="T31" fmla="*/ 35 h 524"/>
                <a:gd name="T32" fmla="*/ 89 w 171"/>
                <a:gd name="T33" fmla="*/ 19 h 524"/>
                <a:gd name="T34" fmla="*/ 101 w 171"/>
                <a:gd name="T35" fmla="*/ 7 h 524"/>
                <a:gd name="T36" fmla="*/ 119 w 171"/>
                <a:gd name="T37" fmla="*/ 0 h 5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71" h="524">
                  <a:moveTo>
                    <a:pt x="119" y="0"/>
                  </a:moveTo>
                  <a:lnTo>
                    <a:pt x="136" y="0"/>
                  </a:lnTo>
                  <a:lnTo>
                    <a:pt x="154" y="9"/>
                  </a:lnTo>
                  <a:lnTo>
                    <a:pt x="166" y="21"/>
                  </a:lnTo>
                  <a:lnTo>
                    <a:pt x="171" y="37"/>
                  </a:lnTo>
                  <a:lnTo>
                    <a:pt x="171" y="56"/>
                  </a:lnTo>
                  <a:lnTo>
                    <a:pt x="91" y="489"/>
                  </a:lnTo>
                  <a:lnTo>
                    <a:pt x="84" y="506"/>
                  </a:lnTo>
                  <a:lnTo>
                    <a:pt x="70" y="517"/>
                  </a:lnTo>
                  <a:lnTo>
                    <a:pt x="54" y="524"/>
                  </a:lnTo>
                  <a:lnTo>
                    <a:pt x="37" y="524"/>
                  </a:lnTo>
                  <a:lnTo>
                    <a:pt x="19" y="517"/>
                  </a:lnTo>
                  <a:lnTo>
                    <a:pt x="7" y="503"/>
                  </a:lnTo>
                  <a:lnTo>
                    <a:pt x="0" y="487"/>
                  </a:lnTo>
                  <a:lnTo>
                    <a:pt x="2" y="468"/>
                  </a:lnTo>
                  <a:lnTo>
                    <a:pt x="82" y="35"/>
                  </a:lnTo>
                  <a:lnTo>
                    <a:pt x="89" y="19"/>
                  </a:lnTo>
                  <a:lnTo>
                    <a:pt x="101" y="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5" name="Freeform 20"/>
            <p:cNvSpPr>
              <a:spLocks/>
            </p:cNvSpPr>
            <p:nvPr userDrawn="1"/>
          </p:nvSpPr>
          <p:spPr bwMode="auto">
            <a:xfrm>
              <a:off x="6733618" y="4625522"/>
              <a:ext cx="241924" cy="568283"/>
            </a:xfrm>
            <a:custGeom>
              <a:avLst/>
              <a:gdLst>
                <a:gd name="T0" fmla="*/ 206 w 255"/>
                <a:gd name="T1" fmla="*/ 0 h 599"/>
                <a:gd name="T2" fmla="*/ 226 w 255"/>
                <a:gd name="T3" fmla="*/ 4 h 599"/>
                <a:gd name="T4" fmla="*/ 241 w 255"/>
                <a:gd name="T5" fmla="*/ 13 h 599"/>
                <a:gd name="T6" fmla="*/ 252 w 255"/>
                <a:gd name="T7" fmla="*/ 27 h 599"/>
                <a:gd name="T8" fmla="*/ 255 w 255"/>
                <a:gd name="T9" fmla="*/ 44 h 599"/>
                <a:gd name="T10" fmla="*/ 254 w 255"/>
                <a:gd name="T11" fmla="*/ 62 h 599"/>
                <a:gd name="T12" fmla="*/ 90 w 255"/>
                <a:gd name="T13" fmla="*/ 569 h 599"/>
                <a:gd name="T14" fmla="*/ 81 w 255"/>
                <a:gd name="T15" fmla="*/ 585 h 599"/>
                <a:gd name="T16" fmla="*/ 65 w 255"/>
                <a:gd name="T17" fmla="*/ 596 h 599"/>
                <a:gd name="T18" fmla="*/ 49 w 255"/>
                <a:gd name="T19" fmla="*/ 599 h 599"/>
                <a:gd name="T20" fmla="*/ 30 w 255"/>
                <a:gd name="T21" fmla="*/ 597 h 599"/>
                <a:gd name="T22" fmla="*/ 14 w 255"/>
                <a:gd name="T23" fmla="*/ 587 h 599"/>
                <a:gd name="T24" fmla="*/ 4 w 255"/>
                <a:gd name="T25" fmla="*/ 573 h 599"/>
                <a:gd name="T26" fmla="*/ 0 w 255"/>
                <a:gd name="T27" fmla="*/ 556 h 599"/>
                <a:gd name="T28" fmla="*/ 2 w 255"/>
                <a:gd name="T29" fmla="*/ 538 h 599"/>
                <a:gd name="T30" fmla="*/ 166 w 255"/>
                <a:gd name="T31" fmla="*/ 30 h 599"/>
                <a:gd name="T32" fmla="*/ 175 w 255"/>
                <a:gd name="T33" fmla="*/ 16 h 599"/>
                <a:gd name="T34" fmla="*/ 191 w 255"/>
                <a:gd name="T35" fmla="*/ 6 h 599"/>
                <a:gd name="T36" fmla="*/ 206 w 255"/>
                <a:gd name="T37" fmla="*/ 0 h 5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5" h="599">
                  <a:moveTo>
                    <a:pt x="206" y="0"/>
                  </a:moveTo>
                  <a:lnTo>
                    <a:pt x="226" y="4"/>
                  </a:lnTo>
                  <a:lnTo>
                    <a:pt x="241" y="13"/>
                  </a:lnTo>
                  <a:lnTo>
                    <a:pt x="252" y="27"/>
                  </a:lnTo>
                  <a:lnTo>
                    <a:pt x="255" y="44"/>
                  </a:lnTo>
                  <a:lnTo>
                    <a:pt x="254" y="62"/>
                  </a:lnTo>
                  <a:lnTo>
                    <a:pt x="90" y="569"/>
                  </a:lnTo>
                  <a:lnTo>
                    <a:pt x="81" y="585"/>
                  </a:lnTo>
                  <a:lnTo>
                    <a:pt x="65" y="596"/>
                  </a:lnTo>
                  <a:lnTo>
                    <a:pt x="49" y="599"/>
                  </a:lnTo>
                  <a:lnTo>
                    <a:pt x="30" y="597"/>
                  </a:lnTo>
                  <a:lnTo>
                    <a:pt x="14" y="587"/>
                  </a:lnTo>
                  <a:lnTo>
                    <a:pt x="4" y="573"/>
                  </a:lnTo>
                  <a:lnTo>
                    <a:pt x="0" y="556"/>
                  </a:lnTo>
                  <a:lnTo>
                    <a:pt x="2" y="538"/>
                  </a:lnTo>
                  <a:lnTo>
                    <a:pt x="166" y="30"/>
                  </a:lnTo>
                  <a:lnTo>
                    <a:pt x="175" y="16"/>
                  </a:lnTo>
                  <a:lnTo>
                    <a:pt x="191" y="6"/>
                  </a:lnTo>
                  <a:lnTo>
                    <a:pt x="206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6" name="Freeform 21"/>
            <p:cNvSpPr>
              <a:spLocks/>
            </p:cNvSpPr>
            <p:nvPr userDrawn="1"/>
          </p:nvSpPr>
          <p:spPr bwMode="auto">
            <a:xfrm>
              <a:off x="7077055" y="4665368"/>
              <a:ext cx="333950" cy="621412"/>
            </a:xfrm>
            <a:custGeom>
              <a:avLst/>
              <a:gdLst>
                <a:gd name="T0" fmla="*/ 309 w 352"/>
                <a:gd name="T1" fmla="*/ 0 h 655"/>
                <a:gd name="T2" fmla="*/ 326 w 352"/>
                <a:gd name="T3" fmla="*/ 6 h 655"/>
                <a:gd name="T4" fmla="*/ 342 w 352"/>
                <a:gd name="T5" fmla="*/ 18 h 655"/>
                <a:gd name="T6" fmla="*/ 349 w 352"/>
                <a:gd name="T7" fmla="*/ 32 h 655"/>
                <a:gd name="T8" fmla="*/ 352 w 352"/>
                <a:gd name="T9" fmla="*/ 49 h 655"/>
                <a:gd name="T10" fmla="*/ 347 w 352"/>
                <a:gd name="T11" fmla="*/ 68 h 655"/>
                <a:gd name="T12" fmla="*/ 87 w 352"/>
                <a:gd name="T13" fmla="*/ 630 h 655"/>
                <a:gd name="T14" fmla="*/ 77 w 352"/>
                <a:gd name="T15" fmla="*/ 644 h 655"/>
                <a:gd name="T16" fmla="*/ 61 w 352"/>
                <a:gd name="T17" fmla="*/ 653 h 655"/>
                <a:gd name="T18" fmla="*/ 43 w 352"/>
                <a:gd name="T19" fmla="*/ 655 h 655"/>
                <a:gd name="T20" fmla="*/ 26 w 352"/>
                <a:gd name="T21" fmla="*/ 650 h 655"/>
                <a:gd name="T22" fmla="*/ 10 w 352"/>
                <a:gd name="T23" fmla="*/ 639 h 655"/>
                <a:gd name="T24" fmla="*/ 3 w 352"/>
                <a:gd name="T25" fmla="*/ 623 h 655"/>
                <a:gd name="T26" fmla="*/ 0 w 352"/>
                <a:gd name="T27" fmla="*/ 606 h 655"/>
                <a:gd name="T28" fmla="*/ 5 w 352"/>
                <a:gd name="T29" fmla="*/ 589 h 655"/>
                <a:gd name="T30" fmla="*/ 265 w 352"/>
                <a:gd name="T31" fmla="*/ 27 h 655"/>
                <a:gd name="T32" fmla="*/ 276 w 352"/>
                <a:gd name="T33" fmla="*/ 11 h 655"/>
                <a:gd name="T34" fmla="*/ 291 w 352"/>
                <a:gd name="T35" fmla="*/ 4 h 655"/>
                <a:gd name="T36" fmla="*/ 309 w 352"/>
                <a:gd name="T37" fmla="*/ 0 h 6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52" h="655">
                  <a:moveTo>
                    <a:pt x="309" y="0"/>
                  </a:moveTo>
                  <a:lnTo>
                    <a:pt x="326" y="6"/>
                  </a:lnTo>
                  <a:lnTo>
                    <a:pt x="342" y="18"/>
                  </a:lnTo>
                  <a:lnTo>
                    <a:pt x="349" y="32"/>
                  </a:lnTo>
                  <a:lnTo>
                    <a:pt x="352" y="49"/>
                  </a:lnTo>
                  <a:lnTo>
                    <a:pt x="347" y="68"/>
                  </a:lnTo>
                  <a:lnTo>
                    <a:pt x="87" y="630"/>
                  </a:lnTo>
                  <a:lnTo>
                    <a:pt x="77" y="644"/>
                  </a:lnTo>
                  <a:lnTo>
                    <a:pt x="61" y="653"/>
                  </a:lnTo>
                  <a:lnTo>
                    <a:pt x="43" y="655"/>
                  </a:lnTo>
                  <a:lnTo>
                    <a:pt x="26" y="650"/>
                  </a:lnTo>
                  <a:lnTo>
                    <a:pt x="10" y="639"/>
                  </a:lnTo>
                  <a:lnTo>
                    <a:pt x="3" y="623"/>
                  </a:lnTo>
                  <a:lnTo>
                    <a:pt x="0" y="606"/>
                  </a:lnTo>
                  <a:lnTo>
                    <a:pt x="5" y="589"/>
                  </a:lnTo>
                  <a:lnTo>
                    <a:pt x="265" y="27"/>
                  </a:lnTo>
                  <a:lnTo>
                    <a:pt x="276" y="11"/>
                  </a:lnTo>
                  <a:lnTo>
                    <a:pt x="291" y="4"/>
                  </a:lnTo>
                  <a:lnTo>
                    <a:pt x="309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7" name="Freeform 22"/>
            <p:cNvSpPr>
              <a:spLocks/>
            </p:cNvSpPr>
            <p:nvPr userDrawn="1"/>
          </p:nvSpPr>
          <p:spPr bwMode="auto">
            <a:xfrm>
              <a:off x="7414800" y="4764984"/>
              <a:ext cx="430719" cy="659361"/>
            </a:xfrm>
            <a:custGeom>
              <a:avLst/>
              <a:gdLst>
                <a:gd name="T0" fmla="*/ 417 w 454"/>
                <a:gd name="T1" fmla="*/ 0 h 695"/>
                <a:gd name="T2" fmla="*/ 433 w 454"/>
                <a:gd name="T3" fmla="*/ 7 h 695"/>
                <a:gd name="T4" fmla="*/ 447 w 454"/>
                <a:gd name="T5" fmla="*/ 21 h 695"/>
                <a:gd name="T6" fmla="*/ 454 w 454"/>
                <a:gd name="T7" fmla="*/ 37 h 695"/>
                <a:gd name="T8" fmla="*/ 454 w 454"/>
                <a:gd name="T9" fmla="*/ 54 h 695"/>
                <a:gd name="T10" fmla="*/ 447 w 454"/>
                <a:gd name="T11" fmla="*/ 72 h 695"/>
                <a:gd name="T12" fmla="*/ 84 w 454"/>
                <a:gd name="T13" fmla="*/ 676 h 695"/>
                <a:gd name="T14" fmla="*/ 70 w 454"/>
                <a:gd name="T15" fmla="*/ 688 h 695"/>
                <a:gd name="T16" fmla="*/ 54 w 454"/>
                <a:gd name="T17" fmla="*/ 695 h 695"/>
                <a:gd name="T18" fmla="*/ 37 w 454"/>
                <a:gd name="T19" fmla="*/ 695 h 695"/>
                <a:gd name="T20" fmla="*/ 19 w 454"/>
                <a:gd name="T21" fmla="*/ 688 h 695"/>
                <a:gd name="T22" fmla="*/ 7 w 454"/>
                <a:gd name="T23" fmla="*/ 676 h 695"/>
                <a:gd name="T24" fmla="*/ 0 w 454"/>
                <a:gd name="T25" fmla="*/ 660 h 695"/>
                <a:gd name="T26" fmla="*/ 0 w 454"/>
                <a:gd name="T27" fmla="*/ 642 h 695"/>
                <a:gd name="T28" fmla="*/ 7 w 454"/>
                <a:gd name="T29" fmla="*/ 625 h 695"/>
                <a:gd name="T30" fmla="*/ 370 w 454"/>
                <a:gd name="T31" fmla="*/ 21 h 695"/>
                <a:gd name="T32" fmla="*/ 382 w 454"/>
                <a:gd name="T33" fmla="*/ 7 h 695"/>
                <a:gd name="T34" fmla="*/ 400 w 454"/>
                <a:gd name="T35" fmla="*/ 0 h 695"/>
                <a:gd name="T36" fmla="*/ 417 w 454"/>
                <a:gd name="T37" fmla="*/ 0 h 6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454" h="695">
                  <a:moveTo>
                    <a:pt x="417" y="0"/>
                  </a:moveTo>
                  <a:lnTo>
                    <a:pt x="433" y="7"/>
                  </a:lnTo>
                  <a:lnTo>
                    <a:pt x="447" y="21"/>
                  </a:lnTo>
                  <a:lnTo>
                    <a:pt x="454" y="37"/>
                  </a:lnTo>
                  <a:lnTo>
                    <a:pt x="454" y="54"/>
                  </a:lnTo>
                  <a:lnTo>
                    <a:pt x="447" y="72"/>
                  </a:lnTo>
                  <a:lnTo>
                    <a:pt x="84" y="676"/>
                  </a:lnTo>
                  <a:lnTo>
                    <a:pt x="70" y="688"/>
                  </a:lnTo>
                  <a:lnTo>
                    <a:pt x="54" y="695"/>
                  </a:lnTo>
                  <a:lnTo>
                    <a:pt x="37" y="695"/>
                  </a:lnTo>
                  <a:lnTo>
                    <a:pt x="19" y="688"/>
                  </a:lnTo>
                  <a:lnTo>
                    <a:pt x="7" y="676"/>
                  </a:lnTo>
                  <a:lnTo>
                    <a:pt x="0" y="660"/>
                  </a:lnTo>
                  <a:lnTo>
                    <a:pt x="0" y="642"/>
                  </a:lnTo>
                  <a:lnTo>
                    <a:pt x="7" y="625"/>
                  </a:lnTo>
                  <a:lnTo>
                    <a:pt x="370" y="21"/>
                  </a:lnTo>
                  <a:lnTo>
                    <a:pt x="382" y="7"/>
                  </a:lnTo>
                  <a:lnTo>
                    <a:pt x="400" y="0"/>
                  </a:lnTo>
                  <a:lnTo>
                    <a:pt x="417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8" name="Freeform 23"/>
            <p:cNvSpPr>
              <a:spLocks/>
            </p:cNvSpPr>
            <p:nvPr userDrawn="1"/>
          </p:nvSpPr>
          <p:spPr bwMode="auto">
            <a:xfrm>
              <a:off x="7730724" y="4924369"/>
              <a:ext cx="543617" cy="680232"/>
            </a:xfrm>
            <a:custGeom>
              <a:avLst/>
              <a:gdLst>
                <a:gd name="T0" fmla="*/ 522 w 573"/>
                <a:gd name="T1" fmla="*/ 0 h 717"/>
                <a:gd name="T2" fmla="*/ 540 w 573"/>
                <a:gd name="T3" fmla="*/ 1 h 717"/>
                <a:gd name="T4" fmla="*/ 557 w 573"/>
                <a:gd name="T5" fmla="*/ 10 h 717"/>
                <a:gd name="T6" fmla="*/ 568 w 573"/>
                <a:gd name="T7" fmla="*/ 24 h 717"/>
                <a:gd name="T8" fmla="*/ 573 w 573"/>
                <a:gd name="T9" fmla="*/ 40 h 717"/>
                <a:gd name="T10" fmla="*/ 571 w 573"/>
                <a:gd name="T11" fmla="*/ 57 h 717"/>
                <a:gd name="T12" fmla="*/ 562 w 573"/>
                <a:gd name="T13" fmla="*/ 75 h 717"/>
                <a:gd name="T14" fmla="*/ 81 w 573"/>
                <a:gd name="T15" fmla="*/ 700 h 717"/>
                <a:gd name="T16" fmla="*/ 67 w 573"/>
                <a:gd name="T17" fmla="*/ 712 h 717"/>
                <a:gd name="T18" fmla="*/ 51 w 573"/>
                <a:gd name="T19" fmla="*/ 717 h 717"/>
                <a:gd name="T20" fmla="*/ 32 w 573"/>
                <a:gd name="T21" fmla="*/ 715 h 717"/>
                <a:gd name="T22" fmla="*/ 16 w 573"/>
                <a:gd name="T23" fmla="*/ 707 h 717"/>
                <a:gd name="T24" fmla="*/ 5 w 573"/>
                <a:gd name="T25" fmla="*/ 693 h 717"/>
                <a:gd name="T26" fmla="*/ 0 w 573"/>
                <a:gd name="T27" fmla="*/ 675 h 717"/>
                <a:gd name="T28" fmla="*/ 2 w 573"/>
                <a:gd name="T29" fmla="*/ 658 h 717"/>
                <a:gd name="T30" fmla="*/ 11 w 573"/>
                <a:gd name="T31" fmla="*/ 642 h 717"/>
                <a:gd name="T32" fmla="*/ 491 w 573"/>
                <a:gd name="T33" fmla="*/ 15 h 717"/>
                <a:gd name="T34" fmla="*/ 506 w 573"/>
                <a:gd name="T35" fmla="*/ 3 h 717"/>
                <a:gd name="T36" fmla="*/ 522 w 573"/>
                <a:gd name="T37" fmla="*/ 0 h 7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73" h="717">
                  <a:moveTo>
                    <a:pt x="522" y="0"/>
                  </a:moveTo>
                  <a:lnTo>
                    <a:pt x="540" y="1"/>
                  </a:lnTo>
                  <a:lnTo>
                    <a:pt x="557" y="10"/>
                  </a:lnTo>
                  <a:lnTo>
                    <a:pt x="568" y="24"/>
                  </a:lnTo>
                  <a:lnTo>
                    <a:pt x="573" y="40"/>
                  </a:lnTo>
                  <a:lnTo>
                    <a:pt x="571" y="57"/>
                  </a:lnTo>
                  <a:lnTo>
                    <a:pt x="562" y="75"/>
                  </a:lnTo>
                  <a:lnTo>
                    <a:pt x="81" y="700"/>
                  </a:lnTo>
                  <a:lnTo>
                    <a:pt x="67" y="712"/>
                  </a:lnTo>
                  <a:lnTo>
                    <a:pt x="51" y="717"/>
                  </a:lnTo>
                  <a:lnTo>
                    <a:pt x="32" y="715"/>
                  </a:lnTo>
                  <a:lnTo>
                    <a:pt x="16" y="707"/>
                  </a:lnTo>
                  <a:lnTo>
                    <a:pt x="5" y="693"/>
                  </a:lnTo>
                  <a:lnTo>
                    <a:pt x="0" y="675"/>
                  </a:lnTo>
                  <a:lnTo>
                    <a:pt x="2" y="658"/>
                  </a:lnTo>
                  <a:lnTo>
                    <a:pt x="11" y="642"/>
                  </a:lnTo>
                  <a:lnTo>
                    <a:pt x="491" y="15"/>
                  </a:lnTo>
                  <a:lnTo>
                    <a:pt x="506" y="3"/>
                  </a:lnTo>
                  <a:lnTo>
                    <a:pt x="522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sp>
        <p:nvSpPr>
          <p:cNvPr id="30" name="Text Placeholder 29"/>
          <p:cNvSpPr>
            <a:spLocks noGrp="1"/>
          </p:cNvSpPr>
          <p:nvPr>
            <p:ph type="body" sz="quarter" idx="13" hasCustomPrompt="1"/>
          </p:nvPr>
        </p:nvSpPr>
        <p:spPr>
          <a:xfrm>
            <a:off x="323135" y="1846263"/>
            <a:ext cx="8441453" cy="1241425"/>
          </a:xfrm>
        </p:spPr>
        <p:txBody>
          <a:bodyPr anchor="ctr" anchorCtr="0">
            <a:normAutofit/>
          </a:bodyPr>
          <a:lstStyle>
            <a:lvl1pPr marL="0" indent="0"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728903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Picture 5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2065" r="80083" b="1471"/>
          <a:stretch/>
        </p:blipFill>
        <p:spPr>
          <a:xfrm rot="5400000">
            <a:off x="3820885" y="-2080448"/>
            <a:ext cx="1502227" cy="9143997"/>
          </a:xfrm>
          <a:prstGeom prst="rect">
            <a:avLst/>
          </a:prstGeom>
        </p:spPr>
      </p:pic>
      <p:pic>
        <p:nvPicPr>
          <p:cNvPr id="54" name="Picture 53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82" b="20282"/>
          <a:stretch/>
        </p:blipFill>
        <p:spPr>
          <a:xfrm>
            <a:off x="0" y="3242662"/>
            <a:ext cx="9144000" cy="3623223"/>
          </a:xfrm>
          <a:prstGeom prst="rect">
            <a:avLst/>
          </a:prstGeom>
        </p:spPr>
      </p:pic>
      <p:sp>
        <p:nvSpPr>
          <p:cNvPr id="9" name="Rectangle 8"/>
          <p:cNvSpPr/>
          <p:nvPr userDrawn="1"/>
        </p:nvSpPr>
        <p:spPr>
          <a:xfrm>
            <a:off x="-3" y="0"/>
            <a:ext cx="9143999" cy="174043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/>
          <p:cNvGrpSpPr/>
          <p:nvPr userDrawn="1"/>
        </p:nvGrpSpPr>
        <p:grpSpPr>
          <a:xfrm>
            <a:off x="496176" y="382676"/>
            <a:ext cx="3105481" cy="975083"/>
            <a:chOff x="2814452" y="4625522"/>
            <a:chExt cx="5459889" cy="1714337"/>
          </a:xfrm>
        </p:grpSpPr>
        <p:sp>
          <p:nvSpPr>
            <p:cNvPr id="11" name="Freeform 6"/>
            <p:cNvSpPr>
              <a:spLocks noEditPoints="1"/>
            </p:cNvSpPr>
            <p:nvPr userDrawn="1"/>
          </p:nvSpPr>
          <p:spPr bwMode="auto">
            <a:xfrm>
              <a:off x="2814452" y="5818063"/>
              <a:ext cx="523694" cy="508514"/>
            </a:xfrm>
            <a:custGeom>
              <a:avLst/>
              <a:gdLst>
                <a:gd name="T0" fmla="*/ 98 w 552"/>
                <a:gd name="T1" fmla="*/ 79 h 536"/>
                <a:gd name="T2" fmla="*/ 98 w 552"/>
                <a:gd name="T3" fmla="*/ 241 h 536"/>
                <a:gd name="T4" fmla="*/ 307 w 552"/>
                <a:gd name="T5" fmla="*/ 241 h 536"/>
                <a:gd name="T6" fmla="*/ 342 w 552"/>
                <a:gd name="T7" fmla="*/ 241 h 536"/>
                <a:gd name="T8" fmla="*/ 374 w 552"/>
                <a:gd name="T9" fmla="*/ 238 h 536"/>
                <a:gd name="T10" fmla="*/ 398 w 552"/>
                <a:gd name="T11" fmla="*/ 231 h 536"/>
                <a:gd name="T12" fmla="*/ 417 w 552"/>
                <a:gd name="T13" fmla="*/ 222 h 536"/>
                <a:gd name="T14" fmla="*/ 431 w 552"/>
                <a:gd name="T15" fmla="*/ 206 h 536"/>
                <a:gd name="T16" fmla="*/ 440 w 552"/>
                <a:gd name="T17" fmla="*/ 187 h 536"/>
                <a:gd name="T18" fmla="*/ 443 w 552"/>
                <a:gd name="T19" fmla="*/ 161 h 536"/>
                <a:gd name="T20" fmla="*/ 440 w 552"/>
                <a:gd name="T21" fmla="*/ 135 h 536"/>
                <a:gd name="T22" fmla="*/ 431 w 552"/>
                <a:gd name="T23" fmla="*/ 114 h 536"/>
                <a:gd name="T24" fmla="*/ 417 w 552"/>
                <a:gd name="T25" fmla="*/ 100 h 536"/>
                <a:gd name="T26" fmla="*/ 398 w 552"/>
                <a:gd name="T27" fmla="*/ 89 h 536"/>
                <a:gd name="T28" fmla="*/ 374 w 552"/>
                <a:gd name="T29" fmla="*/ 84 h 536"/>
                <a:gd name="T30" fmla="*/ 342 w 552"/>
                <a:gd name="T31" fmla="*/ 80 h 536"/>
                <a:gd name="T32" fmla="*/ 307 w 552"/>
                <a:gd name="T33" fmla="*/ 79 h 536"/>
                <a:gd name="T34" fmla="*/ 98 w 552"/>
                <a:gd name="T35" fmla="*/ 79 h 536"/>
                <a:gd name="T36" fmla="*/ 0 w 552"/>
                <a:gd name="T37" fmla="*/ 0 h 536"/>
                <a:gd name="T38" fmla="*/ 323 w 552"/>
                <a:gd name="T39" fmla="*/ 0 h 536"/>
                <a:gd name="T40" fmla="*/ 377 w 552"/>
                <a:gd name="T41" fmla="*/ 2 h 536"/>
                <a:gd name="T42" fmla="*/ 422 w 552"/>
                <a:gd name="T43" fmla="*/ 9 h 536"/>
                <a:gd name="T44" fmla="*/ 461 w 552"/>
                <a:gd name="T45" fmla="*/ 19 h 536"/>
                <a:gd name="T46" fmla="*/ 490 w 552"/>
                <a:gd name="T47" fmla="*/ 37 h 536"/>
                <a:gd name="T48" fmla="*/ 513 w 552"/>
                <a:gd name="T49" fmla="*/ 58 h 536"/>
                <a:gd name="T50" fmla="*/ 529 w 552"/>
                <a:gd name="T51" fmla="*/ 86 h 536"/>
                <a:gd name="T52" fmla="*/ 538 w 552"/>
                <a:gd name="T53" fmla="*/ 119 h 536"/>
                <a:gd name="T54" fmla="*/ 541 w 552"/>
                <a:gd name="T55" fmla="*/ 157 h 536"/>
                <a:gd name="T56" fmla="*/ 538 w 552"/>
                <a:gd name="T57" fmla="*/ 194 h 536"/>
                <a:gd name="T58" fmla="*/ 529 w 552"/>
                <a:gd name="T59" fmla="*/ 225 h 536"/>
                <a:gd name="T60" fmla="*/ 513 w 552"/>
                <a:gd name="T61" fmla="*/ 252 h 536"/>
                <a:gd name="T62" fmla="*/ 494 w 552"/>
                <a:gd name="T63" fmla="*/ 272 h 536"/>
                <a:gd name="T64" fmla="*/ 473 w 552"/>
                <a:gd name="T65" fmla="*/ 290 h 536"/>
                <a:gd name="T66" fmla="*/ 447 w 552"/>
                <a:gd name="T67" fmla="*/ 302 h 536"/>
                <a:gd name="T68" fmla="*/ 421 w 552"/>
                <a:gd name="T69" fmla="*/ 311 h 536"/>
                <a:gd name="T70" fmla="*/ 393 w 552"/>
                <a:gd name="T71" fmla="*/ 314 h 536"/>
                <a:gd name="T72" fmla="*/ 384 w 552"/>
                <a:gd name="T73" fmla="*/ 314 h 536"/>
                <a:gd name="T74" fmla="*/ 552 w 552"/>
                <a:gd name="T75" fmla="*/ 536 h 536"/>
                <a:gd name="T76" fmla="*/ 431 w 552"/>
                <a:gd name="T77" fmla="*/ 536 h 536"/>
                <a:gd name="T78" fmla="*/ 274 w 552"/>
                <a:gd name="T79" fmla="*/ 323 h 536"/>
                <a:gd name="T80" fmla="*/ 274 w 552"/>
                <a:gd name="T81" fmla="*/ 321 h 536"/>
                <a:gd name="T82" fmla="*/ 98 w 552"/>
                <a:gd name="T83" fmla="*/ 321 h 536"/>
                <a:gd name="T84" fmla="*/ 98 w 552"/>
                <a:gd name="T85" fmla="*/ 536 h 536"/>
                <a:gd name="T86" fmla="*/ 0 w 552"/>
                <a:gd name="T87" fmla="*/ 536 h 536"/>
                <a:gd name="T88" fmla="*/ 0 w 552"/>
                <a:gd name="T89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2" h="536">
                  <a:moveTo>
                    <a:pt x="98" y="79"/>
                  </a:moveTo>
                  <a:lnTo>
                    <a:pt x="98" y="241"/>
                  </a:lnTo>
                  <a:lnTo>
                    <a:pt x="307" y="241"/>
                  </a:lnTo>
                  <a:lnTo>
                    <a:pt x="342" y="241"/>
                  </a:lnTo>
                  <a:lnTo>
                    <a:pt x="374" y="238"/>
                  </a:lnTo>
                  <a:lnTo>
                    <a:pt x="398" y="231"/>
                  </a:lnTo>
                  <a:lnTo>
                    <a:pt x="417" y="222"/>
                  </a:lnTo>
                  <a:lnTo>
                    <a:pt x="431" y="206"/>
                  </a:lnTo>
                  <a:lnTo>
                    <a:pt x="440" y="187"/>
                  </a:lnTo>
                  <a:lnTo>
                    <a:pt x="443" y="161"/>
                  </a:lnTo>
                  <a:lnTo>
                    <a:pt x="440" y="135"/>
                  </a:lnTo>
                  <a:lnTo>
                    <a:pt x="431" y="114"/>
                  </a:lnTo>
                  <a:lnTo>
                    <a:pt x="417" y="100"/>
                  </a:lnTo>
                  <a:lnTo>
                    <a:pt x="398" y="89"/>
                  </a:lnTo>
                  <a:lnTo>
                    <a:pt x="374" y="84"/>
                  </a:lnTo>
                  <a:lnTo>
                    <a:pt x="342" y="80"/>
                  </a:lnTo>
                  <a:lnTo>
                    <a:pt x="307" y="79"/>
                  </a:lnTo>
                  <a:lnTo>
                    <a:pt x="98" y="79"/>
                  </a:lnTo>
                  <a:close/>
                  <a:moveTo>
                    <a:pt x="0" y="0"/>
                  </a:moveTo>
                  <a:lnTo>
                    <a:pt x="323" y="0"/>
                  </a:lnTo>
                  <a:lnTo>
                    <a:pt x="377" y="2"/>
                  </a:lnTo>
                  <a:lnTo>
                    <a:pt x="422" y="9"/>
                  </a:lnTo>
                  <a:lnTo>
                    <a:pt x="461" y="19"/>
                  </a:lnTo>
                  <a:lnTo>
                    <a:pt x="490" y="37"/>
                  </a:lnTo>
                  <a:lnTo>
                    <a:pt x="513" y="58"/>
                  </a:lnTo>
                  <a:lnTo>
                    <a:pt x="529" y="86"/>
                  </a:lnTo>
                  <a:lnTo>
                    <a:pt x="538" y="119"/>
                  </a:lnTo>
                  <a:lnTo>
                    <a:pt x="541" y="157"/>
                  </a:lnTo>
                  <a:lnTo>
                    <a:pt x="538" y="194"/>
                  </a:lnTo>
                  <a:lnTo>
                    <a:pt x="529" y="225"/>
                  </a:lnTo>
                  <a:lnTo>
                    <a:pt x="513" y="252"/>
                  </a:lnTo>
                  <a:lnTo>
                    <a:pt x="494" y="272"/>
                  </a:lnTo>
                  <a:lnTo>
                    <a:pt x="473" y="290"/>
                  </a:lnTo>
                  <a:lnTo>
                    <a:pt x="447" y="302"/>
                  </a:lnTo>
                  <a:lnTo>
                    <a:pt x="421" y="311"/>
                  </a:lnTo>
                  <a:lnTo>
                    <a:pt x="393" y="314"/>
                  </a:lnTo>
                  <a:lnTo>
                    <a:pt x="384" y="314"/>
                  </a:lnTo>
                  <a:lnTo>
                    <a:pt x="552" y="536"/>
                  </a:lnTo>
                  <a:lnTo>
                    <a:pt x="431" y="536"/>
                  </a:lnTo>
                  <a:lnTo>
                    <a:pt x="274" y="323"/>
                  </a:lnTo>
                  <a:lnTo>
                    <a:pt x="274" y="321"/>
                  </a:lnTo>
                  <a:lnTo>
                    <a:pt x="98" y="321"/>
                  </a:lnTo>
                  <a:lnTo>
                    <a:pt x="98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2" name="Freeform 7"/>
            <p:cNvSpPr>
              <a:spLocks/>
            </p:cNvSpPr>
            <p:nvPr userDrawn="1"/>
          </p:nvSpPr>
          <p:spPr bwMode="auto">
            <a:xfrm>
              <a:off x="3467172" y="5818063"/>
              <a:ext cx="462976" cy="508514"/>
            </a:xfrm>
            <a:custGeom>
              <a:avLst/>
              <a:gdLst>
                <a:gd name="T0" fmla="*/ 0 w 488"/>
                <a:gd name="T1" fmla="*/ 0 h 536"/>
                <a:gd name="T2" fmla="*/ 440 w 488"/>
                <a:gd name="T3" fmla="*/ 0 h 536"/>
                <a:gd name="T4" fmla="*/ 455 w 488"/>
                <a:gd name="T5" fmla="*/ 2 h 536"/>
                <a:gd name="T6" fmla="*/ 467 w 488"/>
                <a:gd name="T7" fmla="*/ 12 h 536"/>
                <a:gd name="T8" fmla="*/ 476 w 488"/>
                <a:gd name="T9" fmla="*/ 25 h 536"/>
                <a:gd name="T10" fmla="*/ 480 w 488"/>
                <a:gd name="T11" fmla="*/ 40 h 536"/>
                <a:gd name="T12" fmla="*/ 476 w 488"/>
                <a:gd name="T13" fmla="*/ 56 h 536"/>
                <a:gd name="T14" fmla="*/ 467 w 488"/>
                <a:gd name="T15" fmla="*/ 70 h 536"/>
                <a:gd name="T16" fmla="*/ 455 w 488"/>
                <a:gd name="T17" fmla="*/ 79 h 536"/>
                <a:gd name="T18" fmla="*/ 440 w 488"/>
                <a:gd name="T19" fmla="*/ 82 h 536"/>
                <a:gd name="T20" fmla="*/ 97 w 488"/>
                <a:gd name="T21" fmla="*/ 82 h 536"/>
                <a:gd name="T22" fmla="*/ 97 w 488"/>
                <a:gd name="T23" fmla="*/ 218 h 536"/>
                <a:gd name="T24" fmla="*/ 354 w 488"/>
                <a:gd name="T25" fmla="*/ 218 h 536"/>
                <a:gd name="T26" fmla="*/ 370 w 488"/>
                <a:gd name="T27" fmla="*/ 222 h 536"/>
                <a:gd name="T28" fmla="*/ 384 w 488"/>
                <a:gd name="T29" fmla="*/ 231 h 536"/>
                <a:gd name="T30" fmla="*/ 392 w 488"/>
                <a:gd name="T31" fmla="*/ 243 h 536"/>
                <a:gd name="T32" fmla="*/ 396 w 488"/>
                <a:gd name="T33" fmla="*/ 259 h 536"/>
                <a:gd name="T34" fmla="*/ 392 w 488"/>
                <a:gd name="T35" fmla="*/ 276 h 536"/>
                <a:gd name="T36" fmla="*/ 384 w 488"/>
                <a:gd name="T37" fmla="*/ 288 h 536"/>
                <a:gd name="T38" fmla="*/ 370 w 488"/>
                <a:gd name="T39" fmla="*/ 297 h 536"/>
                <a:gd name="T40" fmla="*/ 354 w 488"/>
                <a:gd name="T41" fmla="*/ 300 h 536"/>
                <a:gd name="T42" fmla="*/ 97 w 488"/>
                <a:gd name="T43" fmla="*/ 300 h 536"/>
                <a:gd name="T44" fmla="*/ 97 w 488"/>
                <a:gd name="T45" fmla="*/ 454 h 536"/>
                <a:gd name="T46" fmla="*/ 448 w 488"/>
                <a:gd name="T47" fmla="*/ 454 h 536"/>
                <a:gd name="T48" fmla="*/ 464 w 488"/>
                <a:gd name="T49" fmla="*/ 457 h 536"/>
                <a:gd name="T50" fmla="*/ 478 w 488"/>
                <a:gd name="T51" fmla="*/ 466 h 536"/>
                <a:gd name="T52" fmla="*/ 487 w 488"/>
                <a:gd name="T53" fmla="*/ 478 h 536"/>
                <a:gd name="T54" fmla="*/ 488 w 488"/>
                <a:gd name="T55" fmla="*/ 494 h 536"/>
                <a:gd name="T56" fmla="*/ 487 w 488"/>
                <a:gd name="T57" fmla="*/ 512 h 536"/>
                <a:gd name="T58" fmla="*/ 478 w 488"/>
                <a:gd name="T59" fmla="*/ 524 h 536"/>
                <a:gd name="T60" fmla="*/ 464 w 488"/>
                <a:gd name="T61" fmla="*/ 533 h 536"/>
                <a:gd name="T62" fmla="*/ 448 w 488"/>
                <a:gd name="T63" fmla="*/ 536 h 536"/>
                <a:gd name="T64" fmla="*/ 0 w 488"/>
                <a:gd name="T65" fmla="*/ 536 h 536"/>
                <a:gd name="T66" fmla="*/ 0 w 488"/>
                <a:gd name="T67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488" h="536">
                  <a:moveTo>
                    <a:pt x="0" y="0"/>
                  </a:moveTo>
                  <a:lnTo>
                    <a:pt x="440" y="0"/>
                  </a:lnTo>
                  <a:lnTo>
                    <a:pt x="455" y="2"/>
                  </a:lnTo>
                  <a:lnTo>
                    <a:pt x="467" y="12"/>
                  </a:lnTo>
                  <a:lnTo>
                    <a:pt x="476" y="25"/>
                  </a:lnTo>
                  <a:lnTo>
                    <a:pt x="480" y="40"/>
                  </a:lnTo>
                  <a:lnTo>
                    <a:pt x="476" y="56"/>
                  </a:lnTo>
                  <a:lnTo>
                    <a:pt x="467" y="70"/>
                  </a:lnTo>
                  <a:lnTo>
                    <a:pt x="455" y="79"/>
                  </a:lnTo>
                  <a:lnTo>
                    <a:pt x="440" y="82"/>
                  </a:lnTo>
                  <a:lnTo>
                    <a:pt x="97" y="82"/>
                  </a:lnTo>
                  <a:lnTo>
                    <a:pt x="97" y="218"/>
                  </a:lnTo>
                  <a:lnTo>
                    <a:pt x="354" y="218"/>
                  </a:lnTo>
                  <a:lnTo>
                    <a:pt x="370" y="222"/>
                  </a:lnTo>
                  <a:lnTo>
                    <a:pt x="384" y="231"/>
                  </a:lnTo>
                  <a:lnTo>
                    <a:pt x="392" y="243"/>
                  </a:lnTo>
                  <a:lnTo>
                    <a:pt x="396" y="259"/>
                  </a:lnTo>
                  <a:lnTo>
                    <a:pt x="392" y="276"/>
                  </a:lnTo>
                  <a:lnTo>
                    <a:pt x="384" y="288"/>
                  </a:lnTo>
                  <a:lnTo>
                    <a:pt x="370" y="297"/>
                  </a:lnTo>
                  <a:lnTo>
                    <a:pt x="354" y="300"/>
                  </a:lnTo>
                  <a:lnTo>
                    <a:pt x="97" y="300"/>
                  </a:lnTo>
                  <a:lnTo>
                    <a:pt x="97" y="454"/>
                  </a:lnTo>
                  <a:lnTo>
                    <a:pt x="448" y="454"/>
                  </a:lnTo>
                  <a:lnTo>
                    <a:pt x="464" y="457"/>
                  </a:lnTo>
                  <a:lnTo>
                    <a:pt x="478" y="466"/>
                  </a:lnTo>
                  <a:lnTo>
                    <a:pt x="487" y="478"/>
                  </a:lnTo>
                  <a:lnTo>
                    <a:pt x="488" y="494"/>
                  </a:lnTo>
                  <a:lnTo>
                    <a:pt x="487" y="512"/>
                  </a:lnTo>
                  <a:lnTo>
                    <a:pt x="478" y="524"/>
                  </a:lnTo>
                  <a:lnTo>
                    <a:pt x="464" y="533"/>
                  </a:lnTo>
                  <a:lnTo>
                    <a:pt x="448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/>
            </p:cNvSpPr>
            <p:nvPr userDrawn="1"/>
          </p:nvSpPr>
          <p:spPr bwMode="auto">
            <a:xfrm>
              <a:off x="4041148" y="5818063"/>
              <a:ext cx="541720" cy="508514"/>
            </a:xfrm>
            <a:custGeom>
              <a:avLst/>
              <a:gdLst>
                <a:gd name="T0" fmla="*/ 48 w 571"/>
                <a:gd name="T1" fmla="*/ 0 h 536"/>
                <a:gd name="T2" fmla="*/ 65 w 571"/>
                <a:gd name="T3" fmla="*/ 4 h 536"/>
                <a:gd name="T4" fmla="*/ 79 w 571"/>
                <a:gd name="T5" fmla="*/ 12 h 536"/>
                <a:gd name="T6" fmla="*/ 89 w 571"/>
                <a:gd name="T7" fmla="*/ 26 h 536"/>
                <a:gd name="T8" fmla="*/ 280 w 571"/>
                <a:gd name="T9" fmla="*/ 431 h 536"/>
                <a:gd name="T10" fmla="*/ 285 w 571"/>
                <a:gd name="T11" fmla="*/ 440 h 536"/>
                <a:gd name="T12" fmla="*/ 484 w 571"/>
                <a:gd name="T13" fmla="*/ 26 h 536"/>
                <a:gd name="T14" fmla="*/ 494 w 571"/>
                <a:gd name="T15" fmla="*/ 12 h 536"/>
                <a:gd name="T16" fmla="*/ 508 w 571"/>
                <a:gd name="T17" fmla="*/ 2 h 536"/>
                <a:gd name="T18" fmla="*/ 526 w 571"/>
                <a:gd name="T19" fmla="*/ 0 h 536"/>
                <a:gd name="T20" fmla="*/ 541 w 571"/>
                <a:gd name="T21" fmla="*/ 2 h 536"/>
                <a:gd name="T22" fmla="*/ 554 w 571"/>
                <a:gd name="T23" fmla="*/ 9 h 536"/>
                <a:gd name="T24" fmla="*/ 564 w 571"/>
                <a:gd name="T25" fmla="*/ 21 h 536"/>
                <a:gd name="T26" fmla="*/ 571 w 571"/>
                <a:gd name="T27" fmla="*/ 35 h 536"/>
                <a:gd name="T28" fmla="*/ 571 w 571"/>
                <a:gd name="T29" fmla="*/ 51 h 536"/>
                <a:gd name="T30" fmla="*/ 568 w 571"/>
                <a:gd name="T31" fmla="*/ 67 h 536"/>
                <a:gd name="T32" fmla="*/ 337 w 571"/>
                <a:gd name="T33" fmla="*/ 536 h 536"/>
                <a:gd name="T34" fmla="*/ 233 w 571"/>
                <a:gd name="T35" fmla="*/ 536 h 536"/>
                <a:gd name="T36" fmla="*/ 6 w 571"/>
                <a:gd name="T37" fmla="*/ 67 h 536"/>
                <a:gd name="T38" fmla="*/ 0 w 571"/>
                <a:gd name="T39" fmla="*/ 51 h 536"/>
                <a:gd name="T40" fmla="*/ 2 w 571"/>
                <a:gd name="T41" fmla="*/ 35 h 536"/>
                <a:gd name="T42" fmla="*/ 7 w 571"/>
                <a:gd name="T43" fmla="*/ 21 h 536"/>
                <a:gd name="T44" fmla="*/ 18 w 571"/>
                <a:gd name="T45" fmla="*/ 9 h 536"/>
                <a:gd name="T46" fmla="*/ 32 w 571"/>
                <a:gd name="T47" fmla="*/ 2 h 536"/>
                <a:gd name="T48" fmla="*/ 48 w 571"/>
                <a:gd name="T49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571" h="536">
                  <a:moveTo>
                    <a:pt x="48" y="0"/>
                  </a:moveTo>
                  <a:lnTo>
                    <a:pt x="65" y="4"/>
                  </a:lnTo>
                  <a:lnTo>
                    <a:pt x="79" y="12"/>
                  </a:lnTo>
                  <a:lnTo>
                    <a:pt x="89" y="26"/>
                  </a:lnTo>
                  <a:lnTo>
                    <a:pt x="280" y="431"/>
                  </a:lnTo>
                  <a:lnTo>
                    <a:pt x="285" y="440"/>
                  </a:lnTo>
                  <a:lnTo>
                    <a:pt x="484" y="26"/>
                  </a:lnTo>
                  <a:lnTo>
                    <a:pt x="494" y="12"/>
                  </a:lnTo>
                  <a:lnTo>
                    <a:pt x="508" y="2"/>
                  </a:lnTo>
                  <a:lnTo>
                    <a:pt x="526" y="0"/>
                  </a:lnTo>
                  <a:lnTo>
                    <a:pt x="541" y="2"/>
                  </a:lnTo>
                  <a:lnTo>
                    <a:pt x="554" y="9"/>
                  </a:lnTo>
                  <a:lnTo>
                    <a:pt x="564" y="21"/>
                  </a:lnTo>
                  <a:lnTo>
                    <a:pt x="571" y="35"/>
                  </a:lnTo>
                  <a:lnTo>
                    <a:pt x="571" y="51"/>
                  </a:lnTo>
                  <a:lnTo>
                    <a:pt x="568" y="67"/>
                  </a:lnTo>
                  <a:lnTo>
                    <a:pt x="337" y="536"/>
                  </a:lnTo>
                  <a:lnTo>
                    <a:pt x="233" y="536"/>
                  </a:lnTo>
                  <a:lnTo>
                    <a:pt x="6" y="67"/>
                  </a:lnTo>
                  <a:lnTo>
                    <a:pt x="0" y="51"/>
                  </a:lnTo>
                  <a:lnTo>
                    <a:pt x="2" y="35"/>
                  </a:lnTo>
                  <a:lnTo>
                    <a:pt x="7" y="21"/>
                  </a:lnTo>
                  <a:lnTo>
                    <a:pt x="18" y="9"/>
                  </a:lnTo>
                  <a:lnTo>
                    <a:pt x="32" y="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4" name="Freeform 9"/>
            <p:cNvSpPr>
              <a:spLocks noEditPoints="1"/>
            </p:cNvSpPr>
            <p:nvPr userDrawn="1"/>
          </p:nvSpPr>
          <p:spPr bwMode="auto">
            <a:xfrm>
              <a:off x="4582868" y="5818063"/>
              <a:ext cx="608130" cy="508514"/>
            </a:xfrm>
            <a:custGeom>
              <a:avLst/>
              <a:gdLst>
                <a:gd name="T0" fmla="*/ 321 w 641"/>
                <a:gd name="T1" fmla="*/ 70 h 536"/>
                <a:gd name="T2" fmla="*/ 201 w 641"/>
                <a:gd name="T3" fmla="*/ 328 h 536"/>
                <a:gd name="T4" fmla="*/ 443 w 641"/>
                <a:gd name="T5" fmla="*/ 328 h 536"/>
                <a:gd name="T6" fmla="*/ 321 w 641"/>
                <a:gd name="T7" fmla="*/ 70 h 536"/>
                <a:gd name="T8" fmla="*/ 264 w 641"/>
                <a:gd name="T9" fmla="*/ 0 h 536"/>
                <a:gd name="T10" fmla="*/ 381 w 641"/>
                <a:gd name="T11" fmla="*/ 0 h 536"/>
                <a:gd name="T12" fmla="*/ 641 w 641"/>
                <a:gd name="T13" fmla="*/ 536 h 536"/>
                <a:gd name="T14" fmla="*/ 538 w 641"/>
                <a:gd name="T15" fmla="*/ 536 h 536"/>
                <a:gd name="T16" fmla="*/ 482 w 641"/>
                <a:gd name="T17" fmla="*/ 414 h 536"/>
                <a:gd name="T18" fmla="*/ 480 w 641"/>
                <a:gd name="T19" fmla="*/ 410 h 536"/>
                <a:gd name="T20" fmla="*/ 161 w 641"/>
                <a:gd name="T21" fmla="*/ 410 h 536"/>
                <a:gd name="T22" fmla="*/ 103 w 641"/>
                <a:gd name="T23" fmla="*/ 536 h 536"/>
                <a:gd name="T24" fmla="*/ 0 w 641"/>
                <a:gd name="T25" fmla="*/ 536 h 536"/>
                <a:gd name="T26" fmla="*/ 264 w 641"/>
                <a:gd name="T27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1" h="536">
                  <a:moveTo>
                    <a:pt x="321" y="70"/>
                  </a:moveTo>
                  <a:lnTo>
                    <a:pt x="201" y="328"/>
                  </a:lnTo>
                  <a:lnTo>
                    <a:pt x="443" y="328"/>
                  </a:lnTo>
                  <a:lnTo>
                    <a:pt x="321" y="70"/>
                  </a:lnTo>
                  <a:close/>
                  <a:moveTo>
                    <a:pt x="264" y="0"/>
                  </a:moveTo>
                  <a:lnTo>
                    <a:pt x="381" y="0"/>
                  </a:lnTo>
                  <a:lnTo>
                    <a:pt x="641" y="536"/>
                  </a:lnTo>
                  <a:lnTo>
                    <a:pt x="538" y="536"/>
                  </a:lnTo>
                  <a:lnTo>
                    <a:pt x="482" y="414"/>
                  </a:lnTo>
                  <a:lnTo>
                    <a:pt x="480" y="410"/>
                  </a:lnTo>
                  <a:lnTo>
                    <a:pt x="161" y="410"/>
                  </a:lnTo>
                  <a:lnTo>
                    <a:pt x="103" y="536"/>
                  </a:lnTo>
                  <a:lnTo>
                    <a:pt x="0" y="536"/>
                  </a:lnTo>
                  <a:lnTo>
                    <a:pt x="264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5" name="Freeform 10"/>
            <p:cNvSpPr>
              <a:spLocks/>
            </p:cNvSpPr>
            <p:nvPr userDrawn="1"/>
          </p:nvSpPr>
          <p:spPr bwMode="auto">
            <a:xfrm>
              <a:off x="5169177" y="5818063"/>
              <a:ext cx="555002" cy="508514"/>
            </a:xfrm>
            <a:custGeom>
              <a:avLst/>
              <a:gdLst>
                <a:gd name="T0" fmla="*/ 42 w 585"/>
                <a:gd name="T1" fmla="*/ 0 h 536"/>
                <a:gd name="T2" fmla="*/ 545 w 585"/>
                <a:gd name="T3" fmla="*/ 0 h 536"/>
                <a:gd name="T4" fmla="*/ 560 w 585"/>
                <a:gd name="T5" fmla="*/ 2 h 536"/>
                <a:gd name="T6" fmla="*/ 574 w 585"/>
                <a:gd name="T7" fmla="*/ 12 h 536"/>
                <a:gd name="T8" fmla="*/ 583 w 585"/>
                <a:gd name="T9" fmla="*/ 25 h 536"/>
                <a:gd name="T10" fmla="*/ 585 w 585"/>
                <a:gd name="T11" fmla="*/ 40 h 536"/>
                <a:gd name="T12" fmla="*/ 583 w 585"/>
                <a:gd name="T13" fmla="*/ 56 h 536"/>
                <a:gd name="T14" fmla="*/ 574 w 585"/>
                <a:gd name="T15" fmla="*/ 70 h 536"/>
                <a:gd name="T16" fmla="*/ 560 w 585"/>
                <a:gd name="T17" fmla="*/ 79 h 536"/>
                <a:gd name="T18" fmla="*/ 545 w 585"/>
                <a:gd name="T19" fmla="*/ 82 h 536"/>
                <a:gd name="T20" fmla="*/ 342 w 585"/>
                <a:gd name="T21" fmla="*/ 82 h 536"/>
                <a:gd name="T22" fmla="*/ 342 w 585"/>
                <a:gd name="T23" fmla="*/ 536 h 536"/>
                <a:gd name="T24" fmla="*/ 244 w 585"/>
                <a:gd name="T25" fmla="*/ 536 h 536"/>
                <a:gd name="T26" fmla="*/ 244 w 585"/>
                <a:gd name="T27" fmla="*/ 82 h 536"/>
                <a:gd name="T28" fmla="*/ 42 w 585"/>
                <a:gd name="T29" fmla="*/ 82 h 536"/>
                <a:gd name="T30" fmla="*/ 26 w 585"/>
                <a:gd name="T31" fmla="*/ 79 h 536"/>
                <a:gd name="T32" fmla="*/ 12 w 585"/>
                <a:gd name="T33" fmla="*/ 70 h 536"/>
                <a:gd name="T34" fmla="*/ 4 w 585"/>
                <a:gd name="T35" fmla="*/ 56 h 536"/>
                <a:gd name="T36" fmla="*/ 0 w 585"/>
                <a:gd name="T37" fmla="*/ 40 h 536"/>
                <a:gd name="T38" fmla="*/ 4 w 585"/>
                <a:gd name="T39" fmla="*/ 25 h 536"/>
                <a:gd name="T40" fmla="*/ 12 w 585"/>
                <a:gd name="T41" fmla="*/ 12 h 536"/>
                <a:gd name="T42" fmla="*/ 26 w 585"/>
                <a:gd name="T43" fmla="*/ 2 h 536"/>
                <a:gd name="T44" fmla="*/ 42 w 585"/>
                <a:gd name="T45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585" h="536">
                  <a:moveTo>
                    <a:pt x="42" y="0"/>
                  </a:moveTo>
                  <a:lnTo>
                    <a:pt x="545" y="0"/>
                  </a:lnTo>
                  <a:lnTo>
                    <a:pt x="560" y="2"/>
                  </a:lnTo>
                  <a:lnTo>
                    <a:pt x="574" y="12"/>
                  </a:lnTo>
                  <a:lnTo>
                    <a:pt x="583" y="25"/>
                  </a:lnTo>
                  <a:lnTo>
                    <a:pt x="585" y="40"/>
                  </a:lnTo>
                  <a:lnTo>
                    <a:pt x="583" y="56"/>
                  </a:lnTo>
                  <a:lnTo>
                    <a:pt x="574" y="70"/>
                  </a:lnTo>
                  <a:lnTo>
                    <a:pt x="560" y="79"/>
                  </a:lnTo>
                  <a:lnTo>
                    <a:pt x="545" y="82"/>
                  </a:lnTo>
                  <a:lnTo>
                    <a:pt x="342" y="82"/>
                  </a:lnTo>
                  <a:lnTo>
                    <a:pt x="342" y="536"/>
                  </a:lnTo>
                  <a:lnTo>
                    <a:pt x="244" y="536"/>
                  </a:lnTo>
                  <a:lnTo>
                    <a:pt x="244" y="82"/>
                  </a:lnTo>
                  <a:lnTo>
                    <a:pt x="42" y="82"/>
                  </a:lnTo>
                  <a:lnTo>
                    <a:pt x="26" y="79"/>
                  </a:lnTo>
                  <a:lnTo>
                    <a:pt x="12" y="70"/>
                  </a:lnTo>
                  <a:lnTo>
                    <a:pt x="4" y="56"/>
                  </a:lnTo>
                  <a:lnTo>
                    <a:pt x="0" y="40"/>
                  </a:lnTo>
                  <a:lnTo>
                    <a:pt x="4" y="25"/>
                  </a:lnTo>
                  <a:lnTo>
                    <a:pt x="12" y="12"/>
                  </a:lnTo>
                  <a:lnTo>
                    <a:pt x="26" y="2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6" name="Freeform 11"/>
            <p:cNvSpPr>
              <a:spLocks/>
            </p:cNvSpPr>
            <p:nvPr userDrawn="1"/>
          </p:nvSpPr>
          <p:spPr bwMode="auto">
            <a:xfrm>
              <a:off x="5831384" y="5818063"/>
              <a:ext cx="541720" cy="521796"/>
            </a:xfrm>
            <a:custGeom>
              <a:avLst/>
              <a:gdLst>
                <a:gd name="T0" fmla="*/ 49 w 571"/>
                <a:gd name="T1" fmla="*/ 0 h 550"/>
                <a:gd name="T2" fmla="*/ 68 w 571"/>
                <a:gd name="T3" fmla="*/ 4 h 550"/>
                <a:gd name="T4" fmla="*/ 84 w 571"/>
                <a:gd name="T5" fmla="*/ 14 h 550"/>
                <a:gd name="T6" fmla="*/ 94 w 571"/>
                <a:gd name="T7" fmla="*/ 30 h 550"/>
                <a:gd name="T8" fmla="*/ 98 w 571"/>
                <a:gd name="T9" fmla="*/ 49 h 550"/>
                <a:gd name="T10" fmla="*/ 98 w 571"/>
                <a:gd name="T11" fmla="*/ 299 h 550"/>
                <a:gd name="T12" fmla="*/ 98 w 571"/>
                <a:gd name="T13" fmla="*/ 320 h 550"/>
                <a:gd name="T14" fmla="*/ 101 w 571"/>
                <a:gd name="T15" fmla="*/ 342 h 550"/>
                <a:gd name="T16" fmla="*/ 105 w 571"/>
                <a:gd name="T17" fmla="*/ 363 h 550"/>
                <a:gd name="T18" fmla="*/ 112 w 571"/>
                <a:gd name="T19" fmla="*/ 384 h 550"/>
                <a:gd name="T20" fmla="*/ 122 w 571"/>
                <a:gd name="T21" fmla="*/ 403 h 550"/>
                <a:gd name="T22" fmla="*/ 136 w 571"/>
                <a:gd name="T23" fmla="*/ 421 h 550"/>
                <a:gd name="T24" fmla="*/ 156 w 571"/>
                <a:gd name="T25" fmla="*/ 437 h 550"/>
                <a:gd name="T26" fmla="*/ 180 w 571"/>
                <a:gd name="T27" fmla="*/ 449 h 550"/>
                <a:gd name="T28" fmla="*/ 208 w 571"/>
                <a:gd name="T29" fmla="*/ 459 h 550"/>
                <a:gd name="T30" fmla="*/ 245 w 571"/>
                <a:gd name="T31" fmla="*/ 464 h 550"/>
                <a:gd name="T32" fmla="*/ 286 w 571"/>
                <a:gd name="T33" fmla="*/ 466 h 550"/>
                <a:gd name="T34" fmla="*/ 328 w 571"/>
                <a:gd name="T35" fmla="*/ 464 h 550"/>
                <a:gd name="T36" fmla="*/ 363 w 571"/>
                <a:gd name="T37" fmla="*/ 459 h 550"/>
                <a:gd name="T38" fmla="*/ 391 w 571"/>
                <a:gd name="T39" fmla="*/ 449 h 550"/>
                <a:gd name="T40" fmla="*/ 416 w 571"/>
                <a:gd name="T41" fmla="*/ 437 h 550"/>
                <a:gd name="T42" fmla="*/ 435 w 571"/>
                <a:gd name="T43" fmla="*/ 421 h 550"/>
                <a:gd name="T44" fmla="*/ 449 w 571"/>
                <a:gd name="T45" fmla="*/ 403 h 550"/>
                <a:gd name="T46" fmla="*/ 459 w 571"/>
                <a:gd name="T47" fmla="*/ 384 h 550"/>
                <a:gd name="T48" fmla="*/ 466 w 571"/>
                <a:gd name="T49" fmla="*/ 363 h 550"/>
                <a:gd name="T50" fmla="*/ 470 w 571"/>
                <a:gd name="T51" fmla="*/ 342 h 550"/>
                <a:gd name="T52" fmla="*/ 473 w 571"/>
                <a:gd name="T53" fmla="*/ 320 h 550"/>
                <a:gd name="T54" fmla="*/ 473 w 571"/>
                <a:gd name="T55" fmla="*/ 299 h 550"/>
                <a:gd name="T56" fmla="*/ 473 w 571"/>
                <a:gd name="T57" fmla="*/ 49 h 550"/>
                <a:gd name="T58" fmla="*/ 477 w 571"/>
                <a:gd name="T59" fmla="*/ 30 h 550"/>
                <a:gd name="T60" fmla="*/ 487 w 571"/>
                <a:gd name="T61" fmla="*/ 14 h 550"/>
                <a:gd name="T62" fmla="*/ 503 w 571"/>
                <a:gd name="T63" fmla="*/ 4 h 550"/>
                <a:gd name="T64" fmla="*/ 522 w 571"/>
                <a:gd name="T65" fmla="*/ 0 h 550"/>
                <a:gd name="T66" fmla="*/ 541 w 571"/>
                <a:gd name="T67" fmla="*/ 4 h 550"/>
                <a:gd name="T68" fmla="*/ 557 w 571"/>
                <a:gd name="T69" fmla="*/ 14 h 550"/>
                <a:gd name="T70" fmla="*/ 567 w 571"/>
                <a:gd name="T71" fmla="*/ 30 h 550"/>
                <a:gd name="T72" fmla="*/ 571 w 571"/>
                <a:gd name="T73" fmla="*/ 49 h 550"/>
                <a:gd name="T74" fmla="*/ 571 w 571"/>
                <a:gd name="T75" fmla="*/ 306 h 550"/>
                <a:gd name="T76" fmla="*/ 567 w 571"/>
                <a:gd name="T77" fmla="*/ 358 h 550"/>
                <a:gd name="T78" fmla="*/ 557 w 571"/>
                <a:gd name="T79" fmla="*/ 402 h 550"/>
                <a:gd name="T80" fmla="*/ 540 w 571"/>
                <a:gd name="T81" fmla="*/ 442 h 550"/>
                <a:gd name="T82" fmla="*/ 513 w 571"/>
                <a:gd name="T83" fmla="*/ 475 h 550"/>
                <a:gd name="T84" fmla="*/ 482 w 571"/>
                <a:gd name="T85" fmla="*/ 501 h 550"/>
                <a:gd name="T86" fmla="*/ 444 w 571"/>
                <a:gd name="T87" fmla="*/ 522 h 550"/>
                <a:gd name="T88" fmla="*/ 398 w 571"/>
                <a:gd name="T89" fmla="*/ 538 h 550"/>
                <a:gd name="T90" fmla="*/ 346 w 571"/>
                <a:gd name="T91" fmla="*/ 547 h 550"/>
                <a:gd name="T92" fmla="*/ 286 w 571"/>
                <a:gd name="T93" fmla="*/ 550 h 550"/>
                <a:gd name="T94" fmla="*/ 225 w 571"/>
                <a:gd name="T95" fmla="*/ 547 h 550"/>
                <a:gd name="T96" fmla="*/ 173 w 571"/>
                <a:gd name="T97" fmla="*/ 538 h 550"/>
                <a:gd name="T98" fmla="*/ 128 w 571"/>
                <a:gd name="T99" fmla="*/ 522 h 550"/>
                <a:gd name="T100" fmla="*/ 89 w 571"/>
                <a:gd name="T101" fmla="*/ 501 h 550"/>
                <a:gd name="T102" fmla="*/ 58 w 571"/>
                <a:gd name="T103" fmla="*/ 475 h 550"/>
                <a:gd name="T104" fmla="*/ 32 w 571"/>
                <a:gd name="T105" fmla="*/ 442 h 550"/>
                <a:gd name="T106" fmla="*/ 14 w 571"/>
                <a:gd name="T107" fmla="*/ 402 h 550"/>
                <a:gd name="T108" fmla="*/ 4 w 571"/>
                <a:gd name="T109" fmla="*/ 358 h 550"/>
                <a:gd name="T110" fmla="*/ 0 w 571"/>
                <a:gd name="T111" fmla="*/ 306 h 550"/>
                <a:gd name="T112" fmla="*/ 0 w 571"/>
                <a:gd name="T113" fmla="*/ 49 h 550"/>
                <a:gd name="T114" fmla="*/ 4 w 571"/>
                <a:gd name="T115" fmla="*/ 30 h 550"/>
                <a:gd name="T116" fmla="*/ 14 w 571"/>
                <a:gd name="T117" fmla="*/ 14 h 550"/>
                <a:gd name="T118" fmla="*/ 30 w 571"/>
                <a:gd name="T119" fmla="*/ 4 h 550"/>
                <a:gd name="T120" fmla="*/ 49 w 571"/>
                <a:gd name="T121" fmla="*/ 0 h 5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71" h="550">
                  <a:moveTo>
                    <a:pt x="49" y="0"/>
                  </a:moveTo>
                  <a:lnTo>
                    <a:pt x="68" y="4"/>
                  </a:lnTo>
                  <a:lnTo>
                    <a:pt x="84" y="14"/>
                  </a:lnTo>
                  <a:lnTo>
                    <a:pt x="94" y="30"/>
                  </a:lnTo>
                  <a:lnTo>
                    <a:pt x="98" y="49"/>
                  </a:lnTo>
                  <a:lnTo>
                    <a:pt x="98" y="299"/>
                  </a:lnTo>
                  <a:lnTo>
                    <a:pt x="98" y="320"/>
                  </a:lnTo>
                  <a:lnTo>
                    <a:pt x="101" y="342"/>
                  </a:lnTo>
                  <a:lnTo>
                    <a:pt x="105" y="363"/>
                  </a:lnTo>
                  <a:lnTo>
                    <a:pt x="112" y="384"/>
                  </a:lnTo>
                  <a:lnTo>
                    <a:pt x="122" y="403"/>
                  </a:lnTo>
                  <a:lnTo>
                    <a:pt x="136" y="421"/>
                  </a:lnTo>
                  <a:lnTo>
                    <a:pt x="156" y="437"/>
                  </a:lnTo>
                  <a:lnTo>
                    <a:pt x="180" y="449"/>
                  </a:lnTo>
                  <a:lnTo>
                    <a:pt x="208" y="459"/>
                  </a:lnTo>
                  <a:lnTo>
                    <a:pt x="245" y="464"/>
                  </a:lnTo>
                  <a:lnTo>
                    <a:pt x="286" y="466"/>
                  </a:lnTo>
                  <a:lnTo>
                    <a:pt x="328" y="464"/>
                  </a:lnTo>
                  <a:lnTo>
                    <a:pt x="363" y="459"/>
                  </a:lnTo>
                  <a:lnTo>
                    <a:pt x="391" y="449"/>
                  </a:lnTo>
                  <a:lnTo>
                    <a:pt x="416" y="437"/>
                  </a:lnTo>
                  <a:lnTo>
                    <a:pt x="435" y="421"/>
                  </a:lnTo>
                  <a:lnTo>
                    <a:pt x="449" y="403"/>
                  </a:lnTo>
                  <a:lnTo>
                    <a:pt x="459" y="384"/>
                  </a:lnTo>
                  <a:lnTo>
                    <a:pt x="466" y="363"/>
                  </a:lnTo>
                  <a:lnTo>
                    <a:pt x="470" y="342"/>
                  </a:lnTo>
                  <a:lnTo>
                    <a:pt x="473" y="320"/>
                  </a:lnTo>
                  <a:lnTo>
                    <a:pt x="473" y="299"/>
                  </a:lnTo>
                  <a:lnTo>
                    <a:pt x="473" y="49"/>
                  </a:lnTo>
                  <a:lnTo>
                    <a:pt x="477" y="30"/>
                  </a:lnTo>
                  <a:lnTo>
                    <a:pt x="487" y="14"/>
                  </a:lnTo>
                  <a:lnTo>
                    <a:pt x="503" y="4"/>
                  </a:lnTo>
                  <a:lnTo>
                    <a:pt x="522" y="0"/>
                  </a:lnTo>
                  <a:lnTo>
                    <a:pt x="541" y="4"/>
                  </a:lnTo>
                  <a:lnTo>
                    <a:pt x="557" y="14"/>
                  </a:lnTo>
                  <a:lnTo>
                    <a:pt x="567" y="30"/>
                  </a:lnTo>
                  <a:lnTo>
                    <a:pt x="571" y="49"/>
                  </a:lnTo>
                  <a:lnTo>
                    <a:pt x="571" y="306"/>
                  </a:lnTo>
                  <a:lnTo>
                    <a:pt x="567" y="358"/>
                  </a:lnTo>
                  <a:lnTo>
                    <a:pt x="557" y="402"/>
                  </a:lnTo>
                  <a:lnTo>
                    <a:pt x="540" y="442"/>
                  </a:lnTo>
                  <a:lnTo>
                    <a:pt x="513" y="475"/>
                  </a:lnTo>
                  <a:lnTo>
                    <a:pt x="482" y="501"/>
                  </a:lnTo>
                  <a:lnTo>
                    <a:pt x="444" y="522"/>
                  </a:lnTo>
                  <a:lnTo>
                    <a:pt x="398" y="538"/>
                  </a:lnTo>
                  <a:lnTo>
                    <a:pt x="346" y="547"/>
                  </a:lnTo>
                  <a:lnTo>
                    <a:pt x="286" y="550"/>
                  </a:lnTo>
                  <a:lnTo>
                    <a:pt x="225" y="547"/>
                  </a:lnTo>
                  <a:lnTo>
                    <a:pt x="173" y="538"/>
                  </a:lnTo>
                  <a:lnTo>
                    <a:pt x="128" y="522"/>
                  </a:lnTo>
                  <a:lnTo>
                    <a:pt x="89" y="501"/>
                  </a:lnTo>
                  <a:lnTo>
                    <a:pt x="58" y="475"/>
                  </a:lnTo>
                  <a:lnTo>
                    <a:pt x="32" y="442"/>
                  </a:lnTo>
                  <a:lnTo>
                    <a:pt x="14" y="402"/>
                  </a:lnTo>
                  <a:lnTo>
                    <a:pt x="4" y="358"/>
                  </a:lnTo>
                  <a:lnTo>
                    <a:pt x="0" y="306"/>
                  </a:lnTo>
                  <a:lnTo>
                    <a:pt x="0" y="49"/>
                  </a:lnTo>
                  <a:lnTo>
                    <a:pt x="4" y="30"/>
                  </a:lnTo>
                  <a:lnTo>
                    <a:pt x="14" y="14"/>
                  </a:lnTo>
                  <a:lnTo>
                    <a:pt x="30" y="4"/>
                  </a:lnTo>
                  <a:lnTo>
                    <a:pt x="49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7" name="Freeform 12"/>
            <p:cNvSpPr>
              <a:spLocks noEditPoints="1"/>
            </p:cNvSpPr>
            <p:nvPr userDrawn="1"/>
          </p:nvSpPr>
          <p:spPr bwMode="auto">
            <a:xfrm>
              <a:off x="6530592" y="5818063"/>
              <a:ext cx="521796" cy="508514"/>
            </a:xfrm>
            <a:custGeom>
              <a:avLst/>
              <a:gdLst>
                <a:gd name="T0" fmla="*/ 96 w 550"/>
                <a:gd name="T1" fmla="*/ 79 h 536"/>
                <a:gd name="T2" fmla="*/ 96 w 550"/>
                <a:gd name="T3" fmla="*/ 241 h 536"/>
                <a:gd name="T4" fmla="*/ 307 w 550"/>
                <a:gd name="T5" fmla="*/ 241 h 536"/>
                <a:gd name="T6" fmla="*/ 342 w 550"/>
                <a:gd name="T7" fmla="*/ 241 h 536"/>
                <a:gd name="T8" fmla="*/ 372 w 550"/>
                <a:gd name="T9" fmla="*/ 238 h 536"/>
                <a:gd name="T10" fmla="*/ 398 w 550"/>
                <a:gd name="T11" fmla="*/ 231 h 536"/>
                <a:gd name="T12" fmla="*/ 417 w 550"/>
                <a:gd name="T13" fmla="*/ 222 h 536"/>
                <a:gd name="T14" fmla="*/ 431 w 550"/>
                <a:gd name="T15" fmla="*/ 206 h 536"/>
                <a:gd name="T16" fmla="*/ 440 w 550"/>
                <a:gd name="T17" fmla="*/ 187 h 536"/>
                <a:gd name="T18" fmla="*/ 443 w 550"/>
                <a:gd name="T19" fmla="*/ 161 h 536"/>
                <a:gd name="T20" fmla="*/ 440 w 550"/>
                <a:gd name="T21" fmla="*/ 135 h 536"/>
                <a:gd name="T22" fmla="*/ 431 w 550"/>
                <a:gd name="T23" fmla="*/ 114 h 536"/>
                <a:gd name="T24" fmla="*/ 417 w 550"/>
                <a:gd name="T25" fmla="*/ 100 h 536"/>
                <a:gd name="T26" fmla="*/ 398 w 550"/>
                <a:gd name="T27" fmla="*/ 89 h 536"/>
                <a:gd name="T28" fmla="*/ 372 w 550"/>
                <a:gd name="T29" fmla="*/ 84 h 536"/>
                <a:gd name="T30" fmla="*/ 342 w 550"/>
                <a:gd name="T31" fmla="*/ 80 h 536"/>
                <a:gd name="T32" fmla="*/ 307 w 550"/>
                <a:gd name="T33" fmla="*/ 79 h 536"/>
                <a:gd name="T34" fmla="*/ 96 w 550"/>
                <a:gd name="T35" fmla="*/ 79 h 536"/>
                <a:gd name="T36" fmla="*/ 0 w 550"/>
                <a:gd name="T37" fmla="*/ 0 h 536"/>
                <a:gd name="T38" fmla="*/ 323 w 550"/>
                <a:gd name="T39" fmla="*/ 0 h 536"/>
                <a:gd name="T40" fmla="*/ 377 w 550"/>
                <a:gd name="T41" fmla="*/ 2 h 536"/>
                <a:gd name="T42" fmla="*/ 422 w 550"/>
                <a:gd name="T43" fmla="*/ 9 h 536"/>
                <a:gd name="T44" fmla="*/ 459 w 550"/>
                <a:gd name="T45" fmla="*/ 19 h 536"/>
                <a:gd name="T46" fmla="*/ 489 w 550"/>
                <a:gd name="T47" fmla="*/ 37 h 536"/>
                <a:gd name="T48" fmla="*/ 511 w 550"/>
                <a:gd name="T49" fmla="*/ 58 h 536"/>
                <a:gd name="T50" fmla="*/ 527 w 550"/>
                <a:gd name="T51" fmla="*/ 86 h 536"/>
                <a:gd name="T52" fmla="*/ 537 w 550"/>
                <a:gd name="T53" fmla="*/ 119 h 536"/>
                <a:gd name="T54" fmla="*/ 539 w 550"/>
                <a:gd name="T55" fmla="*/ 157 h 536"/>
                <a:gd name="T56" fmla="*/ 537 w 550"/>
                <a:gd name="T57" fmla="*/ 194 h 536"/>
                <a:gd name="T58" fmla="*/ 527 w 550"/>
                <a:gd name="T59" fmla="*/ 225 h 536"/>
                <a:gd name="T60" fmla="*/ 513 w 550"/>
                <a:gd name="T61" fmla="*/ 252 h 536"/>
                <a:gd name="T62" fmla="*/ 494 w 550"/>
                <a:gd name="T63" fmla="*/ 272 h 536"/>
                <a:gd name="T64" fmla="*/ 471 w 550"/>
                <a:gd name="T65" fmla="*/ 290 h 536"/>
                <a:gd name="T66" fmla="*/ 447 w 550"/>
                <a:gd name="T67" fmla="*/ 302 h 536"/>
                <a:gd name="T68" fmla="*/ 419 w 550"/>
                <a:gd name="T69" fmla="*/ 311 h 536"/>
                <a:gd name="T70" fmla="*/ 393 w 550"/>
                <a:gd name="T71" fmla="*/ 314 h 536"/>
                <a:gd name="T72" fmla="*/ 384 w 550"/>
                <a:gd name="T73" fmla="*/ 314 h 536"/>
                <a:gd name="T74" fmla="*/ 550 w 550"/>
                <a:gd name="T75" fmla="*/ 536 h 536"/>
                <a:gd name="T76" fmla="*/ 431 w 550"/>
                <a:gd name="T77" fmla="*/ 536 h 536"/>
                <a:gd name="T78" fmla="*/ 274 w 550"/>
                <a:gd name="T79" fmla="*/ 323 h 536"/>
                <a:gd name="T80" fmla="*/ 272 w 550"/>
                <a:gd name="T81" fmla="*/ 321 h 536"/>
                <a:gd name="T82" fmla="*/ 96 w 550"/>
                <a:gd name="T83" fmla="*/ 321 h 536"/>
                <a:gd name="T84" fmla="*/ 96 w 550"/>
                <a:gd name="T85" fmla="*/ 536 h 536"/>
                <a:gd name="T86" fmla="*/ 0 w 550"/>
                <a:gd name="T87" fmla="*/ 536 h 536"/>
                <a:gd name="T88" fmla="*/ 0 w 550"/>
                <a:gd name="T89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0" h="536">
                  <a:moveTo>
                    <a:pt x="96" y="79"/>
                  </a:moveTo>
                  <a:lnTo>
                    <a:pt x="96" y="241"/>
                  </a:lnTo>
                  <a:lnTo>
                    <a:pt x="307" y="241"/>
                  </a:lnTo>
                  <a:lnTo>
                    <a:pt x="342" y="241"/>
                  </a:lnTo>
                  <a:lnTo>
                    <a:pt x="372" y="238"/>
                  </a:lnTo>
                  <a:lnTo>
                    <a:pt x="398" y="231"/>
                  </a:lnTo>
                  <a:lnTo>
                    <a:pt x="417" y="222"/>
                  </a:lnTo>
                  <a:lnTo>
                    <a:pt x="431" y="206"/>
                  </a:lnTo>
                  <a:lnTo>
                    <a:pt x="440" y="187"/>
                  </a:lnTo>
                  <a:lnTo>
                    <a:pt x="443" y="161"/>
                  </a:lnTo>
                  <a:lnTo>
                    <a:pt x="440" y="135"/>
                  </a:lnTo>
                  <a:lnTo>
                    <a:pt x="431" y="114"/>
                  </a:lnTo>
                  <a:lnTo>
                    <a:pt x="417" y="100"/>
                  </a:lnTo>
                  <a:lnTo>
                    <a:pt x="398" y="89"/>
                  </a:lnTo>
                  <a:lnTo>
                    <a:pt x="372" y="84"/>
                  </a:lnTo>
                  <a:lnTo>
                    <a:pt x="342" y="80"/>
                  </a:lnTo>
                  <a:lnTo>
                    <a:pt x="307" y="79"/>
                  </a:lnTo>
                  <a:lnTo>
                    <a:pt x="96" y="79"/>
                  </a:lnTo>
                  <a:close/>
                  <a:moveTo>
                    <a:pt x="0" y="0"/>
                  </a:moveTo>
                  <a:lnTo>
                    <a:pt x="323" y="0"/>
                  </a:lnTo>
                  <a:lnTo>
                    <a:pt x="377" y="2"/>
                  </a:lnTo>
                  <a:lnTo>
                    <a:pt x="422" y="9"/>
                  </a:lnTo>
                  <a:lnTo>
                    <a:pt x="459" y="19"/>
                  </a:lnTo>
                  <a:lnTo>
                    <a:pt x="489" y="37"/>
                  </a:lnTo>
                  <a:lnTo>
                    <a:pt x="511" y="58"/>
                  </a:lnTo>
                  <a:lnTo>
                    <a:pt x="527" y="86"/>
                  </a:lnTo>
                  <a:lnTo>
                    <a:pt x="537" y="119"/>
                  </a:lnTo>
                  <a:lnTo>
                    <a:pt x="539" y="157"/>
                  </a:lnTo>
                  <a:lnTo>
                    <a:pt x="537" y="194"/>
                  </a:lnTo>
                  <a:lnTo>
                    <a:pt x="527" y="225"/>
                  </a:lnTo>
                  <a:lnTo>
                    <a:pt x="513" y="252"/>
                  </a:lnTo>
                  <a:lnTo>
                    <a:pt x="494" y="272"/>
                  </a:lnTo>
                  <a:lnTo>
                    <a:pt x="471" y="290"/>
                  </a:lnTo>
                  <a:lnTo>
                    <a:pt x="447" y="302"/>
                  </a:lnTo>
                  <a:lnTo>
                    <a:pt x="419" y="311"/>
                  </a:lnTo>
                  <a:lnTo>
                    <a:pt x="393" y="314"/>
                  </a:lnTo>
                  <a:lnTo>
                    <a:pt x="384" y="314"/>
                  </a:lnTo>
                  <a:lnTo>
                    <a:pt x="550" y="536"/>
                  </a:lnTo>
                  <a:lnTo>
                    <a:pt x="431" y="536"/>
                  </a:lnTo>
                  <a:lnTo>
                    <a:pt x="274" y="323"/>
                  </a:lnTo>
                  <a:lnTo>
                    <a:pt x="272" y="321"/>
                  </a:lnTo>
                  <a:lnTo>
                    <a:pt x="96" y="321"/>
                  </a:lnTo>
                  <a:lnTo>
                    <a:pt x="96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8" name="Freeform 13"/>
            <p:cNvSpPr>
              <a:spLocks/>
            </p:cNvSpPr>
            <p:nvPr userDrawn="1"/>
          </p:nvSpPr>
          <p:spPr bwMode="auto">
            <a:xfrm>
              <a:off x="7183312" y="5818063"/>
              <a:ext cx="462976" cy="508514"/>
            </a:xfrm>
            <a:custGeom>
              <a:avLst/>
              <a:gdLst>
                <a:gd name="T0" fmla="*/ 0 w 488"/>
                <a:gd name="T1" fmla="*/ 0 h 536"/>
                <a:gd name="T2" fmla="*/ 438 w 488"/>
                <a:gd name="T3" fmla="*/ 0 h 536"/>
                <a:gd name="T4" fmla="*/ 453 w 488"/>
                <a:gd name="T5" fmla="*/ 2 h 536"/>
                <a:gd name="T6" fmla="*/ 467 w 488"/>
                <a:gd name="T7" fmla="*/ 12 h 536"/>
                <a:gd name="T8" fmla="*/ 476 w 488"/>
                <a:gd name="T9" fmla="*/ 25 h 536"/>
                <a:gd name="T10" fmla="*/ 480 w 488"/>
                <a:gd name="T11" fmla="*/ 40 h 536"/>
                <a:gd name="T12" fmla="*/ 476 w 488"/>
                <a:gd name="T13" fmla="*/ 56 h 536"/>
                <a:gd name="T14" fmla="*/ 467 w 488"/>
                <a:gd name="T15" fmla="*/ 70 h 536"/>
                <a:gd name="T16" fmla="*/ 453 w 488"/>
                <a:gd name="T17" fmla="*/ 79 h 536"/>
                <a:gd name="T18" fmla="*/ 438 w 488"/>
                <a:gd name="T19" fmla="*/ 82 h 536"/>
                <a:gd name="T20" fmla="*/ 97 w 488"/>
                <a:gd name="T21" fmla="*/ 82 h 536"/>
                <a:gd name="T22" fmla="*/ 97 w 488"/>
                <a:gd name="T23" fmla="*/ 218 h 536"/>
                <a:gd name="T24" fmla="*/ 333 w 488"/>
                <a:gd name="T25" fmla="*/ 218 h 536"/>
                <a:gd name="T26" fmla="*/ 349 w 488"/>
                <a:gd name="T27" fmla="*/ 222 h 536"/>
                <a:gd name="T28" fmla="*/ 361 w 488"/>
                <a:gd name="T29" fmla="*/ 231 h 536"/>
                <a:gd name="T30" fmla="*/ 370 w 488"/>
                <a:gd name="T31" fmla="*/ 243 h 536"/>
                <a:gd name="T32" fmla="*/ 373 w 488"/>
                <a:gd name="T33" fmla="*/ 259 h 536"/>
                <a:gd name="T34" fmla="*/ 370 w 488"/>
                <a:gd name="T35" fmla="*/ 276 h 536"/>
                <a:gd name="T36" fmla="*/ 361 w 488"/>
                <a:gd name="T37" fmla="*/ 288 h 536"/>
                <a:gd name="T38" fmla="*/ 349 w 488"/>
                <a:gd name="T39" fmla="*/ 297 h 536"/>
                <a:gd name="T40" fmla="*/ 333 w 488"/>
                <a:gd name="T41" fmla="*/ 300 h 536"/>
                <a:gd name="T42" fmla="*/ 97 w 488"/>
                <a:gd name="T43" fmla="*/ 300 h 536"/>
                <a:gd name="T44" fmla="*/ 97 w 488"/>
                <a:gd name="T45" fmla="*/ 454 h 536"/>
                <a:gd name="T46" fmla="*/ 446 w 488"/>
                <a:gd name="T47" fmla="*/ 454 h 536"/>
                <a:gd name="T48" fmla="*/ 464 w 488"/>
                <a:gd name="T49" fmla="*/ 457 h 536"/>
                <a:gd name="T50" fmla="*/ 476 w 488"/>
                <a:gd name="T51" fmla="*/ 466 h 536"/>
                <a:gd name="T52" fmla="*/ 485 w 488"/>
                <a:gd name="T53" fmla="*/ 478 h 536"/>
                <a:gd name="T54" fmla="*/ 488 w 488"/>
                <a:gd name="T55" fmla="*/ 494 h 536"/>
                <a:gd name="T56" fmla="*/ 485 w 488"/>
                <a:gd name="T57" fmla="*/ 512 h 536"/>
                <a:gd name="T58" fmla="*/ 476 w 488"/>
                <a:gd name="T59" fmla="*/ 524 h 536"/>
                <a:gd name="T60" fmla="*/ 464 w 488"/>
                <a:gd name="T61" fmla="*/ 533 h 536"/>
                <a:gd name="T62" fmla="*/ 446 w 488"/>
                <a:gd name="T63" fmla="*/ 536 h 536"/>
                <a:gd name="T64" fmla="*/ 0 w 488"/>
                <a:gd name="T65" fmla="*/ 536 h 536"/>
                <a:gd name="T66" fmla="*/ 0 w 488"/>
                <a:gd name="T67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488" h="536">
                  <a:moveTo>
                    <a:pt x="0" y="0"/>
                  </a:moveTo>
                  <a:lnTo>
                    <a:pt x="438" y="0"/>
                  </a:lnTo>
                  <a:lnTo>
                    <a:pt x="453" y="2"/>
                  </a:lnTo>
                  <a:lnTo>
                    <a:pt x="467" y="12"/>
                  </a:lnTo>
                  <a:lnTo>
                    <a:pt x="476" y="25"/>
                  </a:lnTo>
                  <a:lnTo>
                    <a:pt x="480" y="40"/>
                  </a:lnTo>
                  <a:lnTo>
                    <a:pt x="476" y="56"/>
                  </a:lnTo>
                  <a:lnTo>
                    <a:pt x="467" y="70"/>
                  </a:lnTo>
                  <a:lnTo>
                    <a:pt x="453" y="79"/>
                  </a:lnTo>
                  <a:lnTo>
                    <a:pt x="438" y="82"/>
                  </a:lnTo>
                  <a:lnTo>
                    <a:pt x="97" y="82"/>
                  </a:lnTo>
                  <a:lnTo>
                    <a:pt x="97" y="218"/>
                  </a:lnTo>
                  <a:lnTo>
                    <a:pt x="333" y="218"/>
                  </a:lnTo>
                  <a:lnTo>
                    <a:pt x="349" y="222"/>
                  </a:lnTo>
                  <a:lnTo>
                    <a:pt x="361" y="231"/>
                  </a:lnTo>
                  <a:lnTo>
                    <a:pt x="370" y="243"/>
                  </a:lnTo>
                  <a:lnTo>
                    <a:pt x="373" y="259"/>
                  </a:lnTo>
                  <a:lnTo>
                    <a:pt x="370" y="276"/>
                  </a:lnTo>
                  <a:lnTo>
                    <a:pt x="361" y="288"/>
                  </a:lnTo>
                  <a:lnTo>
                    <a:pt x="349" y="297"/>
                  </a:lnTo>
                  <a:lnTo>
                    <a:pt x="333" y="300"/>
                  </a:lnTo>
                  <a:lnTo>
                    <a:pt x="97" y="300"/>
                  </a:lnTo>
                  <a:lnTo>
                    <a:pt x="97" y="454"/>
                  </a:lnTo>
                  <a:lnTo>
                    <a:pt x="446" y="454"/>
                  </a:lnTo>
                  <a:lnTo>
                    <a:pt x="464" y="457"/>
                  </a:lnTo>
                  <a:lnTo>
                    <a:pt x="476" y="466"/>
                  </a:lnTo>
                  <a:lnTo>
                    <a:pt x="485" y="478"/>
                  </a:lnTo>
                  <a:lnTo>
                    <a:pt x="488" y="494"/>
                  </a:lnTo>
                  <a:lnTo>
                    <a:pt x="485" y="512"/>
                  </a:lnTo>
                  <a:lnTo>
                    <a:pt x="476" y="524"/>
                  </a:lnTo>
                  <a:lnTo>
                    <a:pt x="464" y="533"/>
                  </a:lnTo>
                  <a:lnTo>
                    <a:pt x="446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9" name="Freeform 14"/>
            <p:cNvSpPr>
              <a:spLocks/>
            </p:cNvSpPr>
            <p:nvPr userDrawn="1"/>
          </p:nvSpPr>
          <p:spPr bwMode="auto">
            <a:xfrm>
              <a:off x="4647381" y="5515421"/>
              <a:ext cx="91077" cy="87282"/>
            </a:xfrm>
            <a:custGeom>
              <a:avLst/>
              <a:gdLst>
                <a:gd name="T0" fmla="*/ 51 w 96"/>
                <a:gd name="T1" fmla="*/ 0 h 92"/>
                <a:gd name="T2" fmla="*/ 53 w 96"/>
                <a:gd name="T3" fmla="*/ 0 h 92"/>
                <a:gd name="T4" fmla="*/ 70 w 96"/>
                <a:gd name="T5" fmla="*/ 5 h 92"/>
                <a:gd name="T6" fmla="*/ 84 w 96"/>
                <a:gd name="T7" fmla="*/ 15 h 92"/>
                <a:gd name="T8" fmla="*/ 93 w 96"/>
                <a:gd name="T9" fmla="*/ 31 h 92"/>
                <a:gd name="T10" fmla="*/ 96 w 96"/>
                <a:gd name="T11" fmla="*/ 49 h 92"/>
                <a:gd name="T12" fmla="*/ 91 w 96"/>
                <a:gd name="T13" fmla="*/ 66 h 92"/>
                <a:gd name="T14" fmla="*/ 81 w 96"/>
                <a:gd name="T15" fmla="*/ 80 h 92"/>
                <a:gd name="T16" fmla="*/ 65 w 96"/>
                <a:gd name="T17" fmla="*/ 91 h 92"/>
                <a:gd name="T18" fmla="*/ 47 w 96"/>
                <a:gd name="T19" fmla="*/ 92 h 92"/>
                <a:gd name="T20" fmla="*/ 44 w 96"/>
                <a:gd name="T21" fmla="*/ 92 h 92"/>
                <a:gd name="T22" fmla="*/ 26 w 96"/>
                <a:gd name="T23" fmla="*/ 87 h 92"/>
                <a:gd name="T24" fmla="*/ 12 w 96"/>
                <a:gd name="T25" fmla="*/ 77 h 92"/>
                <a:gd name="T26" fmla="*/ 4 w 96"/>
                <a:gd name="T27" fmla="*/ 61 h 92"/>
                <a:gd name="T28" fmla="*/ 0 w 96"/>
                <a:gd name="T29" fmla="*/ 43 h 92"/>
                <a:gd name="T30" fmla="*/ 5 w 96"/>
                <a:gd name="T31" fmla="*/ 26 h 92"/>
                <a:gd name="T32" fmla="*/ 16 w 96"/>
                <a:gd name="T33" fmla="*/ 12 h 92"/>
                <a:gd name="T34" fmla="*/ 32 w 96"/>
                <a:gd name="T35" fmla="*/ 2 h 92"/>
                <a:gd name="T36" fmla="*/ 51 w 96"/>
                <a:gd name="T37" fmla="*/ 0 h 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96" h="92">
                  <a:moveTo>
                    <a:pt x="51" y="0"/>
                  </a:moveTo>
                  <a:lnTo>
                    <a:pt x="53" y="0"/>
                  </a:lnTo>
                  <a:lnTo>
                    <a:pt x="70" y="5"/>
                  </a:lnTo>
                  <a:lnTo>
                    <a:pt x="84" y="15"/>
                  </a:lnTo>
                  <a:lnTo>
                    <a:pt x="93" y="31"/>
                  </a:lnTo>
                  <a:lnTo>
                    <a:pt x="96" y="49"/>
                  </a:lnTo>
                  <a:lnTo>
                    <a:pt x="91" y="66"/>
                  </a:lnTo>
                  <a:lnTo>
                    <a:pt x="81" y="80"/>
                  </a:lnTo>
                  <a:lnTo>
                    <a:pt x="65" y="91"/>
                  </a:lnTo>
                  <a:lnTo>
                    <a:pt x="47" y="92"/>
                  </a:lnTo>
                  <a:lnTo>
                    <a:pt x="44" y="92"/>
                  </a:lnTo>
                  <a:lnTo>
                    <a:pt x="26" y="87"/>
                  </a:lnTo>
                  <a:lnTo>
                    <a:pt x="12" y="77"/>
                  </a:lnTo>
                  <a:lnTo>
                    <a:pt x="4" y="61"/>
                  </a:lnTo>
                  <a:lnTo>
                    <a:pt x="0" y="43"/>
                  </a:lnTo>
                  <a:lnTo>
                    <a:pt x="5" y="26"/>
                  </a:lnTo>
                  <a:lnTo>
                    <a:pt x="16" y="12"/>
                  </a:lnTo>
                  <a:lnTo>
                    <a:pt x="32" y="2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0" name="Freeform 15"/>
            <p:cNvSpPr>
              <a:spLocks/>
            </p:cNvSpPr>
            <p:nvPr userDrawn="1"/>
          </p:nvSpPr>
          <p:spPr bwMode="auto">
            <a:xfrm>
              <a:off x="4937689" y="5235549"/>
              <a:ext cx="130923" cy="157487"/>
            </a:xfrm>
            <a:custGeom>
              <a:avLst/>
              <a:gdLst>
                <a:gd name="T0" fmla="*/ 40 w 138"/>
                <a:gd name="T1" fmla="*/ 0 h 166"/>
                <a:gd name="T2" fmla="*/ 57 w 138"/>
                <a:gd name="T3" fmla="*/ 2 h 166"/>
                <a:gd name="T4" fmla="*/ 73 w 138"/>
                <a:gd name="T5" fmla="*/ 9 h 166"/>
                <a:gd name="T6" fmla="*/ 85 w 138"/>
                <a:gd name="T7" fmla="*/ 22 h 166"/>
                <a:gd name="T8" fmla="*/ 132 w 138"/>
                <a:gd name="T9" fmla="*/ 96 h 166"/>
                <a:gd name="T10" fmla="*/ 138 w 138"/>
                <a:gd name="T11" fmla="*/ 113 h 166"/>
                <a:gd name="T12" fmla="*/ 138 w 138"/>
                <a:gd name="T13" fmla="*/ 131 h 166"/>
                <a:gd name="T14" fmla="*/ 129 w 138"/>
                <a:gd name="T15" fmla="*/ 146 h 166"/>
                <a:gd name="T16" fmla="*/ 115 w 138"/>
                <a:gd name="T17" fmla="*/ 159 h 166"/>
                <a:gd name="T18" fmla="*/ 99 w 138"/>
                <a:gd name="T19" fmla="*/ 166 h 166"/>
                <a:gd name="T20" fmla="*/ 80 w 138"/>
                <a:gd name="T21" fmla="*/ 164 h 166"/>
                <a:gd name="T22" fmla="*/ 64 w 138"/>
                <a:gd name="T23" fmla="*/ 157 h 166"/>
                <a:gd name="T24" fmla="*/ 52 w 138"/>
                <a:gd name="T25" fmla="*/ 143 h 166"/>
                <a:gd name="T26" fmla="*/ 5 w 138"/>
                <a:gd name="T27" fmla="*/ 70 h 166"/>
                <a:gd name="T28" fmla="*/ 0 w 138"/>
                <a:gd name="T29" fmla="*/ 52 h 166"/>
                <a:gd name="T30" fmla="*/ 0 w 138"/>
                <a:gd name="T31" fmla="*/ 35 h 166"/>
                <a:gd name="T32" fmla="*/ 8 w 138"/>
                <a:gd name="T33" fmla="*/ 17 h 166"/>
                <a:gd name="T34" fmla="*/ 22 w 138"/>
                <a:gd name="T35" fmla="*/ 7 h 166"/>
                <a:gd name="T36" fmla="*/ 40 w 138"/>
                <a:gd name="T37" fmla="*/ 0 h 1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38" h="166">
                  <a:moveTo>
                    <a:pt x="40" y="0"/>
                  </a:moveTo>
                  <a:lnTo>
                    <a:pt x="57" y="2"/>
                  </a:lnTo>
                  <a:lnTo>
                    <a:pt x="73" y="9"/>
                  </a:lnTo>
                  <a:lnTo>
                    <a:pt x="85" y="22"/>
                  </a:lnTo>
                  <a:lnTo>
                    <a:pt x="132" y="96"/>
                  </a:lnTo>
                  <a:lnTo>
                    <a:pt x="138" y="113"/>
                  </a:lnTo>
                  <a:lnTo>
                    <a:pt x="138" y="131"/>
                  </a:lnTo>
                  <a:lnTo>
                    <a:pt x="129" y="146"/>
                  </a:lnTo>
                  <a:lnTo>
                    <a:pt x="115" y="159"/>
                  </a:lnTo>
                  <a:lnTo>
                    <a:pt x="99" y="166"/>
                  </a:lnTo>
                  <a:lnTo>
                    <a:pt x="80" y="164"/>
                  </a:lnTo>
                  <a:lnTo>
                    <a:pt x="64" y="157"/>
                  </a:lnTo>
                  <a:lnTo>
                    <a:pt x="52" y="143"/>
                  </a:lnTo>
                  <a:lnTo>
                    <a:pt x="5" y="70"/>
                  </a:lnTo>
                  <a:lnTo>
                    <a:pt x="0" y="52"/>
                  </a:lnTo>
                  <a:lnTo>
                    <a:pt x="0" y="35"/>
                  </a:lnTo>
                  <a:lnTo>
                    <a:pt x="8" y="17"/>
                  </a:lnTo>
                  <a:lnTo>
                    <a:pt x="22" y="7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1" name="Freeform 16"/>
            <p:cNvSpPr>
              <a:spLocks/>
            </p:cNvSpPr>
            <p:nvPr userDrawn="1"/>
          </p:nvSpPr>
          <p:spPr bwMode="auto">
            <a:xfrm>
              <a:off x="5278280" y="5018292"/>
              <a:ext cx="132821" cy="243821"/>
            </a:xfrm>
            <a:custGeom>
              <a:avLst/>
              <a:gdLst>
                <a:gd name="T0" fmla="*/ 53 w 140"/>
                <a:gd name="T1" fmla="*/ 0 h 257"/>
                <a:gd name="T2" fmla="*/ 68 w 140"/>
                <a:gd name="T3" fmla="*/ 7 h 257"/>
                <a:gd name="T4" fmla="*/ 82 w 140"/>
                <a:gd name="T5" fmla="*/ 19 h 257"/>
                <a:gd name="T6" fmla="*/ 89 w 140"/>
                <a:gd name="T7" fmla="*/ 35 h 257"/>
                <a:gd name="T8" fmla="*/ 140 w 140"/>
                <a:gd name="T9" fmla="*/ 199 h 257"/>
                <a:gd name="T10" fmla="*/ 140 w 140"/>
                <a:gd name="T11" fmla="*/ 218 h 257"/>
                <a:gd name="T12" fmla="*/ 135 w 140"/>
                <a:gd name="T13" fmla="*/ 234 h 257"/>
                <a:gd name="T14" fmla="*/ 122 w 140"/>
                <a:gd name="T15" fmla="*/ 248 h 257"/>
                <a:gd name="T16" fmla="*/ 105 w 140"/>
                <a:gd name="T17" fmla="*/ 255 h 257"/>
                <a:gd name="T18" fmla="*/ 88 w 140"/>
                <a:gd name="T19" fmla="*/ 257 h 257"/>
                <a:gd name="T20" fmla="*/ 70 w 140"/>
                <a:gd name="T21" fmla="*/ 250 h 257"/>
                <a:gd name="T22" fmla="*/ 58 w 140"/>
                <a:gd name="T23" fmla="*/ 239 h 257"/>
                <a:gd name="T24" fmla="*/ 49 w 140"/>
                <a:gd name="T25" fmla="*/ 222 h 257"/>
                <a:gd name="T26" fmla="*/ 0 w 140"/>
                <a:gd name="T27" fmla="*/ 58 h 257"/>
                <a:gd name="T28" fmla="*/ 0 w 140"/>
                <a:gd name="T29" fmla="*/ 40 h 257"/>
                <a:gd name="T30" fmla="*/ 5 w 140"/>
                <a:gd name="T31" fmla="*/ 23 h 257"/>
                <a:gd name="T32" fmla="*/ 18 w 140"/>
                <a:gd name="T33" fmla="*/ 11 h 257"/>
                <a:gd name="T34" fmla="*/ 33 w 140"/>
                <a:gd name="T35" fmla="*/ 2 h 257"/>
                <a:gd name="T36" fmla="*/ 53 w 140"/>
                <a:gd name="T37" fmla="*/ 0 h 2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40" h="257">
                  <a:moveTo>
                    <a:pt x="53" y="0"/>
                  </a:moveTo>
                  <a:lnTo>
                    <a:pt x="68" y="7"/>
                  </a:lnTo>
                  <a:lnTo>
                    <a:pt x="82" y="19"/>
                  </a:lnTo>
                  <a:lnTo>
                    <a:pt x="89" y="35"/>
                  </a:lnTo>
                  <a:lnTo>
                    <a:pt x="140" y="199"/>
                  </a:lnTo>
                  <a:lnTo>
                    <a:pt x="140" y="218"/>
                  </a:lnTo>
                  <a:lnTo>
                    <a:pt x="135" y="234"/>
                  </a:lnTo>
                  <a:lnTo>
                    <a:pt x="122" y="248"/>
                  </a:lnTo>
                  <a:lnTo>
                    <a:pt x="105" y="255"/>
                  </a:lnTo>
                  <a:lnTo>
                    <a:pt x="88" y="257"/>
                  </a:lnTo>
                  <a:lnTo>
                    <a:pt x="70" y="250"/>
                  </a:lnTo>
                  <a:lnTo>
                    <a:pt x="58" y="239"/>
                  </a:lnTo>
                  <a:lnTo>
                    <a:pt x="49" y="222"/>
                  </a:lnTo>
                  <a:lnTo>
                    <a:pt x="0" y="58"/>
                  </a:lnTo>
                  <a:lnTo>
                    <a:pt x="0" y="40"/>
                  </a:lnTo>
                  <a:lnTo>
                    <a:pt x="5" y="23"/>
                  </a:lnTo>
                  <a:lnTo>
                    <a:pt x="18" y="11"/>
                  </a:lnTo>
                  <a:lnTo>
                    <a:pt x="33" y="2"/>
                  </a:lnTo>
                  <a:lnTo>
                    <a:pt x="53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2" name="Freeform 17"/>
            <p:cNvSpPr>
              <a:spLocks/>
            </p:cNvSpPr>
            <p:nvPr userDrawn="1"/>
          </p:nvSpPr>
          <p:spPr bwMode="auto">
            <a:xfrm>
              <a:off x="5649230" y="4842779"/>
              <a:ext cx="112898" cy="335847"/>
            </a:xfrm>
            <a:custGeom>
              <a:avLst/>
              <a:gdLst>
                <a:gd name="T0" fmla="*/ 44 w 119"/>
                <a:gd name="T1" fmla="*/ 0 h 354"/>
                <a:gd name="T2" fmla="*/ 63 w 119"/>
                <a:gd name="T3" fmla="*/ 4 h 354"/>
                <a:gd name="T4" fmla="*/ 77 w 119"/>
                <a:gd name="T5" fmla="*/ 12 h 354"/>
                <a:gd name="T6" fmla="*/ 87 w 119"/>
                <a:gd name="T7" fmla="*/ 26 h 354"/>
                <a:gd name="T8" fmla="*/ 93 w 119"/>
                <a:gd name="T9" fmla="*/ 44 h 354"/>
                <a:gd name="T10" fmla="*/ 119 w 119"/>
                <a:gd name="T11" fmla="*/ 306 h 354"/>
                <a:gd name="T12" fmla="*/ 115 w 119"/>
                <a:gd name="T13" fmla="*/ 323 h 354"/>
                <a:gd name="T14" fmla="*/ 107 w 119"/>
                <a:gd name="T15" fmla="*/ 339 h 354"/>
                <a:gd name="T16" fmla="*/ 93 w 119"/>
                <a:gd name="T17" fmla="*/ 349 h 354"/>
                <a:gd name="T18" fmla="*/ 75 w 119"/>
                <a:gd name="T19" fmla="*/ 354 h 354"/>
                <a:gd name="T20" fmla="*/ 58 w 119"/>
                <a:gd name="T21" fmla="*/ 351 h 354"/>
                <a:gd name="T22" fmla="*/ 42 w 119"/>
                <a:gd name="T23" fmla="*/ 342 h 354"/>
                <a:gd name="T24" fmla="*/ 32 w 119"/>
                <a:gd name="T25" fmla="*/ 328 h 354"/>
                <a:gd name="T26" fmla="*/ 26 w 119"/>
                <a:gd name="T27" fmla="*/ 311 h 354"/>
                <a:gd name="T28" fmla="*/ 0 w 119"/>
                <a:gd name="T29" fmla="*/ 49 h 354"/>
                <a:gd name="T30" fmla="*/ 4 w 119"/>
                <a:gd name="T31" fmla="*/ 32 h 354"/>
                <a:gd name="T32" fmla="*/ 12 w 119"/>
                <a:gd name="T33" fmla="*/ 16 h 354"/>
                <a:gd name="T34" fmla="*/ 26 w 119"/>
                <a:gd name="T35" fmla="*/ 5 h 354"/>
                <a:gd name="T36" fmla="*/ 44 w 119"/>
                <a:gd name="T37" fmla="*/ 0 h 3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19" h="354">
                  <a:moveTo>
                    <a:pt x="44" y="0"/>
                  </a:moveTo>
                  <a:lnTo>
                    <a:pt x="63" y="4"/>
                  </a:lnTo>
                  <a:lnTo>
                    <a:pt x="77" y="12"/>
                  </a:lnTo>
                  <a:lnTo>
                    <a:pt x="87" y="26"/>
                  </a:lnTo>
                  <a:lnTo>
                    <a:pt x="93" y="44"/>
                  </a:lnTo>
                  <a:lnTo>
                    <a:pt x="119" y="306"/>
                  </a:lnTo>
                  <a:lnTo>
                    <a:pt x="115" y="323"/>
                  </a:lnTo>
                  <a:lnTo>
                    <a:pt x="107" y="339"/>
                  </a:lnTo>
                  <a:lnTo>
                    <a:pt x="93" y="349"/>
                  </a:lnTo>
                  <a:lnTo>
                    <a:pt x="75" y="354"/>
                  </a:lnTo>
                  <a:lnTo>
                    <a:pt x="58" y="351"/>
                  </a:lnTo>
                  <a:lnTo>
                    <a:pt x="42" y="342"/>
                  </a:lnTo>
                  <a:lnTo>
                    <a:pt x="32" y="328"/>
                  </a:lnTo>
                  <a:lnTo>
                    <a:pt x="26" y="311"/>
                  </a:lnTo>
                  <a:lnTo>
                    <a:pt x="0" y="49"/>
                  </a:lnTo>
                  <a:lnTo>
                    <a:pt x="4" y="32"/>
                  </a:lnTo>
                  <a:lnTo>
                    <a:pt x="12" y="16"/>
                  </a:lnTo>
                  <a:lnTo>
                    <a:pt x="26" y="5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3" name="Freeform 18"/>
            <p:cNvSpPr>
              <a:spLocks/>
            </p:cNvSpPr>
            <p:nvPr userDrawn="1"/>
          </p:nvSpPr>
          <p:spPr bwMode="auto">
            <a:xfrm>
              <a:off x="6026821" y="4720394"/>
              <a:ext cx="104359" cy="420283"/>
            </a:xfrm>
            <a:custGeom>
              <a:avLst/>
              <a:gdLst>
                <a:gd name="T0" fmla="*/ 68 w 110"/>
                <a:gd name="T1" fmla="*/ 0 h 443"/>
                <a:gd name="T2" fmla="*/ 86 w 110"/>
                <a:gd name="T3" fmla="*/ 5 h 443"/>
                <a:gd name="T4" fmla="*/ 100 w 110"/>
                <a:gd name="T5" fmla="*/ 16 h 443"/>
                <a:gd name="T6" fmla="*/ 107 w 110"/>
                <a:gd name="T7" fmla="*/ 31 h 443"/>
                <a:gd name="T8" fmla="*/ 110 w 110"/>
                <a:gd name="T9" fmla="*/ 51 h 443"/>
                <a:gd name="T10" fmla="*/ 93 w 110"/>
                <a:gd name="T11" fmla="*/ 401 h 443"/>
                <a:gd name="T12" fmla="*/ 87 w 110"/>
                <a:gd name="T13" fmla="*/ 419 h 443"/>
                <a:gd name="T14" fmla="*/ 75 w 110"/>
                <a:gd name="T15" fmla="*/ 433 h 443"/>
                <a:gd name="T16" fmla="*/ 61 w 110"/>
                <a:gd name="T17" fmla="*/ 442 h 443"/>
                <a:gd name="T18" fmla="*/ 42 w 110"/>
                <a:gd name="T19" fmla="*/ 443 h 443"/>
                <a:gd name="T20" fmla="*/ 25 w 110"/>
                <a:gd name="T21" fmla="*/ 438 h 443"/>
                <a:gd name="T22" fmla="*/ 11 w 110"/>
                <a:gd name="T23" fmla="*/ 426 h 443"/>
                <a:gd name="T24" fmla="*/ 2 w 110"/>
                <a:gd name="T25" fmla="*/ 412 h 443"/>
                <a:gd name="T26" fmla="*/ 0 w 110"/>
                <a:gd name="T27" fmla="*/ 393 h 443"/>
                <a:gd name="T28" fmla="*/ 18 w 110"/>
                <a:gd name="T29" fmla="*/ 42 h 443"/>
                <a:gd name="T30" fmla="*/ 23 w 110"/>
                <a:gd name="T31" fmla="*/ 24 h 443"/>
                <a:gd name="T32" fmla="*/ 33 w 110"/>
                <a:gd name="T33" fmla="*/ 10 h 443"/>
                <a:gd name="T34" fmla="*/ 49 w 110"/>
                <a:gd name="T35" fmla="*/ 2 h 443"/>
                <a:gd name="T36" fmla="*/ 68 w 110"/>
                <a:gd name="T37" fmla="*/ 0 h 4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10" h="443">
                  <a:moveTo>
                    <a:pt x="68" y="0"/>
                  </a:moveTo>
                  <a:lnTo>
                    <a:pt x="86" y="5"/>
                  </a:lnTo>
                  <a:lnTo>
                    <a:pt x="100" y="16"/>
                  </a:lnTo>
                  <a:lnTo>
                    <a:pt x="107" y="31"/>
                  </a:lnTo>
                  <a:lnTo>
                    <a:pt x="110" y="51"/>
                  </a:lnTo>
                  <a:lnTo>
                    <a:pt x="93" y="401"/>
                  </a:lnTo>
                  <a:lnTo>
                    <a:pt x="87" y="419"/>
                  </a:lnTo>
                  <a:lnTo>
                    <a:pt x="75" y="433"/>
                  </a:lnTo>
                  <a:lnTo>
                    <a:pt x="61" y="442"/>
                  </a:lnTo>
                  <a:lnTo>
                    <a:pt x="42" y="443"/>
                  </a:lnTo>
                  <a:lnTo>
                    <a:pt x="25" y="438"/>
                  </a:lnTo>
                  <a:lnTo>
                    <a:pt x="11" y="426"/>
                  </a:lnTo>
                  <a:lnTo>
                    <a:pt x="2" y="412"/>
                  </a:lnTo>
                  <a:lnTo>
                    <a:pt x="0" y="393"/>
                  </a:lnTo>
                  <a:lnTo>
                    <a:pt x="18" y="42"/>
                  </a:lnTo>
                  <a:lnTo>
                    <a:pt x="23" y="24"/>
                  </a:lnTo>
                  <a:lnTo>
                    <a:pt x="33" y="10"/>
                  </a:lnTo>
                  <a:lnTo>
                    <a:pt x="49" y="2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4" name="Freeform 19"/>
            <p:cNvSpPr>
              <a:spLocks/>
            </p:cNvSpPr>
            <p:nvPr userDrawn="1"/>
          </p:nvSpPr>
          <p:spPr bwMode="auto">
            <a:xfrm>
              <a:off x="6384489" y="4647343"/>
              <a:ext cx="162232" cy="497129"/>
            </a:xfrm>
            <a:custGeom>
              <a:avLst/>
              <a:gdLst>
                <a:gd name="T0" fmla="*/ 119 w 171"/>
                <a:gd name="T1" fmla="*/ 0 h 524"/>
                <a:gd name="T2" fmla="*/ 136 w 171"/>
                <a:gd name="T3" fmla="*/ 0 h 524"/>
                <a:gd name="T4" fmla="*/ 154 w 171"/>
                <a:gd name="T5" fmla="*/ 9 h 524"/>
                <a:gd name="T6" fmla="*/ 166 w 171"/>
                <a:gd name="T7" fmla="*/ 21 h 524"/>
                <a:gd name="T8" fmla="*/ 171 w 171"/>
                <a:gd name="T9" fmla="*/ 37 h 524"/>
                <a:gd name="T10" fmla="*/ 171 w 171"/>
                <a:gd name="T11" fmla="*/ 56 h 524"/>
                <a:gd name="T12" fmla="*/ 91 w 171"/>
                <a:gd name="T13" fmla="*/ 489 h 524"/>
                <a:gd name="T14" fmla="*/ 84 w 171"/>
                <a:gd name="T15" fmla="*/ 506 h 524"/>
                <a:gd name="T16" fmla="*/ 70 w 171"/>
                <a:gd name="T17" fmla="*/ 517 h 524"/>
                <a:gd name="T18" fmla="*/ 54 w 171"/>
                <a:gd name="T19" fmla="*/ 524 h 524"/>
                <a:gd name="T20" fmla="*/ 37 w 171"/>
                <a:gd name="T21" fmla="*/ 524 h 524"/>
                <a:gd name="T22" fmla="*/ 19 w 171"/>
                <a:gd name="T23" fmla="*/ 517 h 524"/>
                <a:gd name="T24" fmla="*/ 7 w 171"/>
                <a:gd name="T25" fmla="*/ 503 h 524"/>
                <a:gd name="T26" fmla="*/ 0 w 171"/>
                <a:gd name="T27" fmla="*/ 487 h 524"/>
                <a:gd name="T28" fmla="*/ 2 w 171"/>
                <a:gd name="T29" fmla="*/ 468 h 524"/>
                <a:gd name="T30" fmla="*/ 82 w 171"/>
                <a:gd name="T31" fmla="*/ 35 h 524"/>
                <a:gd name="T32" fmla="*/ 89 w 171"/>
                <a:gd name="T33" fmla="*/ 19 h 524"/>
                <a:gd name="T34" fmla="*/ 101 w 171"/>
                <a:gd name="T35" fmla="*/ 7 h 524"/>
                <a:gd name="T36" fmla="*/ 119 w 171"/>
                <a:gd name="T37" fmla="*/ 0 h 5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71" h="524">
                  <a:moveTo>
                    <a:pt x="119" y="0"/>
                  </a:moveTo>
                  <a:lnTo>
                    <a:pt x="136" y="0"/>
                  </a:lnTo>
                  <a:lnTo>
                    <a:pt x="154" y="9"/>
                  </a:lnTo>
                  <a:lnTo>
                    <a:pt x="166" y="21"/>
                  </a:lnTo>
                  <a:lnTo>
                    <a:pt x="171" y="37"/>
                  </a:lnTo>
                  <a:lnTo>
                    <a:pt x="171" y="56"/>
                  </a:lnTo>
                  <a:lnTo>
                    <a:pt x="91" y="489"/>
                  </a:lnTo>
                  <a:lnTo>
                    <a:pt x="84" y="506"/>
                  </a:lnTo>
                  <a:lnTo>
                    <a:pt x="70" y="517"/>
                  </a:lnTo>
                  <a:lnTo>
                    <a:pt x="54" y="524"/>
                  </a:lnTo>
                  <a:lnTo>
                    <a:pt x="37" y="524"/>
                  </a:lnTo>
                  <a:lnTo>
                    <a:pt x="19" y="517"/>
                  </a:lnTo>
                  <a:lnTo>
                    <a:pt x="7" y="503"/>
                  </a:lnTo>
                  <a:lnTo>
                    <a:pt x="0" y="487"/>
                  </a:lnTo>
                  <a:lnTo>
                    <a:pt x="2" y="468"/>
                  </a:lnTo>
                  <a:lnTo>
                    <a:pt x="82" y="35"/>
                  </a:lnTo>
                  <a:lnTo>
                    <a:pt x="89" y="19"/>
                  </a:lnTo>
                  <a:lnTo>
                    <a:pt x="101" y="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5" name="Freeform 20"/>
            <p:cNvSpPr>
              <a:spLocks/>
            </p:cNvSpPr>
            <p:nvPr userDrawn="1"/>
          </p:nvSpPr>
          <p:spPr bwMode="auto">
            <a:xfrm>
              <a:off x="6733618" y="4625522"/>
              <a:ext cx="241924" cy="568283"/>
            </a:xfrm>
            <a:custGeom>
              <a:avLst/>
              <a:gdLst>
                <a:gd name="T0" fmla="*/ 206 w 255"/>
                <a:gd name="T1" fmla="*/ 0 h 599"/>
                <a:gd name="T2" fmla="*/ 226 w 255"/>
                <a:gd name="T3" fmla="*/ 4 h 599"/>
                <a:gd name="T4" fmla="*/ 241 w 255"/>
                <a:gd name="T5" fmla="*/ 13 h 599"/>
                <a:gd name="T6" fmla="*/ 252 w 255"/>
                <a:gd name="T7" fmla="*/ 27 h 599"/>
                <a:gd name="T8" fmla="*/ 255 w 255"/>
                <a:gd name="T9" fmla="*/ 44 h 599"/>
                <a:gd name="T10" fmla="*/ 254 w 255"/>
                <a:gd name="T11" fmla="*/ 62 h 599"/>
                <a:gd name="T12" fmla="*/ 90 w 255"/>
                <a:gd name="T13" fmla="*/ 569 h 599"/>
                <a:gd name="T14" fmla="*/ 81 w 255"/>
                <a:gd name="T15" fmla="*/ 585 h 599"/>
                <a:gd name="T16" fmla="*/ 65 w 255"/>
                <a:gd name="T17" fmla="*/ 596 h 599"/>
                <a:gd name="T18" fmla="*/ 49 w 255"/>
                <a:gd name="T19" fmla="*/ 599 h 599"/>
                <a:gd name="T20" fmla="*/ 30 w 255"/>
                <a:gd name="T21" fmla="*/ 597 h 599"/>
                <a:gd name="T22" fmla="*/ 14 w 255"/>
                <a:gd name="T23" fmla="*/ 587 h 599"/>
                <a:gd name="T24" fmla="*/ 4 w 255"/>
                <a:gd name="T25" fmla="*/ 573 h 599"/>
                <a:gd name="T26" fmla="*/ 0 w 255"/>
                <a:gd name="T27" fmla="*/ 556 h 599"/>
                <a:gd name="T28" fmla="*/ 2 w 255"/>
                <a:gd name="T29" fmla="*/ 538 h 599"/>
                <a:gd name="T30" fmla="*/ 166 w 255"/>
                <a:gd name="T31" fmla="*/ 30 h 599"/>
                <a:gd name="T32" fmla="*/ 175 w 255"/>
                <a:gd name="T33" fmla="*/ 16 h 599"/>
                <a:gd name="T34" fmla="*/ 191 w 255"/>
                <a:gd name="T35" fmla="*/ 6 h 599"/>
                <a:gd name="T36" fmla="*/ 206 w 255"/>
                <a:gd name="T37" fmla="*/ 0 h 5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5" h="599">
                  <a:moveTo>
                    <a:pt x="206" y="0"/>
                  </a:moveTo>
                  <a:lnTo>
                    <a:pt x="226" y="4"/>
                  </a:lnTo>
                  <a:lnTo>
                    <a:pt x="241" y="13"/>
                  </a:lnTo>
                  <a:lnTo>
                    <a:pt x="252" y="27"/>
                  </a:lnTo>
                  <a:lnTo>
                    <a:pt x="255" y="44"/>
                  </a:lnTo>
                  <a:lnTo>
                    <a:pt x="254" y="62"/>
                  </a:lnTo>
                  <a:lnTo>
                    <a:pt x="90" y="569"/>
                  </a:lnTo>
                  <a:lnTo>
                    <a:pt x="81" y="585"/>
                  </a:lnTo>
                  <a:lnTo>
                    <a:pt x="65" y="596"/>
                  </a:lnTo>
                  <a:lnTo>
                    <a:pt x="49" y="599"/>
                  </a:lnTo>
                  <a:lnTo>
                    <a:pt x="30" y="597"/>
                  </a:lnTo>
                  <a:lnTo>
                    <a:pt x="14" y="587"/>
                  </a:lnTo>
                  <a:lnTo>
                    <a:pt x="4" y="573"/>
                  </a:lnTo>
                  <a:lnTo>
                    <a:pt x="0" y="556"/>
                  </a:lnTo>
                  <a:lnTo>
                    <a:pt x="2" y="538"/>
                  </a:lnTo>
                  <a:lnTo>
                    <a:pt x="166" y="30"/>
                  </a:lnTo>
                  <a:lnTo>
                    <a:pt x="175" y="16"/>
                  </a:lnTo>
                  <a:lnTo>
                    <a:pt x="191" y="6"/>
                  </a:lnTo>
                  <a:lnTo>
                    <a:pt x="206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6" name="Freeform 21"/>
            <p:cNvSpPr>
              <a:spLocks/>
            </p:cNvSpPr>
            <p:nvPr userDrawn="1"/>
          </p:nvSpPr>
          <p:spPr bwMode="auto">
            <a:xfrm>
              <a:off x="7077055" y="4665368"/>
              <a:ext cx="333950" cy="621412"/>
            </a:xfrm>
            <a:custGeom>
              <a:avLst/>
              <a:gdLst>
                <a:gd name="T0" fmla="*/ 309 w 352"/>
                <a:gd name="T1" fmla="*/ 0 h 655"/>
                <a:gd name="T2" fmla="*/ 326 w 352"/>
                <a:gd name="T3" fmla="*/ 6 h 655"/>
                <a:gd name="T4" fmla="*/ 342 w 352"/>
                <a:gd name="T5" fmla="*/ 18 h 655"/>
                <a:gd name="T6" fmla="*/ 349 w 352"/>
                <a:gd name="T7" fmla="*/ 32 h 655"/>
                <a:gd name="T8" fmla="*/ 352 w 352"/>
                <a:gd name="T9" fmla="*/ 49 h 655"/>
                <a:gd name="T10" fmla="*/ 347 w 352"/>
                <a:gd name="T11" fmla="*/ 68 h 655"/>
                <a:gd name="T12" fmla="*/ 87 w 352"/>
                <a:gd name="T13" fmla="*/ 630 h 655"/>
                <a:gd name="T14" fmla="*/ 77 w 352"/>
                <a:gd name="T15" fmla="*/ 644 h 655"/>
                <a:gd name="T16" fmla="*/ 61 w 352"/>
                <a:gd name="T17" fmla="*/ 653 h 655"/>
                <a:gd name="T18" fmla="*/ 43 w 352"/>
                <a:gd name="T19" fmla="*/ 655 h 655"/>
                <a:gd name="T20" fmla="*/ 26 w 352"/>
                <a:gd name="T21" fmla="*/ 650 h 655"/>
                <a:gd name="T22" fmla="*/ 10 w 352"/>
                <a:gd name="T23" fmla="*/ 639 h 655"/>
                <a:gd name="T24" fmla="*/ 3 w 352"/>
                <a:gd name="T25" fmla="*/ 623 h 655"/>
                <a:gd name="T26" fmla="*/ 0 w 352"/>
                <a:gd name="T27" fmla="*/ 606 h 655"/>
                <a:gd name="T28" fmla="*/ 5 w 352"/>
                <a:gd name="T29" fmla="*/ 589 h 655"/>
                <a:gd name="T30" fmla="*/ 265 w 352"/>
                <a:gd name="T31" fmla="*/ 27 h 655"/>
                <a:gd name="T32" fmla="*/ 276 w 352"/>
                <a:gd name="T33" fmla="*/ 11 h 655"/>
                <a:gd name="T34" fmla="*/ 291 w 352"/>
                <a:gd name="T35" fmla="*/ 4 h 655"/>
                <a:gd name="T36" fmla="*/ 309 w 352"/>
                <a:gd name="T37" fmla="*/ 0 h 6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52" h="655">
                  <a:moveTo>
                    <a:pt x="309" y="0"/>
                  </a:moveTo>
                  <a:lnTo>
                    <a:pt x="326" y="6"/>
                  </a:lnTo>
                  <a:lnTo>
                    <a:pt x="342" y="18"/>
                  </a:lnTo>
                  <a:lnTo>
                    <a:pt x="349" y="32"/>
                  </a:lnTo>
                  <a:lnTo>
                    <a:pt x="352" y="49"/>
                  </a:lnTo>
                  <a:lnTo>
                    <a:pt x="347" y="68"/>
                  </a:lnTo>
                  <a:lnTo>
                    <a:pt x="87" y="630"/>
                  </a:lnTo>
                  <a:lnTo>
                    <a:pt x="77" y="644"/>
                  </a:lnTo>
                  <a:lnTo>
                    <a:pt x="61" y="653"/>
                  </a:lnTo>
                  <a:lnTo>
                    <a:pt x="43" y="655"/>
                  </a:lnTo>
                  <a:lnTo>
                    <a:pt x="26" y="650"/>
                  </a:lnTo>
                  <a:lnTo>
                    <a:pt x="10" y="639"/>
                  </a:lnTo>
                  <a:lnTo>
                    <a:pt x="3" y="623"/>
                  </a:lnTo>
                  <a:lnTo>
                    <a:pt x="0" y="606"/>
                  </a:lnTo>
                  <a:lnTo>
                    <a:pt x="5" y="589"/>
                  </a:lnTo>
                  <a:lnTo>
                    <a:pt x="265" y="27"/>
                  </a:lnTo>
                  <a:lnTo>
                    <a:pt x="276" y="11"/>
                  </a:lnTo>
                  <a:lnTo>
                    <a:pt x="291" y="4"/>
                  </a:lnTo>
                  <a:lnTo>
                    <a:pt x="309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7" name="Freeform 22"/>
            <p:cNvSpPr>
              <a:spLocks/>
            </p:cNvSpPr>
            <p:nvPr userDrawn="1"/>
          </p:nvSpPr>
          <p:spPr bwMode="auto">
            <a:xfrm>
              <a:off x="7414800" y="4764984"/>
              <a:ext cx="430719" cy="659361"/>
            </a:xfrm>
            <a:custGeom>
              <a:avLst/>
              <a:gdLst>
                <a:gd name="T0" fmla="*/ 417 w 454"/>
                <a:gd name="T1" fmla="*/ 0 h 695"/>
                <a:gd name="T2" fmla="*/ 433 w 454"/>
                <a:gd name="T3" fmla="*/ 7 h 695"/>
                <a:gd name="T4" fmla="*/ 447 w 454"/>
                <a:gd name="T5" fmla="*/ 21 h 695"/>
                <a:gd name="T6" fmla="*/ 454 w 454"/>
                <a:gd name="T7" fmla="*/ 37 h 695"/>
                <a:gd name="T8" fmla="*/ 454 w 454"/>
                <a:gd name="T9" fmla="*/ 54 h 695"/>
                <a:gd name="T10" fmla="*/ 447 w 454"/>
                <a:gd name="T11" fmla="*/ 72 h 695"/>
                <a:gd name="T12" fmla="*/ 84 w 454"/>
                <a:gd name="T13" fmla="*/ 676 h 695"/>
                <a:gd name="T14" fmla="*/ 70 w 454"/>
                <a:gd name="T15" fmla="*/ 688 h 695"/>
                <a:gd name="T16" fmla="*/ 54 w 454"/>
                <a:gd name="T17" fmla="*/ 695 h 695"/>
                <a:gd name="T18" fmla="*/ 37 w 454"/>
                <a:gd name="T19" fmla="*/ 695 h 695"/>
                <a:gd name="T20" fmla="*/ 19 w 454"/>
                <a:gd name="T21" fmla="*/ 688 h 695"/>
                <a:gd name="T22" fmla="*/ 7 w 454"/>
                <a:gd name="T23" fmla="*/ 676 h 695"/>
                <a:gd name="T24" fmla="*/ 0 w 454"/>
                <a:gd name="T25" fmla="*/ 660 h 695"/>
                <a:gd name="T26" fmla="*/ 0 w 454"/>
                <a:gd name="T27" fmla="*/ 642 h 695"/>
                <a:gd name="T28" fmla="*/ 7 w 454"/>
                <a:gd name="T29" fmla="*/ 625 h 695"/>
                <a:gd name="T30" fmla="*/ 370 w 454"/>
                <a:gd name="T31" fmla="*/ 21 h 695"/>
                <a:gd name="T32" fmla="*/ 382 w 454"/>
                <a:gd name="T33" fmla="*/ 7 h 695"/>
                <a:gd name="T34" fmla="*/ 400 w 454"/>
                <a:gd name="T35" fmla="*/ 0 h 695"/>
                <a:gd name="T36" fmla="*/ 417 w 454"/>
                <a:gd name="T37" fmla="*/ 0 h 6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454" h="695">
                  <a:moveTo>
                    <a:pt x="417" y="0"/>
                  </a:moveTo>
                  <a:lnTo>
                    <a:pt x="433" y="7"/>
                  </a:lnTo>
                  <a:lnTo>
                    <a:pt x="447" y="21"/>
                  </a:lnTo>
                  <a:lnTo>
                    <a:pt x="454" y="37"/>
                  </a:lnTo>
                  <a:lnTo>
                    <a:pt x="454" y="54"/>
                  </a:lnTo>
                  <a:lnTo>
                    <a:pt x="447" y="72"/>
                  </a:lnTo>
                  <a:lnTo>
                    <a:pt x="84" y="676"/>
                  </a:lnTo>
                  <a:lnTo>
                    <a:pt x="70" y="688"/>
                  </a:lnTo>
                  <a:lnTo>
                    <a:pt x="54" y="695"/>
                  </a:lnTo>
                  <a:lnTo>
                    <a:pt x="37" y="695"/>
                  </a:lnTo>
                  <a:lnTo>
                    <a:pt x="19" y="688"/>
                  </a:lnTo>
                  <a:lnTo>
                    <a:pt x="7" y="676"/>
                  </a:lnTo>
                  <a:lnTo>
                    <a:pt x="0" y="660"/>
                  </a:lnTo>
                  <a:lnTo>
                    <a:pt x="0" y="642"/>
                  </a:lnTo>
                  <a:lnTo>
                    <a:pt x="7" y="625"/>
                  </a:lnTo>
                  <a:lnTo>
                    <a:pt x="370" y="21"/>
                  </a:lnTo>
                  <a:lnTo>
                    <a:pt x="382" y="7"/>
                  </a:lnTo>
                  <a:lnTo>
                    <a:pt x="400" y="0"/>
                  </a:lnTo>
                  <a:lnTo>
                    <a:pt x="417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8" name="Freeform 23"/>
            <p:cNvSpPr>
              <a:spLocks/>
            </p:cNvSpPr>
            <p:nvPr userDrawn="1"/>
          </p:nvSpPr>
          <p:spPr bwMode="auto">
            <a:xfrm>
              <a:off x="7730724" y="4924369"/>
              <a:ext cx="543617" cy="680232"/>
            </a:xfrm>
            <a:custGeom>
              <a:avLst/>
              <a:gdLst>
                <a:gd name="T0" fmla="*/ 522 w 573"/>
                <a:gd name="T1" fmla="*/ 0 h 717"/>
                <a:gd name="T2" fmla="*/ 540 w 573"/>
                <a:gd name="T3" fmla="*/ 1 h 717"/>
                <a:gd name="T4" fmla="*/ 557 w 573"/>
                <a:gd name="T5" fmla="*/ 10 h 717"/>
                <a:gd name="T6" fmla="*/ 568 w 573"/>
                <a:gd name="T7" fmla="*/ 24 h 717"/>
                <a:gd name="T8" fmla="*/ 573 w 573"/>
                <a:gd name="T9" fmla="*/ 40 h 717"/>
                <a:gd name="T10" fmla="*/ 571 w 573"/>
                <a:gd name="T11" fmla="*/ 57 h 717"/>
                <a:gd name="T12" fmla="*/ 562 w 573"/>
                <a:gd name="T13" fmla="*/ 75 h 717"/>
                <a:gd name="T14" fmla="*/ 81 w 573"/>
                <a:gd name="T15" fmla="*/ 700 h 717"/>
                <a:gd name="T16" fmla="*/ 67 w 573"/>
                <a:gd name="T17" fmla="*/ 712 h 717"/>
                <a:gd name="T18" fmla="*/ 51 w 573"/>
                <a:gd name="T19" fmla="*/ 717 h 717"/>
                <a:gd name="T20" fmla="*/ 32 w 573"/>
                <a:gd name="T21" fmla="*/ 715 h 717"/>
                <a:gd name="T22" fmla="*/ 16 w 573"/>
                <a:gd name="T23" fmla="*/ 707 h 717"/>
                <a:gd name="T24" fmla="*/ 5 w 573"/>
                <a:gd name="T25" fmla="*/ 693 h 717"/>
                <a:gd name="T26" fmla="*/ 0 w 573"/>
                <a:gd name="T27" fmla="*/ 675 h 717"/>
                <a:gd name="T28" fmla="*/ 2 w 573"/>
                <a:gd name="T29" fmla="*/ 658 h 717"/>
                <a:gd name="T30" fmla="*/ 11 w 573"/>
                <a:gd name="T31" fmla="*/ 642 h 717"/>
                <a:gd name="T32" fmla="*/ 491 w 573"/>
                <a:gd name="T33" fmla="*/ 15 h 717"/>
                <a:gd name="T34" fmla="*/ 506 w 573"/>
                <a:gd name="T35" fmla="*/ 3 h 717"/>
                <a:gd name="T36" fmla="*/ 522 w 573"/>
                <a:gd name="T37" fmla="*/ 0 h 7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73" h="717">
                  <a:moveTo>
                    <a:pt x="522" y="0"/>
                  </a:moveTo>
                  <a:lnTo>
                    <a:pt x="540" y="1"/>
                  </a:lnTo>
                  <a:lnTo>
                    <a:pt x="557" y="10"/>
                  </a:lnTo>
                  <a:lnTo>
                    <a:pt x="568" y="24"/>
                  </a:lnTo>
                  <a:lnTo>
                    <a:pt x="573" y="40"/>
                  </a:lnTo>
                  <a:lnTo>
                    <a:pt x="571" y="57"/>
                  </a:lnTo>
                  <a:lnTo>
                    <a:pt x="562" y="75"/>
                  </a:lnTo>
                  <a:lnTo>
                    <a:pt x="81" y="700"/>
                  </a:lnTo>
                  <a:lnTo>
                    <a:pt x="67" y="712"/>
                  </a:lnTo>
                  <a:lnTo>
                    <a:pt x="51" y="717"/>
                  </a:lnTo>
                  <a:lnTo>
                    <a:pt x="32" y="715"/>
                  </a:lnTo>
                  <a:lnTo>
                    <a:pt x="16" y="707"/>
                  </a:lnTo>
                  <a:lnTo>
                    <a:pt x="5" y="693"/>
                  </a:lnTo>
                  <a:lnTo>
                    <a:pt x="0" y="675"/>
                  </a:lnTo>
                  <a:lnTo>
                    <a:pt x="2" y="658"/>
                  </a:lnTo>
                  <a:lnTo>
                    <a:pt x="11" y="642"/>
                  </a:lnTo>
                  <a:lnTo>
                    <a:pt x="491" y="15"/>
                  </a:lnTo>
                  <a:lnTo>
                    <a:pt x="506" y="3"/>
                  </a:lnTo>
                  <a:lnTo>
                    <a:pt x="522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sp>
        <p:nvSpPr>
          <p:cNvPr id="30" name="Text Placeholder 29"/>
          <p:cNvSpPr>
            <a:spLocks noGrp="1"/>
          </p:cNvSpPr>
          <p:nvPr>
            <p:ph type="body" sz="quarter" idx="13" hasCustomPrompt="1"/>
          </p:nvPr>
        </p:nvSpPr>
        <p:spPr>
          <a:xfrm>
            <a:off x="323135" y="1846263"/>
            <a:ext cx="8441453" cy="1241425"/>
          </a:xfrm>
        </p:spPr>
        <p:txBody>
          <a:bodyPr anchor="ctr" anchorCtr="0">
            <a:normAutofit/>
          </a:bodyPr>
          <a:lstStyle>
            <a:lvl1pPr marL="0" indent="0"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409891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10000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6728BC2-ACA3-447C-A909-F3F49211C0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0702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0010" y="1481446"/>
            <a:ext cx="4009110" cy="4525963"/>
          </a:xfrm>
        </p:spPr>
        <p:txBody>
          <a:bodyPr/>
          <a:lstStyle>
            <a:lvl1pPr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6728BC2-ACA3-447C-A909-F3F49211C0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4644440" y="1481446"/>
            <a:ext cx="4009110" cy="4525963"/>
          </a:xfrm>
        </p:spPr>
        <p:txBody>
          <a:bodyPr/>
          <a:lstStyle>
            <a:lvl1pPr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2272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6728BC2-ACA3-447C-A909-F3F49211C0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5"/>
          <p:cNvSpPr>
            <a:spLocks noGrp="1"/>
          </p:cNvSpPr>
          <p:nvPr>
            <p:ph sz="quarter" idx="16" hasCustomPrompt="1"/>
          </p:nvPr>
        </p:nvSpPr>
        <p:spPr>
          <a:xfrm>
            <a:off x="4708408" y="1538839"/>
            <a:ext cx="4107743" cy="2416827"/>
          </a:xfrm>
        </p:spPr>
        <p:txBody>
          <a:bodyPr/>
          <a:lstStyle>
            <a:lvl1pPr marL="176213" indent="-176213" algn="l">
              <a:buClr>
                <a:schemeClr val="accent1"/>
              </a:buClr>
              <a:defRPr sz="2000"/>
            </a:lvl1pPr>
            <a:lvl2pPr marL="396875" indent="-223838" algn="l" defTabSz="452438">
              <a:defRPr sz="1800"/>
            </a:lvl2pPr>
            <a:lvl3pPr algn="l">
              <a:defRPr sz="1600"/>
            </a:lvl3pPr>
            <a:lvl4pPr algn="l">
              <a:defRPr sz="1400"/>
            </a:lvl4pPr>
            <a:lvl5pPr algn="l"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7"/>
          </p:nvPr>
        </p:nvSpPr>
        <p:spPr>
          <a:xfrm>
            <a:off x="351116" y="1540358"/>
            <a:ext cx="4113904" cy="2415307"/>
          </a:xfrm>
        </p:spPr>
        <p:txBody>
          <a:bodyPr/>
          <a:lstStyle>
            <a:lvl1pPr marL="176213" indent="-176213" algn="l">
              <a:buClr>
                <a:schemeClr val="accent1"/>
              </a:buClr>
              <a:buFont typeface="Arial" panose="020B0604020202020204" pitchFamily="34" charset="0"/>
              <a:buChar char="•"/>
              <a:defRPr sz="2000"/>
            </a:lvl1pPr>
            <a:lvl2pPr marL="396875" indent="-223838" algn="l" defTabSz="452438">
              <a:buClr>
                <a:schemeClr val="accent1"/>
              </a:buClr>
              <a:defRPr sz="1800"/>
            </a:lvl2pPr>
            <a:lvl3pPr algn="l">
              <a:defRPr sz="1600"/>
            </a:lvl3pPr>
            <a:lvl4pPr algn="l">
              <a:defRPr sz="1400"/>
            </a:lvl4pPr>
            <a:lvl5pPr algn="l"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" name="Content Placeholder 5"/>
          <p:cNvSpPr>
            <a:spLocks noGrp="1"/>
          </p:cNvSpPr>
          <p:nvPr>
            <p:ph sz="quarter" idx="18" hasCustomPrompt="1"/>
          </p:nvPr>
        </p:nvSpPr>
        <p:spPr>
          <a:xfrm>
            <a:off x="4708408" y="4099159"/>
            <a:ext cx="4107743" cy="2416827"/>
          </a:xfrm>
        </p:spPr>
        <p:txBody>
          <a:bodyPr/>
          <a:lstStyle>
            <a:lvl1pPr marL="176213" indent="-176213" algn="l">
              <a:buClr>
                <a:schemeClr val="accent1"/>
              </a:buClr>
              <a:defRPr sz="2000"/>
            </a:lvl1pPr>
            <a:lvl2pPr marL="396875" indent="-223838" algn="l" defTabSz="452438">
              <a:defRPr sz="1800"/>
            </a:lvl2pPr>
            <a:lvl3pPr algn="l">
              <a:defRPr sz="1600"/>
            </a:lvl3pPr>
            <a:lvl4pPr algn="l">
              <a:defRPr sz="1400"/>
            </a:lvl4pPr>
            <a:lvl5pPr algn="l"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9"/>
          </p:nvPr>
        </p:nvSpPr>
        <p:spPr>
          <a:xfrm>
            <a:off x="351116" y="4100678"/>
            <a:ext cx="4113904" cy="2415307"/>
          </a:xfrm>
        </p:spPr>
        <p:txBody>
          <a:bodyPr/>
          <a:lstStyle>
            <a:lvl1pPr marL="176213" indent="-176213" algn="l">
              <a:buClr>
                <a:schemeClr val="accent1"/>
              </a:buClr>
              <a:buFont typeface="Arial" panose="020B0604020202020204" pitchFamily="34" charset="0"/>
              <a:buChar char="•"/>
              <a:defRPr sz="2000"/>
            </a:lvl1pPr>
            <a:lvl2pPr marL="396875" indent="-223838" algn="l" defTabSz="452438">
              <a:buClr>
                <a:schemeClr val="accent1"/>
              </a:buClr>
              <a:defRPr sz="1800"/>
            </a:lvl2pPr>
            <a:lvl3pPr algn="l">
              <a:defRPr sz="1600"/>
            </a:lvl3pPr>
            <a:lvl4pPr algn="l">
              <a:defRPr sz="1400"/>
            </a:lvl4pPr>
            <a:lvl5pPr algn="l"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352677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557" b="649"/>
          <a:stretch/>
        </p:blipFill>
        <p:spPr>
          <a:xfrm>
            <a:off x="-1" y="6259484"/>
            <a:ext cx="9144002" cy="598516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6728BC2-ACA3-447C-A909-F3F49211C0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6" name="Content Placeholder 45"/>
          <p:cNvSpPr>
            <a:spLocks noGrp="1"/>
          </p:cNvSpPr>
          <p:nvPr>
            <p:ph sz="quarter" idx="13"/>
          </p:nvPr>
        </p:nvSpPr>
        <p:spPr>
          <a:xfrm>
            <a:off x="157163" y="133350"/>
            <a:ext cx="8826500" cy="59515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26810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9144000" cy="1219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6728BC2-ACA3-447C-A909-F3F49211C066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" name="Group 6"/>
          <p:cNvGrpSpPr/>
          <p:nvPr userDrawn="1"/>
        </p:nvGrpSpPr>
        <p:grpSpPr>
          <a:xfrm>
            <a:off x="7264458" y="365740"/>
            <a:ext cx="1553307" cy="487719"/>
            <a:chOff x="7264458" y="365740"/>
            <a:chExt cx="1553307" cy="487719"/>
          </a:xfrm>
        </p:grpSpPr>
        <p:sp>
          <p:nvSpPr>
            <p:cNvPr id="8" name="Freeform 6"/>
            <p:cNvSpPr>
              <a:spLocks noEditPoints="1"/>
            </p:cNvSpPr>
            <p:nvPr userDrawn="1"/>
          </p:nvSpPr>
          <p:spPr bwMode="auto">
            <a:xfrm>
              <a:off x="7264458" y="705011"/>
              <a:ext cx="148988" cy="144669"/>
            </a:xfrm>
            <a:custGeom>
              <a:avLst/>
              <a:gdLst>
                <a:gd name="T0" fmla="*/ 98 w 552"/>
                <a:gd name="T1" fmla="*/ 79 h 536"/>
                <a:gd name="T2" fmla="*/ 98 w 552"/>
                <a:gd name="T3" fmla="*/ 241 h 536"/>
                <a:gd name="T4" fmla="*/ 307 w 552"/>
                <a:gd name="T5" fmla="*/ 241 h 536"/>
                <a:gd name="T6" fmla="*/ 342 w 552"/>
                <a:gd name="T7" fmla="*/ 241 h 536"/>
                <a:gd name="T8" fmla="*/ 374 w 552"/>
                <a:gd name="T9" fmla="*/ 238 h 536"/>
                <a:gd name="T10" fmla="*/ 398 w 552"/>
                <a:gd name="T11" fmla="*/ 231 h 536"/>
                <a:gd name="T12" fmla="*/ 417 w 552"/>
                <a:gd name="T13" fmla="*/ 222 h 536"/>
                <a:gd name="T14" fmla="*/ 431 w 552"/>
                <a:gd name="T15" fmla="*/ 206 h 536"/>
                <a:gd name="T16" fmla="*/ 440 w 552"/>
                <a:gd name="T17" fmla="*/ 187 h 536"/>
                <a:gd name="T18" fmla="*/ 443 w 552"/>
                <a:gd name="T19" fmla="*/ 161 h 536"/>
                <a:gd name="T20" fmla="*/ 440 w 552"/>
                <a:gd name="T21" fmla="*/ 135 h 536"/>
                <a:gd name="T22" fmla="*/ 431 w 552"/>
                <a:gd name="T23" fmla="*/ 114 h 536"/>
                <a:gd name="T24" fmla="*/ 417 w 552"/>
                <a:gd name="T25" fmla="*/ 100 h 536"/>
                <a:gd name="T26" fmla="*/ 398 w 552"/>
                <a:gd name="T27" fmla="*/ 89 h 536"/>
                <a:gd name="T28" fmla="*/ 374 w 552"/>
                <a:gd name="T29" fmla="*/ 84 h 536"/>
                <a:gd name="T30" fmla="*/ 342 w 552"/>
                <a:gd name="T31" fmla="*/ 80 h 536"/>
                <a:gd name="T32" fmla="*/ 307 w 552"/>
                <a:gd name="T33" fmla="*/ 79 h 536"/>
                <a:gd name="T34" fmla="*/ 98 w 552"/>
                <a:gd name="T35" fmla="*/ 79 h 536"/>
                <a:gd name="T36" fmla="*/ 0 w 552"/>
                <a:gd name="T37" fmla="*/ 0 h 536"/>
                <a:gd name="T38" fmla="*/ 323 w 552"/>
                <a:gd name="T39" fmla="*/ 0 h 536"/>
                <a:gd name="T40" fmla="*/ 377 w 552"/>
                <a:gd name="T41" fmla="*/ 2 h 536"/>
                <a:gd name="T42" fmla="*/ 422 w 552"/>
                <a:gd name="T43" fmla="*/ 9 h 536"/>
                <a:gd name="T44" fmla="*/ 461 w 552"/>
                <a:gd name="T45" fmla="*/ 19 h 536"/>
                <a:gd name="T46" fmla="*/ 490 w 552"/>
                <a:gd name="T47" fmla="*/ 37 h 536"/>
                <a:gd name="T48" fmla="*/ 513 w 552"/>
                <a:gd name="T49" fmla="*/ 58 h 536"/>
                <a:gd name="T50" fmla="*/ 529 w 552"/>
                <a:gd name="T51" fmla="*/ 86 h 536"/>
                <a:gd name="T52" fmla="*/ 538 w 552"/>
                <a:gd name="T53" fmla="*/ 119 h 536"/>
                <a:gd name="T54" fmla="*/ 541 w 552"/>
                <a:gd name="T55" fmla="*/ 157 h 536"/>
                <a:gd name="T56" fmla="*/ 538 w 552"/>
                <a:gd name="T57" fmla="*/ 194 h 536"/>
                <a:gd name="T58" fmla="*/ 529 w 552"/>
                <a:gd name="T59" fmla="*/ 225 h 536"/>
                <a:gd name="T60" fmla="*/ 513 w 552"/>
                <a:gd name="T61" fmla="*/ 252 h 536"/>
                <a:gd name="T62" fmla="*/ 494 w 552"/>
                <a:gd name="T63" fmla="*/ 272 h 536"/>
                <a:gd name="T64" fmla="*/ 473 w 552"/>
                <a:gd name="T65" fmla="*/ 290 h 536"/>
                <a:gd name="T66" fmla="*/ 447 w 552"/>
                <a:gd name="T67" fmla="*/ 302 h 536"/>
                <a:gd name="T68" fmla="*/ 421 w 552"/>
                <a:gd name="T69" fmla="*/ 311 h 536"/>
                <a:gd name="T70" fmla="*/ 393 w 552"/>
                <a:gd name="T71" fmla="*/ 314 h 536"/>
                <a:gd name="T72" fmla="*/ 384 w 552"/>
                <a:gd name="T73" fmla="*/ 314 h 536"/>
                <a:gd name="T74" fmla="*/ 552 w 552"/>
                <a:gd name="T75" fmla="*/ 536 h 536"/>
                <a:gd name="T76" fmla="*/ 431 w 552"/>
                <a:gd name="T77" fmla="*/ 536 h 536"/>
                <a:gd name="T78" fmla="*/ 274 w 552"/>
                <a:gd name="T79" fmla="*/ 323 h 536"/>
                <a:gd name="T80" fmla="*/ 274 w 552"/>
                <a:gd name="T81" fmla="*/ 321 h 536"/>
                <a:gd name="T82" fmla="*/ 98 w 552"/>
                <a:gd name="T83" fmla="*/ 321 h 536"/>
                <a:gd name="T84" fmla="*/ 98 w 552"/>
                <a:gd name="T85" fmla="*/ 536 h 536"/>
                <a:gd name="T86" fmla="*/ 0 w 552"/>
                <a:gd name="T87" fmla="*/ 536 h 536"/>
                <a:gd name="T88" fmla="*/ 0 w 552"/>
                <a:gd name="T89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2" h="536">
                  <a:moveTo>
                    <a:pt x="98" y="79"/>
                  </a:moveTo>
                  <a:lnTo>
                    <a:pt x="98" y="241"/>
                  </a:lnTo>
                  <a:lnTo>
                    <a:pt x="307" y="241"/>
                  </a:lnTo>
                  <a:lnTo>
                    <a:pt x="342" y="241"/>
                  </a:lnTo>
                  <a:lnTo>
                    <a:pt x="374" y="238"/>
                  </a:lnTo>
                  <a:lnTo>
                    <a:pt x="398" y="231"/>
                  </a:lnTo>
                  <a:lnTo>
                    <a:pt x="417" y="222"/>
                  </a:lnTo>
                  <a:lnTo>
                    <a:pt x="431" y="206"/>
                  </a:lnTo>
                  <a:lnTo>
                    <a:pt x="440" y="187"/>
                  </a:lnTo>
                  <a:lnTo>
                    <a:pt x="443" y="161"/>
                  </a:lnTo>
                  <a:lnTo>
                    <a:pt x="440" y="135"/>
                  </a:lnTo>
                  <a:lnTo>
                    <a:pt x="431" y="114"/>
                  </a:lnTo>
                  <a:lnTo>
                    <a:pt x="417" y="100"/>
                  </a:lnTo>
                  <a:lnTo>
                    <a:pt x="398" y="89"/>
                  </a:lnTo>
                  <a:lnTo>
                    <a:pt x="374" y="84"/>
                  </a:lnTo>
                  <a:lnTo>
                    <a:pt x="342" y="80"/>
                  </a:lnTo>
                  <a:lnTo>
                    <a:pt x="307" y="79"/>
                  </a:lnTo>
                  <a:lnTo>
                    <a:pt x="98" y="79"/>
                  </a:lnTo>
                  <a:close/>
                  <a:moveTo>
                    <a:pt x="0" y="0"/>
                  </a:moveTo>
                  <a:lnTo>
                    <a:pt x="323" y="0"/>
                  </a:lnTo>
                  <a:lnTo>
                    <a:pt x="377" y="2"/>
                  </a:lnTo>
                  <a:lnTo>
                    <a:pt x="422" y="9"/>
                  </a:lnTo>
                  <a:lnTo>
                    <a:pt x="461" y="19"/>
                  </a:lnTo>
                  <a:lnTo>
                    <a:pt x="490" y="37"/>
                  </a:lnTo>
                  <a:lnTo>
                    <a:pt x="513" y="58"/>
                  </a:lnTo>
                  <a:lnTo>
                    <a:pt x="529" y="86"/>
                  </a:lnTo>
                  <a:lnTo>
                    <a:pt x="538" y="119"/>
                  </a:lnTo>
                  <a:lnTo>
                    <a:pt x="541" y="157"/>
                  </a:lnTo>
                  <a:lnTo>
                    <a:pt x="538" y="194"/>
                  </a:lnTo>
                  <a:lnTo>
                    <a:pt x="529" y="225"/>
                  </a:lnTo>
                  <a:lnTo>
                    <a:pt x="513" y="252"/>
                  </a:lnTo>
                  <a:lnTo>
                    <a:pt x="494" y="272"/>
                  </a:lnTo>
                  <a:lnTo>
                    <a:pt x="473" y="290"/>
                  </a:lnTo>
                  <a:lnTo>
                    <a:pt x="447" y="302"/>
                  </a:lnTo>
                  <a:lnTo>
                    <a:pt x="421" y="311"/>
                  </a:lnTo>
                  <a:lnTo>
                    <a:pt x="393" y="314"/>
                  </a:lnTo>
                  <a:lnTo>
                    <a:pt x="384" y="314"/>
                  </a:lnTo>
                  <a:lnTo>
                    <a:pt x="552" y="536"/>
                  </a:lnTo>
                  <a:lnTo>
                    <a:pt x="431" y="536"/>
                  </a:lnTo>
                  <a:lnTo>
                    <a:pt x="274" y="323"/>
                  </a:lnTo>
                  <a:lnTo>
                    <a:pt x="274" y="321"/>
                  </a:lnTo>
                  <a:lnTo>
                    <a:pt x="98" y="321"/>
                  </a:lnTo>
                  <a:lnTo>
                    <a:pt x="98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9" name="Freeform 7"/>
            <p:cNvSpPr>
              <a:spLocks/>
            </p:cNvSpPr>
            <p:nvPr userDrawn="1"/>
          </p:nvSpPr>
          <p:spPr bwMode="auto">
            <a:xfrm>
              <a:off x="7450153" y="705011"/>
              <a:ext cx="131714" cy="144669"/>
            </a:xfrm>
            <a:custGeom>
              <a:avLst/>
              <a:gdLst>
                <a:gd name="T0" fmla="*/ 0 w 488"/>
                <a:gd name="T1" fmla="*/ 0 h 536"/>
                <a:gd name="T2" fmla="*/ 440 w 488"/>
                <a:gd name="T3" fmla="*/ 0 h 536"/>
                <a:gd name="T4" fmla="*/ 455 w 488"/>
                <a:gd name="T5" fmla="*/ 2 h 536"/>
                <a:gd name="T6" fmla="*/ 467 w 488"/>
                <a:gd name="T7" fmla="*/ 12 h 536"/>
                <a:gd name="T8" fmla="*/ 476 w 488"/>
                <a:gd name="T9" fmla="*/ 25 h 536"/>
                <a:gd name="T10" fmla="*/ 480 w 488"/>
                <a:gd name="T11" fmla="*/ 40 h 536"/>
                <a:gd name="T12" fmla="*/ 476 w 488"/>
                <a:gd name="T13" fmla="*/ 56 h 536"/>
                <a:gd name="T14" fmla="*/ 467 w 488"/>
                <a:gd name="T15" fmla="*/ 70 h 536"/>
                <a:gd name="T16" fmla="*/ 455 w 488"/>
                <a:gd name="T17" fmla="*/ 79 h 536"/>
                <a:gd name="T18" fmla="*/ 440 w 488"/>
                <a:gd name="T19" fmla="*/ 82 h 536"/>
                <a:gd name="T20" fmla="*/ 97 w 488"/>
                <a:gd name="T21" fmla="*/ 82 h 536"/>
                <a:gd name="T22" fmla="*/ 97 w 488"/>
                <a:gd name="T23" fmla="*/ 218 h 536"/>
                <a:gd name="T24" fmla="*/ 354 w 488"/>
                <a:gd name="T25" fmla="*/ 218 h 536"/>
                <a:gd name="T26" fmla="*/ 370 w 488"/>
                <a:gd name="T27" fmla="*/ 222 h 536"/>
                <a:gd name="T28" fmla="*/ 384 w 488"/>
                <a:gd name="T29" fmla="*/ 231 h 536"/>
                <a:gd name="T30" fmla="*/ 392 w 488"/>
                <a:gd name="T31" fmla="*/ 243 h 536"/>
                <a:gd name="T32" fmla="*/ 396 w 488"/>
                <a:gd name="T33" fmla="*/ 259 h 536"/>
                <a:gd name="T34" fmla="*/ 392 w 488"/>
                <a:gd name="T35" fmla="*/ 276 h 536"/>
                <a:gd name="T36" fmla="*/ 384 w 488"/>
                <a:gd name="T37" fmla="*/ 288 h 536"/>
                <a:gd name="T38" fmla="*/ 370 w 488"/>
                <a:gd name="T39" fmla="*/ 297 h 536"/>
                <a:gd name="T40" fmla="*/ 354 w 488"/>
                <a:gd name="T41" fmla="*/ 300 h 536"/>
                <a:gd name="T42" fmla="*/ 97 w 488"/>
                <a:gd name="T43" fmla="*/ 300 h 536"/>
                <a:gd name="T44" fmla="*/ 97 w 488"/>
                <a:gd name="T45" fmla="*/ 454 h 536"/>
                <a:gd name="T46" fmla="*/ 448 w 488"/>
                <a:gd name="T47" fmla="*/ 454 h 536"/>
                <a:gd name="T48" fmla="*/ 464 w 488"/>
                <a:gd name="T49" fmla="*/ 457 h 536"/>
                <a:gd name="T50" fmla="*/ 478 w 488"/>
                <a:gd name="T51" fmla="*/ 466 h 536"/>
                <a:gd name="T52" fmla="*/ 487 w 488"/>
                <a:gd name="T53" fmla="*/ 478 h 536"/>
                <a:gd name="T54" fmla="*/ 488 w 488"/>
                <a:gd name="T55" fmla="*/ 494 h 536"/>
                <a:gd name="T56" fmla="*/ 487 w 488"/>
                <a:gd name="T57" fmla="*/ 512 h 536"/>
                <a:gd name="T58" fmla="*/ 478 w 488"/>
                <a:gd name="T59" fmla="*/ 524 h 536"/>
                <a:gd name="T60" fmla="*/ 464 w 488"/>
                <a:gd name="T61" fmla="*/ 533 h 536"/>
                <a:gd name="T62" fmla="*/ 448 w 488"/>
                <a:gd name="T63" fmla="*/ 536 h 536"/>
                <a:gd name="T64" fmla="*/ 0 w 488"/>
                <a:gd name="T65" fmla="*/ 536 h 536"/>
                <a:gd name="T66" fmla="*/ 0 w 488"/>
                <a:gd name="T67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488" h="536">
                  <a:moveTo>
                    <a:pt x="0" y="0"/>
                  </a:moveTo>
                  <a:lnTo>
                    <a:pt x="440" y="0"/>
                  </a:lnTo>
                  <a:lnTo>
                    <a:pt x="455" y="2"/>
                  </a:lnTo>
                  <a:lnTo>
                    <a:pt x="467" y="12"/>
                  </a:lnTo>
                  <a:lnTo>
                    <a:pt x="476" y="25"/>
                  </a:lnTo>
                  <a:lnTo>
                    <a:pt x="480" y="40"/>
                  </a:lnTo>
                  <a:lnTo>
                    <a:pt x="476" y="56"/>
                  </a:lnTo>
                  <a:lnTo>
                    <a:pt x="467" y="70"/>
                  </a:lnTo>
                  <a:lnTo>
                    <a:pt x="455" y="79"/>
                  </a:lnTo>
                  <a:lnTo>
                    <a:pt x="440" y="82"/>
                  </a:lnTo>
                  <a:lnTo>
                    <a:pt x="97" y="82"/>
                  </a:lnTo>
                  <a:lnTo>
                    <a:pt x="97" y="218"/>
                  </a:lnTo>
                  <a:lnTo>
                    <a:pt x="354" y="218"/>
                  </a:lnTo>
                  <a:lnTo>
                    <a:pt x="370" y="222"/>
                  </a:lnTo>
                  <a:lnTo>
                    <a:pt x="384" y="231"/>
                  </a:lnTo>
                  <a:lnTo>
                    <a:pt x="392" y="243"/>
                  </a:lnTo>
                  <a:lnTo>
                    <a:pt x="396" y="259"/>
                  </a:lnTo>
                  <a:lnTo>
                    <a:pt x="392" y="276"/>
                  </a:lnTo>
                  <a:lnTo>
                    <a:pt x="384" y="288"/>
                  </a:lnTo>
                  <a:lnTo>
                    <a:pt x="370" y="297"/>
                  </a:lnTo>
                  <a:lnTo>
                    <a:pt x="354" y="300"/>
                  </a:lnTo>
                  <a:lnTo>
                    <a:pt x="97" y="300"/>
                  </a:lnTo>
                  <a:lnTo>
                    <a:pt x="97" y="454"/>
                  </a:lnTo>
                  <a:lnTo>
                    <a:pt x="448" y="454"/>
                  </a:lnTo>
                  <a:lnTo>
                    <a:pt x="464" y="457"/>
                  </a:lnTo>
                  <a:lnTo>
                    <a:pt x="478" y="466"/>
                  </a:lnTo>
                  <a:lnTo>
                    <a:pt x="487" y="478"/>
                  </a:lnTo>
                  <a:lnTo>
                    <a:pt x="488" y="494"/>
                  </a:lnTo>
                  <a:lnTo>
                    <a:pt x="487" y="512"/>
                  </a:lnTo>
                  <a:lnTo>
                    <a:pt x="478" y="524"/>
                  </a:lnTo>
                  <a:lnTo>
                    <a:pt x="464" y="533"/>
                  </a:lnTo>
                  <a:lnTo>
                    <a:pt x="448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0" name="Freeform 8"/>
            <p:cNvSpPr>
              <a:spLocks/>
            </p:cNvSpPr>
            <p:nvPr userDrawn="1"/>
          </p:nvSpPr>
          <p:spPr bwMode="auto">
            <a:xfrm>
              <a:off x="7613446" y="705011"/>
              <a:ext cx="154116" cy="144669"/>
            </a:xfrm>
            <a:custGeom>
              <a:avLst/>
              <a:gdLst>
                <a:gd name="T0" fmla="*/ 48 w 571"/>
                <a:gd name="T1" fmla="*/ 0 h 536"/>
                <a:gd name="T2" fmla="*/ 65 w 571"/>
                <a:gd name="T3" fmla="*/ 4 h 536"/>
                <a:gd name="T4" fmla="*/ 79 w 571"/>
                <a:gd name="T5" fmla="*/ 12 h 536"/>
                <a:gd name="T6" fmla="*/ 89 w 571"/>
                <a:gd name="T7" fmla="*/ 26 h 536"/>
                <a:gd name="T8" fmla="*/ 280 w 571"/>
                <a:gd name="T9" fmla="*/ 431 h 536"/>
                <a:gd name="T10" fmla="*/ 285 w 571"/>
                <a:gd name="T11" fmla="*/ 440 h 536"/>
                <a:gd name="T12" fmla="*/ 484 w 571"/>
                <a:gd name="T13" fmla="*/ 26 h 536"/>
                <a:gd name="T14" fmla="*/ 494 w 571"/>
                <a:gd name="T15" fmla="*/ 12 h 536"/>
                <a:gd name="T16" fmla="*/ 508 w 571"/>
                <a:gd name="T17" fmla="*/ 2 h 536"/>
                <a:gd name="T18" fmla="*/ 526 w 571"/>
                <a:gd name="T19" fmla="*/ 0 h 536"/>
                <a:gd name="T20" fmla="*/ 541 w 571"/>
                <a:gd name="T21" fmla="*/ 2 h 536"/>
                <a:gd name="T22" fmla="*/ 554 w 571"/>
                <a:gd name="T23" fmla="*/ 9 h 536"/>
                <a:gd name="T24" fmla="*/ 564 w 571"/>
                <a:gd name="T25" fmla="*/ 21 h 536"/>
                <a:gd name="T26" fmla="*/ 571 w 571"/>
                <a:gd name="T27" fmla="*/ 35 h 536"/>
                <a:gd name="T28" fmla="*/ 571 w 571"/>
                <a:gd name="T29" fmla="*/ 51 h 536"/>
                <a:gd name="T30" fmla="*/ 568 w 571"/>
                <a:gd name="T31" fmla="*/ 67 h 536"/>
                <a:gd name="T32" fmla="*/ 337 w 571"/>
                <a:gd name="T33" fmla="*/ 536 h 536"/>
                <a:gd name="T34" fmla="*/ 233 w 571"/>
                <a:gd name="T35" fmla="*/ 536 h 536"/>
                <a:gd name="T36" fmla="*/ 6 w 571"/>
                <a:gd name="T37" fmla="*/ 67 h 536"/>
                <a:gd name="T38" fmla="*/ 0 w 571"/>
                <a:gd name="T39" fmla="*/ 51 h 536"/>
                <a:gd name="T40" fmla="*/ 2 w 571"/>
                <a:gd name="T41" fmla="*/ 35 h 536"/>
                <a:gd name="T42" fmla="*/ 7 w 571"/>
                <a:gd name="T43" fmla="*/ 21 h 536"/>
                <a:gd name="T44" fmla="*/ 18 w 571"/>
                <a:gd name="T45" fmla="*/ 9 h 536"/>
                <a:gd name="T46" fmla="*/ 32 w 571"/>
                <a:gd name="T47" fmla="*/ 2 h 536"/>
                <a:gd name="T48" fmla="*/ 48 w 571"/>
                <a:gd name="T49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571" h="536">
                  <a:moveTo>
                    <a:pt x="48" y="0"/>
                  </a:moveTo>
                  <a:lnTo>
                    <a:pt x="65" y="4"/>
                  </a:lnTo>
                  <a:lnTo>
                    <a:pt x="79" y="12"/>
                  </a:lnTo>
                  <a:lnTo>
                    <a:pt x="89" y="26"/>
                  </a:lnTo>
                  <a:lnTo>
                    <a:pt x="280" y="431"/>
                  </a:lnTo>
                  <a:lnTo>
                    <a:pt x="285" y="440"/>
                  </a:lnTo>
                  <a:lnTo>
                    <a:pt x="484" y="26"/>
                  </a:lnTo>
                  <a:lnTo>
                    <a:pt x="494" y="12"/>
                  </a:lnTo>
                  <a:lnTo>
                    <a:pt x="508" y="2"/>
                  </a:lnTo>
                  <a:lnTo>
                    <a:pt x="526" y="0"/>
                  </a:lnTo>
                  <a:lnTo>
                    <a:pt x="541" y="2"/>
                  </a:lnTo>
                  <a:lnTo>
                    <a:pt x="554" y="9"/>
                  </a:lnTo>
                  <a:lnTo>
                    <a:pt x="564" y="21"/>
                  </a:lnTo>
                  <a:lnTo>
                    <a:pt x="571" y="35"/>
                  </a:lnTo>
                  <a:lnTo>
                    <a:pt x="571" y="51"/>
                  </a:lnTo>
                  <a:lnTo>
                    <a:pt x="568" y="67"/>
                  </a:lnTo>
                  <a:lnTo>
                    <a:pt x="337" y="536"/>
                  </a:lnTo>
                  <a:lnTo>
                    <a:pt x="233" y="536"/>
                  </a:lnTo>
                  <a:lnTo>
                    <a:pt x="6" y="67"/>
                  </a:lnTo>
                  <a:lnTo>
                    <a:pt x="0" y="51"/>
                  </a:lnTo>
                  <a:lnTo>
                    <a:pt x="2" y="35"/>
                  </a:lnTo>
                  <a:lnTo>
                    <a:pt x="7" y="21"/>
                  </a:lnTo>
                  <a:lnTo>
                    <a:pt x="18" y="9"/>
                  </a:lnTo>
                  <a:lnTo>
                    <a:pt x="32" y="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1" name="Freeform 9"/>
            <p:cNvSpPr>
              <a:spLocks noEditPoints="1"/>
            </p:cNvSpPr>
            <p:nvPr userDrawn="1"/>
          </p:nvSpPr>
          <p:spPr bwMode="auto">
            <a:xfrm>
              <a:off x="7767562" y="705011"/>
              <a:ext cx="173010" cy="144669"/>
            </a:xfrm>
            <a:custGeom>
              <a:avLst/>
              <a:gdLst>
                <a:gd name="T0" fmla="*/ 321 w 641"/>
                <a:gd name="T1" fmla="*/ 70 h 536"/>
                <a:gd name="T2" fmla="*/ 201 w 641"/>
                <a:gd name="T3" fmla="*/ 328 h 536"/>
                <a:gd name="T4" fmla="*/ 443 w 641"/>
                <a:gd name="T5" fmla="*/ 328 h 536"/>
                <a:gd name="T6" fmla="*/ 321 w 641"/>
                <a:gd name="T7" fmla="*/ 70 h 536"/>
                <a:gd name="T8" fmla="*/ 264 w 641"/>
                <a:gd name="T9" fmla="*/ 0 h 536"/>
                <a:gd name="T10" fmla="*/ 381 w 641"/>
                <a:gd name="T11" fmla="*/ 0 h 536"/>
                <a:gd name="T12" fmla="*/ 641 w 641"/>
                <a:gd name="T13" fmla="*/ 536 h 536"/>
                <a:gd name="T14" fmla="*/ 538 w 641"/>
                <a:gd name="T15" fmla="*/ 536 h 536"/>
                <a:gd name="T16" fmla="*/ 482 w 641"/>
                <a:gd name="T17" fmla="*/ 414 h 536"/>
                <a:gd name="T18" fmla="*/ 480 w 641"/>
                <a:gd name="T19" fmla="*/ 410 h 536"/>
                <a:gd name="T20" fmla="*/ 161 w 641"/>
                <a:gd name="T21" fmla="*/ 410 h 536"/>
                <a:gd name="T22" fmla="*/ 103 w 641"/>
                <a:gd name="T23" fmla="*/ 536 h 536"/>
                <a:gd name="T24" fmla="*/ 0 w 641"/>
                <a:gd name="T25" fmla="*/ 536 h 536"/>
                <a:gd name="T26" fmla="*/ 264 w 641"/>
                <a:gd name="T27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1" h="536">
                  <a:moveTo>
                    <a:pt x="321" y="70"/>
                  </a:moveTo>
                  <a:lnTo>
                    <a:pt x="201" y="328"/>
                  </a:lnTo>
                  <a:lnTo>
                    <a:pt x="443" y="328"/>
                  </a:lnTo>
                  <a:lnTo>
                    <a:pt x="321" y="70"/>
                  </a:lnTo>
                  <a:close/>
                  <a:moveTo>
                    <a:pt x="264" y="0"/>
                  </a:moveTo>
                  <a:lnTo>
                    <a:pt x="381" y="0"/>
                  </a:lnTo>
                  <a:lnTo>
                    <a:pt x="641" y="536"/>
                  </a:lnTo>
                  <a:lnTo>
                    <a:pt x="538" y="536"/>
                  </a:lnTo>
                  <a:lnTo>
                    <a:pt x="482" y="414"/>
                  </a:lnTo>
                  <a:lnTo>
                    <a:pt x="480" y="410"/>
                  </a:lnTo>
                  <a:lnTo>
                    <a:pt x="161" y="410"/>
                  </a:lnTo>
                  <a:lnTo>
                    <a:pt x="103" y="536"/>
                  </a:lnTo>
                  <a:lnTo>
                    <a:pt x="0" y="536"/>
                  </a:lnTo>
                  <a:lnTo>
                    <a:pt x="264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2" name="Freeform 10"/>
            <p:cNvSpPr>
              <a:spLocks/>
            </p:cNvSpPr>
            <p:nvPr userDrawn="1"/>
          </p:nvSpPr>
          <p:spPr bwMode="auto">
            <a:xfrm>
              <a:off x="7934364" y="705011"/>
              <a:ext cx="157895" cy="144669"/>
            </a:xfrm>
            <a:custGeom>
              <a:avLst/>
              <a:gdLst>
                <a:gd name="T0" fmla="*/ 42 w 585"/>
                <a:gd name="T1" fmla="*/ 0 h 536"/>
                <a:gd name="T2" fmla="*/ 545 w 585"/>
                <a:gd name="T3" fmla="*/ 0 h 536"/>
                <a:gd name="T4" fmla="*/ 560 w 585"/>
                <a:gd name="T5" fmla="*/ 2 h 536"/>
                <a:gd name="T6" fmla="*/ 574 w 585"/>
                <a:gd name="T7" fmla="*/ 12 h 536"/>
                <a:gd name="T8" fmla="*/ 583 w 585"/>
                <a:gd name="T9" fmla="*/ 25 h 536"/>
                <a:gd name="T10" fmla="*/ 585 w 585"/>
                <a:gd name="T11" fmla="*/ 40 h 536"/>
                <a:gd name="T12" fmla="*/ 583 w 585"/>
                <a:gd name="T13" fmla="*/ 56 h 536"/>
                <a:gd name="T14" fmla="*/ 574 w 585"/>
                <a:gd name="T15" fmla="*/ 70 h 536"/>
                <a:gd name="T16" fmla="*/ 560 w 585"/>
                <a:gd name="T17" fmla="*/ 79 h 536"/>
                <a:gd name="T18" fmla="*/ 545 w 585"/>
                <a:gd name="T19" fmla="*/ 82 h 536"/>
                <a:gd name="T20" fmla="*/ 342 w 585"/>
                <a:gd name="T21" fmla="*/ 82 h 536"/>
                <a:gd name="T22" fmla="*/ 342 w 585"/>
                <a:gd name="T23" fmla="*/ 536 h 536"/>
                <a:gd name="T24" fmla="*/ 244 w 585"/>
                <a:gd name="T25" fmla="*/ 536 h 536"/>
                <a:gd name="T26" fmla="*/ 244 w 585"/>
                <a:gd name="T27" fmla="*/ 82 h 536"/>
                <a:gd name="T28" fmla="*/ 42 w 585"/>
                <a:gd name="T29" fmla="*/ 82 h 536"/>
                <a:gd name="T30" fmla="*/ 26 w 585"/>
                <a:gd name="T31" fmla="*/ 79 h 536"/>
                <a:gd name="T32" fmla="*/ 12 w 585"/>
                <a:gd name="T33" fmla="*/ 70 h 536"/>
                <a:gd name="T34" fmla="*/ 4 w 585"/>
                <a:gd name="T35" fmla="*/ 56 h 536"/>
                <a:gd name="T36" fmla="*/ 0 w 585"/>
                <a:gd name="T37" fmla="*/ 40 h 536"/>
                <a:gd name="T38" fmla="*/ 4 w 585"/>
                <a:gd name="T39" fmla="*/ 25 h 536"/>
                <a:gd name="T40" fmla="*/ 12 w 585"/>
                <a:gd name="T41" fmla="*/ 12 h 536"/>
                <a:gd name="T42" fmla="*/ 26 w 585"/>
                <a:gd name="T43" fmla="*/ 2 h 536"/>
                <a:gd name="T44" fmla="*/ 42 w 585"/>
                <a:gd name="T45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585" h="536">
                  <a:moveTo>
                    <a:pt x="42" y="0"/>
                  </a:moveTo>
                  <a:lnTo>
                    <a:pt x="545" y="0"/>
                  </a:lnTo>
                  <a:lnTo>
                    <a:pt x="560" y="2"/>
                  </a:lnTo>
                  <a:lnTo>
                    <a:pt x="574" y="12"/>
                  </a:lnTo>
                  <a:lnTo>
                    <a:pt x="583" y="25"/>
                  </a:lnTo>
                  <a:lnTo>
                    <a:pt x="585" y="40"/>
                  </a:lnTo>
                  <a:lnTo>
                    <a:pt x="583" y="56"/>
                  </a:lnTo>
                  <a:lnTo>
                    <a:pt x="574" y="70"/>
                  </a:lnTo>
                  <a:lnTo>
                    <a:pt x="560" y="79"/>
                  </a:lnTo>
                  <a:lnTo>
                    <a:pt x="545" y="82"/>
                  </a:lnTo>
                  <a:lnTo>
                    <a:pt x="342" y="82"/>
                  </a:lnTo>
                  <a:lnTo>
                    <a:pt x="342" y="536"/>
                  </a:lnTo>
                  <a:lnTo>
                    <a:pt x="244" y="536"/>
                  </a:lnTo>
                  <a:lnTo>
                    <a:pt x="244" y="82"/>
                  </a:lnTo>
                  <a:lnTo>
                    <a:pt x="42" y="82"/>
                  </a:lnTo>
                  <a:lnTo>
                    <a:pt x="26" y="79"/>
                  </a:lnTo>
                  <a:lnTo>
                    <a:pt x="12" y="70"/>
                  </a:lnTo>
                  <a:lnTo>
                    <a:pt x="4" y="56"/>
                  </a:lnTo>
                  <a:lnTo>
                    <a:pt x="0" y="40"/>
                  </a:lnTo>
                  <a:lnTo>
                    <a:pt x="4" y="25"/>
                  </a:lnTo>
                  <a:lnTo>
                    <a:pt x="12" y="12"/>
                  </a:lnTo>
                  <a:lnTo>
                    <a:pt x="26" y="2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3" name="Freeform 11"/>
            <p:cNvSpPr>
              <a:spLocks/>
            </p:cNvSpPr>
            <p:nvPr userDrawn="1"/>
          </p:nvSpPr>
          <p:spPr bwMode="auto">
            <a:xfrm>
              <a:off x="8122758" y="705011"/>
              <a:ext cx="154116" cy="148448"/>
            </a:xfrm>
            <a:custGeom>
              <a:avLst/>
              <a:gdLst>
                <a:gd name="T0" fmla="*/ 49 w 571"/>
                <a:gd name="T1" fmla="*/ 0 h 550"/>
                <a:gd name="T2" fmla="*/ 68 w 571"/>
                <a:gd name="T3" fmla="*/ 4 h 550"/>
                <a:gd name="T4" fmla="*/ 84 w 571"/>
                <a:gd name="T5" fmla="*/ 14 h 550"/>
                <a:gd name="T6" fmla="*/ 94 w 571"/>
                <a:gd name="T7" fmla="*/ 30 h 550"/>
                <a:gd name="T8" fmla="*/ 98 w 571"/>
                <a:gd name="T9" fmla="*/ 49 h 550"/>
                <a:gd name="T10" fmla="*/ 98 w 571"/>
                <a:gd name="T11" fmla="*/ 299 h 550"/>
                <a:gd name="T12" fmla="*/ 98 w 571"/>
                <a:gd name="T13" fmla="*/ 320 h 550"/>
                <a:gd name="T14" fmla="*/ 101 w 571"/>
                <a:gd name="T15" fmla="*/ 342 h 550"/>
                <a:gd name="T16" fmla="*/ 105 w 571"/>
                <a:gd name="T17" fmla="*/ 363 h 550"/>
                <a:gd name="T18" fmla="*/ 112 w 571"/>
                <a:gd name="T19" fmla="*/ 384 h 550"/>
                <a:gd name="T20" fmla="*/ 122 w 571"/>
                <a:gd name="T21" fmla="*/ 403 h 550"/>
                <a:gd name="T22" fmla="*/ 136 w 571"/>
                <a:gd name="T23" fmla="*/ 421 h 550"/>
                <a:gd name="T24" fmla="*/ 156 w 571"/>
                <a:gd name="T25" fmla="*/ 437 h 550"/>
                <a:gd name="T26" fmla="*/ 180 w 571"/>
                <a:gd name="T27" fmla="*/ 449 h 550"/>
                <a:gd name="T28" fmla="*/ 208 w 571"/>
                <a:gd name="T29" fmla="*/ 459 h 550"/>
                <a:gd name="T30" fmla="*/ 245 w 571"/>
                <a:gd name="T31" fmla="*/ 464 h 550"/>
                <a:gd name="T32" fmla="*/ 286 w 571"/>
                <a:gd name="T33" fmla="*/ 466 h 550"/>
                <a:gd name="T34" fmla="*/ 328 w 571"/>
                <a:gd name="T35" fmla="*/ 464 h 550"/>
                <a:gd name="T36" fmla="*/ 363 w 571"/>
                <a:gd name="T37" fmla="*/ 459 h 550"/>
                <a:gd name="T38" fmla="*/ 391 w 571"/>
                <a:gd name="T39" fmla="*/ 449 h 550"/>
                <a:gd name="T40" fmla="*/ 416 w 571"/>
                <a:gd name="T41" fmla="*/ 437 h 550"/>
                <a:gd name="T42" fmla="*/ 435 w 571"/>
                <a:gd name="T43" fmla="*/ 421 h 550"/>
                <a:gd name="T44" fmla="*/ 449 w 571"/>
                <a:gd name="T45" fmla="*/ 403 h 550"/>
                <a:gd name="T46" fmla="*/ 459 w 571"/>
                <a:gd name="T47" fmla="*/ 384 h 550"/>
                <a:gd name="T48" fmla="*/ 466 w 571"/>
                <a:gd name="T49" fmla="*/ 363 h 550"/>
                <a:gd name="T50" fmla="*/ 470 w 571"/>
                <a:gd name="T51" fmla="*/ 342 h 550"/>
                <a:gd name="T52" fmla="*/ 473 w 571"/>
                <a:gd name="T53" fmla="*/ 320 h 550"/>
                <a:gd name="T54" fmla="*/ 473 w 571"/>
                <a:gd name="T55" fmla="*/ 299 h 550"/>
                <a:gd name="T56" fmla="*/ 473 w 571"/>
                <a:gd name="T57" fmla="*/ 49 h 550"/>
                <a:gd name="T58" fmla="*/ 477 w 571"/>
                <a:gd name="T59" fmla="*/ 30 h 550"/>
                <a:gd name="T60" fmla="*/ 487 w 571"/>
                <a:gd name="T61" fmla="*/ 14 h 550"/>
                <a:gd name="T62" fmla="*/ 503 w 571"/>
                <a:gd name="T63" fmla="*/ 4 h 550"/>
                <a:gd name="T64" fmla="*/ 522 w 571"/>
                <a:gd name="T65" fmla="*/ 0 h 550"/>
                <a:gd name="T66" fmla="*/ 541 w 571"/>
                <a:gd name="T67" fmla="*/ 4 h 550"/>
                <a:gd name="T68" fmla="*/ 557 w 571"/>
                <a:gd name="T69" fmla="*/ 14 h 550"/>
                <a:gd name="T70" fmla="*/ 567 w 571"/>
                <a:gd name="T71" fmla="*/ 30 h 550"/>
                <a:gd name="T72" fmla="*/ 571 w 571"/>
                <a:gd name="T73" fmla="*/ 49 h 550"/>
                <a:gd name="T74" fmla="*/ 571 w 571"/>
                <a:gd name="T75" fmla="*/ 306 h 550"/>
                <a:gd name="T76" fmla="*/ 567 w 571"/>
                <a:gd name="T77" fmla="*/ 358 h 550"/>
                <a:gd name="T78" fmla="*/ 557 w 571"/>
                <a:gd name="T79" fmla="*/ 402 h 550"/>
                <a:gd name="T80" fmla="*/ 540 w 571"/>
                <a:gd name="T81" fmla="*/ 442 h 550"/>
                <a:gd name="T82" fmla="*/ 513 w 571"/>
                <a:gd name="T83" fmla="*/ 475 h 550"/>
                <a:gd name="T84" fmla="*/ 482 w 571"/>
                <a:gd name="T85" fmla="*/ 501 h 550"/>
                <a:gd name="T86" fmla="*/ 444 w 571"/>
                <a:gd name="T87" fmla="*/ 522 h 550"/>
                <a:gd name="T88" fmla="*/ 398 w 571"/>
                <a:gd name="T89" fmla="*/ 538 h 550"/>
                <a:gd name="T90" fmla="*/ 346 w 571"/>
                <a:gd name="T91" fmla="*/ 547 h 550"/>
                <a:gd name="T92" fmla="*/ 286 w 571"/>
                <a:gd name="T93" fmla="*/ 550 h 550"/>
                <a:gd name="T94" fmla="*/ 225 w 571"/>
                <a:gd name="T95" fmla="*/ 547 h 550"/>
                <a:gd name="T96" fmla="*/ 173 w 571"/>
                <a:gd name="T97" fmla="*/ 538 h 550"/>
                <a:gd name="T98" fmla="*/ 128 w 571"/>
                <a:gd name="T99" fmla="*/ 522 h 550"/>
                <a:gd name="T100" fmla="*/ 89 w 571"/>
                <a:gd name="T101" fmla="*/ 501 h 550"/>
                <a:gd name="T102" fmla="*/ 58 w 571"/>
                <a:gd name="T103" fmla="*/ 475 h 550"/>
                <a:gd name="T104" fmla="*/ 32 w 571"/>
                <a:gd name="T105" fmla="*/ 442 h 550"/>
                <a:gd name="T106" fmla="*/ 14 w 571"/>
                <a:gd name="T107" fmla="*/ 402 h 550"/>
                <a:gd name="T108" fmla="*/ 4 w 571"/>
                <a:gd name="T109" fmla="*/ 358 h 550"/>
                <a:gd name="T110" fmla="*/ 0 w 571"/>
                <a:gd name="T111" fmla="*/ 306 h 550"/>
                <a:gd name="T112" fmla="*/ 0 w 571"/>
                <a:gd name="T113" fmla="*/ 49 h 550"/>
                <a:gd name="T114" fmla="*/ 4 w 571"/>
                <a:gd name="T115" fmla="*/ 30 h 550"/>
                <a:gd name="T116" fmla="*/ 14 w 571"/>
                <a:gd name="T117" fmla="*/ 14 h 550"/>
                <a:gd name="T118" fmla="*/ 30 w 571"/>
                <a:gd name="T119" fmla="*/ 4 h 550"/>
                <a:gd name="T120" fmla="*/ 49 w 571"/>
                <a:gd name="T121" fmla="*/ 0 h 5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71" h="550">
                  <a:moveTo>
                    <a:pt x="49" y="0"/>
                  </a:moveTo>
                  <a:lnTo>
                    <a:pt x="68" y="4"/>
                  </a:lnTo>
                  <a:lnTo>
                    <a:pt x="84" y="14"/>
                  </a:lnTo>
                  <a:lnTo>
                    <a:pt x="94" y="30"/>
                  </a:lnTo>
                  <a:lnTo>
                    <a:pt x="98" y="49"/>
                  </a:lnTo>
                  <a:lnTo>
                    <a:pt x="98" y="299"/>
                  </a:lnTo>
                  <a:lnTo>
                    <a:pt x="98" y="320"/>
                  </a:lnTo>
                  <a:lnTo>
                    <a:pt x="101" y="342"/>
                  </a:lnTo>
                  <a:lnTo>
                    <a:pt x="105" y="363"/>
                  </a:lnTo>
                  <a:lnTo>
                    <a:pt x="112" y="384"/>
                  </a:lnTo>
                  <a:lnTo>
                    <a:pt x="122" y="403"/>
                  </a:lnTo>
                  <a:lnTo>
                    <a:pt x="136" y="421"/>
                  </a:lnTo>
                  <a:lnTo>
                    <a:pt x="156" y="437"/>
                  </a:lnTo>
                  <a:lnTo>
                    <a:pt x="180" y="449"/>
                  </a:lnTo>
                  <a:lnTo>
                    <a:pt x="208" y="459"/>
                  </a:lnTo>
                  <a:lnTo>
                    <a:pt x="245" y="464"/>
                  </a:lnTo>
                  <a:lnTo>
                    <a:pt x="286" y="466"/>
                  </a:lnTo>
                  <a:lnTo>
                    <a:pt x="328" y="464"/>
                  </a:lnTo>
                  <a:lnTo>
                    <a:pt x="363" y="459"/>
                  </a:lnTo>
                  <a:lnTo>
                    <a:pt x="391" y="449"/>
                  </a:lnTo>
                  <a:lnTo>
                    <a:pt x="416" y="437"/>
                  </a:lnTo>
                  <a:lnTo>
                    <a:pt x="435" y="421"/>
                  </a:lnTo>
                  <a:lnTo>
                    <a:pt x="449" y="403"/>
                  </a:lnTo>
                  <a:lnTo>
                    <a:pt x="459" y="384"/>
                  </a:lnTo>
                  <a:lnTo>
                    <a:pt x="466" y="363"/>
                  </a:lnTo>
                  <a:lnTo>
                    <a:pt x="470" y="342"/>
                  </a:lnTo>
                  <a:lnTo>
                    <a:pt x="473" y="320"/>
                  </a:lnTo>
                  <a:lnTo>
                    <a:pt x="473" y="299"/>
                  </a:lnTo>
                  <a:lnTo>
                    <a:pt x="473" y="49"/>
                  </a:lnTo>
                  <a:lnTo>
                    <a:pt x="477" y="30"/>
                  </a:lnTo>
                  <a:lnTo>
                    <a:pt x="487" y="14"/>
                  </a:lnTo>
                  <a:lnTo>
                    <a:pt x="503" y="4"/>
                  </a:lnTo>
                  <a:lnTo>
                    <a:pt x="522" y="0"/>
                  </a:lnTo>
                  <a:lnTo>
                    <a:pt x="541" y="4"/>
                  </a:lnTo>
                  <a:lnTo>
                    <a:pt x="557" y="14"/>
                  </a:lnTo>
                  <a:lnTo>
                    <a:pt x="567" y="30"/>
                  </a:lnTo>
                  <a:lnTo>
                    <a:pt x="571" y="49"/>
                  </a:lnTo>
                  <a:lnTo>
                    <a:pt x="571" y="306"/>
                  </a:lnTo>
                  <a:lnTo>
                    <a:pt x="567" y="358"/>
                  </a:lnTo>
                  <a:lnTo>
                    <a:pt x="557" y="402"/>
                  </a:lnTo>
                  <a:lnTo>
                    <a:pt x="540" y="442"/>
                  </a:lnTo>
                  <a:lnTo>
                    <a:pt x="513" y="475"/>
                  </a:lnTo>
                  <a:lnTo>
                    <a:pt x="482" y="501"/>
                  </a:lnTo>
                  <a:lnTo>
                    <a:pt x="444" y="522"/>
                  </a:lnTo>
                  <a:lnTo>
                    <a:pt x="398" y="538"/>
                  </a:lnTo>
                  <a:lnTo>
                    <a:pt x="346" y="547"/>
                  </a:lnTo>
                  <a:lnTo>
                    <a:pt x="286" y="550"/>
                  </a:lnTo>
                  <a:lnTo>
                    <a:pt x="225" y="547"/>
                  </a:lnTo>
                  <a:lnTo>
                    <a:pt x="173" y="538"/>
                  </a:lnTo>
                  <a:lnTo>
                    <a:pt x="128" y="522"/>
                  </a:lnTo>
                  <a:lnTo>
                    <a:pt x="89" y="501"/>
                  </a:lnTo>
                  <a:lnTo>
                    <a:pt x="58" y="475"/>
                  </a:lnTo>
                  <a:lnTo>
                    <a:pt x="32" y="442"/>
                  </a:lnTo>
                  <a:lnTo>
                    <a:pt x="14" y="402"/>
                  </a:lnTo>
                  <a:lnTo>
                    <a:pt x="4" y="358"/>
                  </a:lnTo>
                  <a:lnTo>
                    <a:pt x="0" y="306"/>
                  </a:lnTo>
                  <a:lnTo>
                    <a:pt x="0" y="49"/>
                  </a:lnTo>
                  <a:lnTo>
                    <a:pt x="4" y="30"/>
                  </a:lnTo>
                  <a:lnTo>
                    <a:pt x="14" y="14"/>
                  </a:lnTo>
                  <a:lnTo>
                    <a:pt x="30" y="4"/>
                  </a:lnTo>
                  <a:lnTo>
                    <a:pt x="49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4" name="Freeform 12"/>
            <p:cNvSpPr>
              <a:spLocks noEditPoints="1"/>
            </p:cNvSpPr>
            <p:nvPr userDrawn="1"/>
          </p:nvSpPr>
          <p:spPr bwMode="auto">
            <a:xfrm>
              <a:off x="8321678" y="705011"/>
              <a:ext cx="148448" cy="144669"/>
            </a:xfrm>
            <a:custGeom>
              <a:avLst/>
              <a:gdLst>
                <a:gd name="T0" fmla="*/ 96 w 550"/>
                <a:gd name="T1" fmla="*/ 79 h 536"/>
                <a:gd name="T2" fmla="*/ 96 w 550"/>
                <a:gd name="T3" fmla="*/ 241 h 536"/>
                <a:gd name="T4" fmla="*/ 307 w 550"/>
                <a:gd name="T5" fmla="*/ 241 h 536"/>
                <a:gd name="T6" fmla="*/ 342 w 550"/>
                <a:gd name="T7" fmla="*/ 241 h 536"/>
                <a:gd name="T8" fmla="*/ 372 w 550"/>
                <a:gd name="T9" fmla="*/ 238 h 536"/>
                <a:gd name="T10" fmla="*/ 398 w 550"/>
                <a:gd name="T11" fmla="*/ 231 h 536"/>
                <a:gd name="T12" fmla="*/ 417 w 550"/>
                <a:gd name="T13" fmla="*/ 222 h 536"/>
                <a:gd name="T14" fmla="*/ 431 w 550"/>
                <a:gd name="T15" fmla="*/ 206 h 536"/>
                <a:gd name="T16" fmla="*/ 440 w 550"/>
                <a:gd name="T17" fmla="*/ 187 h 536"/>
                <a:gd name="T18" fmla="*/ 443 w 550"/>
                <a:gd name="T19" fmla="*/ 161 h 536"/>
                <a:gd name="T20" fmla="*/ 440 w 550"/>
                <a:gd name="T21" fmla="*/ 135 h 536"/>
                <a:gd name="T22" fmla="*/ 431 w 550"/>
                <a:gd name="T23" fmla="*/ 114 h 536"/>
                <a:gd name="T24" fmla="*/ 417 w 550"/>
                <a:gd name="T25" fmla="*/ 100 h 536"/>
                <a:gd name="T26" fmla="*/ 398 w 550"/>
                <a:gd name="T27" fmla="*/ 89 h 536"/>
                <a:gd name="T28" fmla="*/ 372 w 550"/>
                <a:gd name="T29" fmla="*/ 84 h 536"/>
                <a:gd name="T30" fmla="*/ 342 w 550"/>
                <a:gd name="T31" fmla="*/ 80 h 536"/>
                <a:gd name="T32" fmla="*/ 307 w 550"/>
                <a:gd name="T33" fmla="*/ 79 h 536"/>
                <a:gd name="T34" fmla="*/ 96 w 550"/>
                <a:gd name="T35" fmla="*/ 79 h 536"/>
                <a:gd name="T36" fmla="*/ 0 w 550"/>
                <a:gd name="T37" fmla="*/ 0 h 536"/>
                <a:gd name="T38" fmla="*/ 323 w 550"/>
                <a:gd name="T39" fmla="*/ 0 h 536"/>
                <a:gd name="T40" fmla="*/ 377 w 550"/>
                <a:gd name="T41" fmla="*/ 2 h 536"/>
                <a:gd name="T42" fmla="*/ 422 w 550"/>
                <a:gd name="T43" fmla="*/ 9 h 536"/>
                <a:gd name="T44" fmla="*/ 459 w 550"/>
                <a:gd name="T45" fmla="*/ 19 h 536"/>
                <a:gd name="T46" fmla="*/ 489 w 550"/>
                <a:gd name="T47" fmla="*/ 37 h 536"/>
                <a:gd name="T48" fmla="*/ 511 w 550"/>
                <a:gd name="T49" fmla="*/ 58 h 536"/>
                <a:gd name="T50" fmla="*/ 527 w 550"/>
                <a:gd name="T51" fmla="*/ 86 h 536"/>
                <a:gd name="T52" fmla="*/ 537 w 550"/>
                <a:gd name="T53" fmla="*/ 119 h 536"/>
                <a:gd name="T54" fmla="*/ 539 w 550"/>
                <a:gd name="T55" fmla="*/ 157 h 536"/>
                <a:gd name="T56" fmla="*/ 537 w 550"/>
                <a:gd name="T57" fmla="*/ 194 h 536"/>
                <a:gd name="T58" fmla="*/ 527 w 550"/>
                <a:gd name="T59" fmla="*/ 225 h 536"/>
                <a:gd name="T60" fmla="*/ 513 w 550"/>
                <a:gd name="T61" fmla="*/ 252 h 536"/>
                <a:gd name="T62" fmla="*/ 494 w 550"/>
                <a:gd name="T63" fmla="*/ 272 h 536"/>
                <a:gd name="T64" fmla="*/ 471 w 550"/>
                <a:gd name="T65" fmla="*/ 290 h 536"/>
                <a:gd name="T66" fmla="*/ 447 w 550"/>
                <a:gd name="T67" fmla="*/ 302 h 536"/>
                <a:gd name="T68" fmla="*/ 419 w 550"/>
                <a:gd name="T69" fmla="*/ 311 h 536"/>
                <a:gd name="T70" fmla="*/ 393 w 550"/>
                <a:gd name="T71" fmla="*/ 314 h 536"/>
                <a:gd name="T72" fmla="*/ 384 w 550"/>
                <a:gd name="T73" fmla="*/ 314 h 536"/>
                <a:gd name="T74" fmla="*/ 550 w 550"/>
                <a:gd name="T75" fmla="*/ 536 h 536"/>
                <a:gd name="T76" fmla="*/ 431 w 550"/>
                <a:gd name="T77" fmla="*/ 536 h 536"/>
                <a:gd name="T78" fmla="*/ 274 w 550"/>
                <a:gd name="T79" fmla="*/ 323 h 536"/>
                <a:gd name="T80" fmla="*/ 272 w 550"/>
                <a:gd name="T81" fmla="*/ 321 h 536"/>
                <a:gd name="T82" fmla="*/ 96 w 550"/>
                <a:gd name="T83" fmla="*/ 321 h 536"/>
                <a:gd name="T84" fmla="*/ 96 w 550"/>
                <a:gd name="T85" fmla="*/ 536 h 536"/>
                <a:gd name="T86" fmla="*/ 0 w 550"/>
                <a:gd name="T87" fmla="*/ 536 h 536"/>
                <a:gd name="T88" fmla="*/ 0 w 550"/>
                <a:gd name="T89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0" h="536">
                  <a:moveTo>
                    <a:pt x="96" y="79"/>
                  </a:moveTo>
                  <a:lnTo>
                    <a:pt x="96" y="241"/>
                  </a:lnTo>
                  <a:lnTo>
                    <a:pt x="307" y="241"/>
                  </a:lnTo>
                  <a:lnTo>
                    <a:pt x="342" y="241"/>
                  </a:lnTo>
                  <a:lnTo>
                    <a:pt x="372" y="238"/>
                  </a:lnTo>
                  <a:lnTo>
                    <a:pt x="398" y="231"/>
                  </a:lnTo>
                  <a:lnTo>
                    <a:pt x="417" y="222"/>
                  </a:lnTo>
                  <a:lnTo>
                    <a:pt x="431" y="206"/>
                  </a:lnTo>
                  <a:lnTo>
                    <a:pt x="440" y="187"/>
                  </a:lnTo>
                  <a:lnTo>
                    <a:pt x="443" y="161"/>
                  </a:lnTo>
                  <a:lnTo>
                    <a:pt x="440" y="135"/>
                  </a:lnTo>
                  <a:lnTo>
                    <a:pt x="431" y="114"/>
                  </a:lnTo>
                  <a:lnTo>
                    <a:pt x="417" y="100"/>
                  </a:lnTo>
                  <a:lnTo>
                    <a:pt x="398" y="89"/>
                  </a:lnTo>
                  <a:lnTo>
                    <a:pt x="372" y="84"/>
                  </a:lnTo>
                  <a:lnTo>
                    <a:pt x="342" y="80"/>
                  </a:lnTo>
                  <a:lnTo>
                    <a:pt x="307" y="79"/>
                  </a:lnTo>
                  <a:lnTo>
                    <a:pt x="96" y="79"/>
                  </a:lnTo>
                  <a:close/>
                  <a:moveTo>
                    <a:pt x="0" y="0"/>
                  </a:moveTo>
                  <a:lnTo>
                    <a:pt x="323" y="0"/>
                  </a:lnTo>
                  <a:lnTo>
                    <a:pt x="377" y="2"/>
                  </a:lnTo>
                  <a:lnTo>
                    <a:pt x="422" y="9"/>
                  </a:lnTo>
                  <a:lnTo>
                    <a:pt x="459" y="19"/>
                  </a:lnTo>
                  <a:lnTo>
                    <a:pt x="489" y="37"/>
                  </a:lnTo>
                  <a:lnTo>
                    <a:pt x="511" y="58"/>
                  </a:lnTo>
                  <a:lnTo>
                    <a:pt x="527" y="86"/>
                  </a:lnTo>
                  <a:lnTo>
                    <a:pt x="537" y="119"/>
                  </a:lnTo>
                  <a:lnTo>
                    <a:pt x="539" y="157"/>
                  </a:lnTo>
                  <a:lnTo>
                    <a:pt x="537" y="194"/>
                  </a:lnTo>
                  <a:lnTo>
                    <a:pt x="527" y="225"/>
                  </a:lnTo>
                  <a:lnTo>
                    <a:pt x="513" y="252"/>
                  </a:lnTo>
                  <a:lnTo>
                    <a:pt x="494" y="272"/>
                  </a:lnTo>
                  <a:lnTo>
                    <a:pt x="471" y="290"/>
                  </a:lnTo>
                  <a:lnTo>
                    <a:pt x="447" y="302"/>
                  </a:lnTo>
                  <a:lnTo>
                    <a:pt x="419" y="311"/>
                  </a:lnTo>
                  <a:lnTo>
                    <a:pt x="393" y="314"/>
                  </a:lnTo>
                  <a:lnTo>
                    <a:pt x="384" y="314"/>
                  </a:lnTo>
                  <a:lnTo>
                    <a:pt x="550" y="536"/>
                  </a:lnTo>
                  <a:lnTo>
                    <a:pt x="431" y="536"/>
                  </a:lnTo>
                  <a:lnTo>
                    <a:pt x="274" y="323"/>
                  </a:lnTo>
                  <a:lnTo>
                    <a:pt x="272" y="321"/>
                  </a:lnTo>
                  <a:lnTo>
                    <a:pt x="96" y="321"/>
                  </a:lnTo>
                  <a:lnTo>
                    <a:pt x="96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5" name="Freeform 13"/>
            <p:cNvSpPr>
              <a:spLocks/>
            </p:cNvSpPr>
            <p:nvPr userDrawn="1"/>
          </p:nvSpPr>
          <p:spPr bwMode="auto">
            <a:xfrm>
              <a:off x="8507374" y="705011"/>
              <a:ext cx="131714" cy="144669"/>
            </a:xfrm>
            <a:custGeom>
              <a:avLst/>
              <a:gdLst>
                <a:gd name="T0" fmla="*/ 0 w 488"/>
                <a:gd name="T1" fmla="*/ 0 h 536"/>
                <a:gd name="T2" fmla="*/ 438 w 488"/>
                <a:gd name="T3" fmla="*/ 0 h 536"/>
                <a:gd name="T4" fmla="*/ 453 w 488"/>
                <a:gd name="T5" fmla="*/ 2 h 536"/>
                <a:gd name="T6" fmla="*/ 467 w 488"/>
                <a:gd name="T7" fmla="*/ 12 h 536"/>
                <a:gd name="T8" fmla="*/ 476 w 488"/>
                <a:gd name="T9" fmla="*/ 25 h 536"/>
                <a:gd name="T10" fmla="*/ 480 w 488"/>
                <a:gd name="T11" fmla="*/ 40 h 536"/>
                <a:gd name="T12" fmla="*/ 476 w 488"/>
                <a:gd name="T13" fmla="*/ 56 h 536"/>
                <a:gd name="T14" fmla="*/ 467 w 488"/>
                <a:gd name="T15" fmla="*/ 70 h 536"/>
                <a:gd name="T16" fmla="*/ 453 w 488"/>
                <a:gd name="T17" fmla="*/ 79 h 536"/>
                <a:gd name="T18" fmla="*/ 438 w 488"/>
                <a:gd name="T19" fmla="*/ 82 h 536"/>
                <a:gd name="T20" fmla="*/ 97 w 488"/>
                <a:gd name="T21" fmla="*/ 82 h 536"/>
                <a:gd name="T22" fmla="*/ 97 w 488"/>
                <a:gd name="T23" fmla="*/ 218 h 536"/>
                <a:gd name="T24" fmla="*/ 333 w 488"/>
                <a:gd name="T25" fmla="*/ 218 h 536"/>
                <a:gd name="T26" fmla="*/ 349 w 488"/>
                <a:gd name="T27" fmla="*/ 222 h 536"/>
                <a:gd name="T28" fmla="*/ 361 w 488"/>
                <a:gd name="T29" fmla="*/ 231 h 536"/>
                <a:gd name="T30" fmla="*/ 370 w 488"/>
                <a:gd name="T31" fmla="*/ 243 h 536"/>
                <a:gd name="T32" fmla="*/ 373 w 488"/>
                <a:gd name="T33" fmla="*/ 259 h 536"/>
                <a:gd name="T34" fmla="*/ 370 w 488"/>
                <a:gd name="T35" fmla="*/ 276 h 536"/>
                <a:gd name="T36" fmla="*/ 361 w 488"/>
                <a:gd name="T37" fmla="*/ 288 h 536"/>
                <a:gd name="T38" fmla="*/ 349 w 488"/>
                <a:gd name="T39" fmla="*/ 297 h 536"/>
                <a:gd name="T40" fmla="*/ 333 w 488"/>
                <a:gd name="T41" fmla="*/ 300 h 536"/>
                <a:gd name="T42" fmla="*/ 97 w 488"/>
                <a:gd name="T43" fmla="*/ 300 h 536"/>
                <a:gd name="T44" fmla="*/ 97 w 488"/>
                <a:gd name="T45" fmla="*/ 454 h 536"/>
                <a:gd name="T46" fmla="*/ 446 w 488"/>
                <a:gd name="T47" fmla="*/ 454 h 536"/>
                <a:gd name="T48" fmla="*/ 464 w 488"/>
                <a:gd name="T49" fmla="*/ 457 h 536"/>
                <a:gd name="T50" fmla="*/ 476 w 488"/>
                <a:gd name="T51" fmla="*/ 466 h 536"/>
                <a:gd name="T52" fmla="*/ 485 w 488"/>
                <a:gd name="T53" fmla="*/ 478 h 536"/>
                <a:gd name="T54" fmla="*/ 488 w 488"/>
                <a:gd name="T55" fmla="*/ 494 h 536"/>
                <a:gd name="T56" fmla="*/ 485 w 488"/>
                <a:gd name="T57" fmla="*/ 512 h 536"/>
                <a:gd name="T58" fmla="*/ 476 w 488"/>
                <a:gd name="T59" fmla="*/ 524 h 536"/>
                <a:gd name="T60" fmla="*/ 464 w 488"/>
                <a:gd name="T61" fmla="*/ 533 h 536"/>
                <a:gd name="T62" fmla="*/ 446 w 488"/>
                <a:gd name="T63" fmla="*/ 536 h 536"/>
                <a:gd name="T64" fmla="*/ 0 w 488"/>
                <a:gd name="T65" fmla="*/ 536 h 536"/>
                <a:gd name="T66" fmla="*/ 0 w 488"/>
                <a:gd name="T67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488" h="536">
                  <a:moveTo>
                    <a:pt x="0" y="0"/>
                  </a:moveTo>
                  <a:lnTo>
                    <a:pt x="438" y="0"/>
                  </a:lnTo>
                  <a:lnTo>
                    <a:pt x="453" y="2"/>
                  </a:lnTo>
                  <a:lnTo>
                    <a:pt x="467" y="12"/>
                  </a:lnTo>
                  <a:lnTo>
                    <a:pt x="476" y="25"/>
                  </a:lnTo>
                  <a:lnTo>
                    <a:pt x="480" y="40"/>
                  </a:lnTo>
                  <a:lnTo>
                    <a:pt x="476" y="56"/>
                  </a:lnTo>
                  <a:lnTo>
                    <a:pt x="467" y="70"/>
                  </a:lnTo>
                  <a:lnTo>
                    <a:pt x="453" y="79"/>
                  </a:lnTo>
                  <a:lnTo>
                    <a:pt x="438" y="82"/>
                  </a:lnTo>
                  <a:lnTo>
                    <a:pt x="97" y="82"/>
                  </a:lnTo>
                  <a:lnTo>
                    <a:pt x="97" y="218"/>
                  </a:lnTo>
                  <a:lnTo>
                    <a:pt x="333" y="218"/>
                  </a:lnTo>
                  <a:lnTo>
                    <a:pt x="349" y="222"/>
                  </a:lnTo>
                  <a:lnTo>
                    <a:pt x="361" y="231"/>
                  </a:lnTo>
                  <a:lnTo>
                    <a:pt x="370" y="243"/>
                  </a:lnTo>
                  <a:lnTo>
                    <a:pt x="373" y="259"/>
                  </a:lnTo>
                  <a:lnTo>
                    <a:pt x="370" y="276"/>
                  </a:lnTo>
                  <a:lnTo>
                    <a:pt x="361" y="288"/>
                  </a:lnTo>
                  <a:lnTo>
                    <a:pt x="349" y="297"/>
                  </a:lnTo>
                  <a:lnTo>
                    <a:pt x="333" y="300"/>
                  </a:lnTo>
                  <a:lnTo>
                    <a:pt x="97" y="300"/>
                  </a:lnTo>
                  <a:lnTo>
                    <a:pt x="97" y="454"/>
                  </a:lnTo>
                  <a:lnTo>
                    <a:pt x="446" y="454"/>
                  </a:lnTo>
                  <a:lnTo>
                    <a:pt x="464" y="457"/>
                  </a:lnTo>
                  <a:lnTo>
                    <a:pt x="476" y="466"/>
                  </a:lnTo>
                  <a:lnTo>
                    <a:pt x="485" y="478"/>
                  </a:lnTo>
                  <a:lnTo>
                    <a:pt x="488" y="494"/>
                  </a:lnTo>
                  <a:lnTo>
                    <a:pt x="485" y="512"/>
                  </a:lnTo>
                  <a:lnTo>
                    <a:pt x="476" y="524"/>
                  </a:lnTo>
                  <a:lnTo>
                    <a:pt x="464" y="533"/>
                  </a:lnTo>
                  <a:lnTo>
                    <a:pt x="446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6" name="Freeform 14"/>
            <p:cNvSpPr>
              <a:spLocks/>
            </p:cNvSpPr>
            <p:nvPr userDrawn="1"/>
          </p:nvSpPr>
          <p:spPr bwMode="auto">
            <a:xfrm>
              <a:off x="7785916" y="618911"/>
              <a:ext cx="25911" cy="24831"/>
            </a:xfrm>
            <a:custGeom>
              <a:avLst/>
              <a:gdLst>
                <a:gd name="T0" fmla="*/ 51 w 96"/>
                <a:gd name="T1" fmla="*/ 0 h 92"/>
                <a:gd name="T2" fmla="*/ 53 w 96"/>
                <a:gd name="T3" fmla="*/ 0 h 92"/>
                <a:gd name="T4" fmla="*/ 70 w 96"/>
                <a:gd name="T5" fmla="*/ 5 h 92"/>
                <a:gd name="T6" fmla="*/ 84 w 96"/>
                <a:gd name="T7" fmla="*/ 15 h 92"/>
                <a:gd name="T8" fmla="*/ 93 w 96"/>
                <a:gd name="T9" fmla="*/ 31 h 92"/>
                <a:gd name="T10" fmla="*/ 96 w 96"/>
                <a:gd name="T11" fmla="*/ 49 h 92"/>
                <a:gd name="T12" fmla="*/ 91 w 96"/>
                <a:gd name="T13" fmla="*/ 66 h 92"/>
                <a:gd name="T14" fmla="*/ 81 w 96"/>
                <a:gd name="T15" fmla="*/ 80 h 92"/>
                <a:gd name="T16" fmla="*/ 65 w 96"/>
                <a:gd name="T17" fmla="*/ 91 h 92"/>
                <a:gd name="T18" fmla="*/ 47 w 96"/>
                <a:gd name="T19" fmla="*/ 92 h 92"/>
                <a:gd name="T20" fmla="*/ 44 w 96"/>
                <a:gd name="T21" fmla="*/ 92 h 92"/>
                <a:gd name="T22" fmla="*/ 26 w 96"/>
                <a:gd name="T23" fmla="*/ 87 h 92"/>
                <a:gd name="T24" fmla="*/ 12 w 96"/>
                <a:gd name="T25" fmla="*/ 77 h 92"/>
                <a:gd name="T26" fmla="*/ 4 w 96"/>
                <a:gd name="T27" fmla="*/ 61 h 92"/>
                <a:gd name="T28" fmla="*/ 0 w 96"/>
                <a:gd name="T29" fmla="*/ 43 h 92"/>
                <a:gd name="T30" fmla="*/ 5 w 96"/>
                <a:gd name="T31" fmla="*/ 26 h 92"/>
                <a:gd name="T32" fmla="*/ 16 w 96"/>
                <a:gd name="T33" fmla="*/ 12 h 92"/>
                <a:gd name="T34" fmla="*/ 32 w 96"/>
                <a:gd name="T35" fmla="*/ 2 h 92"/>
                <a:gd name="T36" fmla="*/ 51 w 96"/>
                <a:gd name="T37" fmla="*/ 0 h 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96" h="92">
                  <a:moveTo>
                    <a:pt x="51" y="0"/>
                  </a:moveTo>
                  <a:lnTo>
                    <a:pt x="53" y="0"/>
                  </a:lnTo>
                  <a:lnTo>
                    <a:pt x="70" y="5"/>
                  </a:lnTo>
                  <a:lnTo>
                    <a:pt x="84" y="15"/>
                  </a:lnTo>
                  <a:lnTo>
                    <a:pt x="93" y="31"/>
                  </a:lnTo>
                  <a:lnTo>
                    <a:pt x="96" y="49"/>
                  </a:lnTo>
                  <a:lnTo>
                    <a:pt x="91" y="66"/>
                  </a:lnTo>
                  <a:lnTo>
                    <a:pt x="81" y="80"/>
                  </a:lnTo>
                  <a:lnTo>
                    <a:pt x="65" y="91"/>
                  </a:lnTo>
                  <a:lnTo>
                    <a:pt x="47" y="92"/>
                  </a:lnTo>
                  <a:lnTo>
                    <a:pt x="44" y="92"/>
                  </a:lnTo>
                  <a:lnTo>
                    <a:pt x="26" y="87"/>
                  </a:lnTo>
                  <a:lnTo>
                    <a:pt x="12" y="77"/>
                  </a:lnTo>
                  <a:lnTo>
                    <a:pt x="4" y="61"/>
                  </a:lnTo>
                  <a:lnTo>
                    <a:pt x="0" y="43"/>
                  </a:lnTo>
                  <a:lnTo>
                    <a:pt x="5" y="26"/>
                  </a:lnTo>
                  <a:lnTo>
                    <a:pt x="16" y="12"/>
                  </a:lnTo>
                  <a:lnTo>
                    <a:pt x="32" y="2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7" name="Freeform 15"/>
            <p:cNvSpPr>
              <a:spLocks/>
            </p:cNvSpPr>
            <p:nvPr userDrawn="1"/>
          </p:nvSpPr>
          <p:spPr bwMode="auto">
            <a:xfrm>
              <a:off x="7868507" y="539289"/>
              <a:ext cx="37247" cy="44804"/>
            </a:xfrm>
            <a:custGeom>
              <a:avLst/>
              <a:gdLst>
                <a:gd name="T0" fmla="*/ 40 w 138"/>
                <a:gd name="T1" fmla="*/ 0 h 166"/>
                <a:gd name="T2" fmla="*/ 57 w 138"/>
                <a:gd name="T3" fmla="*/ 2 h 166"/>
                <a:gd name="T4" fmla="*/ 73 w 138"/>
                <a:gd name="T5" fmla="*/ 9 h 166"/>
                <a:gd name="T6" fmla="*/ 85 w 138"/>
                <a:gd name="T7" fmla="*/ 22 h 166"/>
                <a:gd name="T8" fmla="*/ 132 w 138"/>
                <a:gd name="T9" fmla="*/ 96 h 166"/>
                <a:gd name="T10" fmla="*/ 138 w 138"/>
                <a:gd name="T11" fmla="*/ 113 h 166"/>
                <a:gd name="T12" fmla="*/ 138 w 138"/>
                <a:gd name="T13" fmla="*/ 131 h 166"/>
                <a:gd name="T14" fmla="*/ 129 w 138"/>
                <a:gd name="T15" fmla="*/ 146 h 166"/>
                <a:gd name="T16" fmla="*/ 115 w 138"/>
                <a:gd name="T17" fmla="*/ 159 h 166"/>
                <a:gd name="T18" fmla="*/ 99 w 138"/>
                <a:gd name="T19" fmla="*/ 166 h 166"/>
                <a:gd name="T20" fmla="*/ 80 w 138"/>
                <a:gd name="T21" fmla="*/ 164 h 166"/>
                <a:gd name="T22" fmla="*/ 64 w 138"/>
                <a:gd name="T23" fmla="*/ 157 h 166"/>
                <a:gd name="T24" fmla="*/ 52 w 138"/>
                <a:gd name="T25" fmla="*/ 143 h 166"/>
                <a:gd name="T26" fmla="*/ 5 w 138"/>
                <a:gd name="T27" fmla="*/ 70 h 166"/>
                <a:gd name="T28" fmla="*/ 0 w 138"/>
                <a:gd name="T29" fmla="*/ 52 h 166"/>
                <a:gd name="T30" fmla="*/ 0 w 138"/>
                <a:gd name="T31" fmla="*/ 35 h 166"/>
                <a:gd name="T32" fmla="*/ 8 w 138"/>
                <a:gd name="T33" fmla="*/ 17 h 166"/>
                <a:gd name="T34" fmla="*/ 22 w 138"/>
                <a:gd name="T35" fmla="*/ 7 h 166"/>
                <a:gd name="T36" fmla="*/ 40 w 138"/>
                <a:gd name="T37" fmla="*/ 0 h 1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38" h="166">
                  <a:moveTo>
                    <a:pt x="40" y="0"/>
                  </a:moveTo>
                  <a:lnTo>
                    <a:pt x="57" y="2"/>
                  </a:lnTo>
                  <a:lnTo>
                    <a:pt x="73" y="9"/>
                  </a:lnTo>
                  <a:lnTo>
                    <a:pt x="85" y="22"/>
                  </a:lnTo>
                  <a:lnTo>
                    <a:pt x="132" y="96"/>
                  </a:lnTo>
                  <a:lnTo>
                    <a:pt x="138" y="113"/>
                  </a:lnTo>
                  <a:lnTo>
                    <a:pt x="138" y="131"/>
                  </a:lnTo>
                  <a:lnTo>
                    <a:pt x="129" y="146"/>
                  </a:lnTo>
                  <a:lnTo>
                    <a:pt x="115" y="159"/>
                  </a:lnTo>
                  <a:lnTo>
                    <a:pt x="99" y="166"/>
                  </a:lnTo>
                  <a:lnTo>
                    <a:pt x="80" y="164"/>
                  </a:lnTo>
                  <a:lnTo>
                    <a:pt x="64" y="157"/>
                  </a:lnTo>
                  <a:lnTo>
                    <a:pt x="52" y="143"/>
                  </a:lnTo>
                  <a:lnTo>
                    <a:pt x="5" y="70"/>
                  </a:lnTo>
                  <a:lnTo>
                    <a:pt x="0" y="52"/>
                  </a:lnTo>
                  <a:lnTo>
                    <a:pt x="0" y="35"/>
                  </a:lnTo>
                  <a:lnTo>
                    <a:pt x="8" y="17"/>
                  </a:lnTo>
                  <a:lnTo>
                    <a:pt x="22" y="7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8" name="Freeform 16"/>
            <p:cNvSpPr>
              <a:spLocks/>
            </p:cNvSpPr>
            <p:nvPr userDrawn="1"/>
          </p:nvSpPr>
          <p:spPr bwMode="auto">
            <a:xfrm>
              <a:off x="7965403" y="477481"/>
              <a:ext cx="37787" cy="69366"/>
            </a:xfrm>
            <a:custGeom>
              <a:avLst/>
              <a:gdLst>
                <a:gd name="T0" fmla="*/ 53 w 140"/>
                <a:gd name="T1" fmla="*/ 0 h 257"/>
                <a:gd name="T2" fmla="*/ 68 w 140"/>
                <a:gd name="T3" fmla="*/ 7 h 257"/>
                <a:gd name="T4" fmla="*/ 82 w 140"/>
                <a:gd name="T5" fmla="*/ 19 h 257"/>
                <a:gd name="T6" fmla="*/ 89 w 140"/>
                <a:gd name="T7" fmla="*/ 35 h 257"/>
                <a:gd name="T8" fmla="*/ 140 w 140"/>
                <a:gd name="T9" fmla="*/ 199 h 257"/>
                <a:gd name="T10" fmla="*/ 140 w 140"/>
                <a:gd name="T11" fmla="*/ 218 h 257"/>
                <a:gd name="T12" fmla="*/ 135 w 140"/>
                <a:gd name="T13" fmla="*/ 234 h 257"/>
                <a:gd name="T14" fmla="*/ 122 w 140"/>
                <a:gd name="T15" fmla="*/ 248 h 257"/>
                <a:gd name="T16" fmla="*/ 105 w 140"/>
                <a:gd name="T17" fmla="*/ 255 h 257"/>
                <a:gd name="T18" fmla="*/ 88 w 140"/>
                <a:gd name="T19" fmla="*/ 257 h 257"/>
                <a:gd name="T20" fmla="*/ 70 w 140"/>
                <a:gd name="T21" fmla="*/ 250 h 257"/>
                <a:gd name="T22" fmla="*/ 58 w 140"/>
                <a:gd name="T23" fmla="*/ 239 h 257"/>
                <a:gd name="T24" fmla="*/ 49 w 140"/>
                <a:gd name="T25" fmla="*/ 222 h 257"/>
                <a:gd name="T26" fmla="*/ 0 w 140"/>
                <a:gd name="T27" fmla="*/ 58 h 257"/>
                <a:gd name="T28" fmla="*/ 0 w 140"/>
                <a:gd name="T29" fmla="*/ 40 h 257"/>
                <a:gd name="T30" fmla="*/ 5 w 140"/>
                <a:gd name="T31" fmla="*/ 23 h 257"/>
                <a:gd name="T32" fmla="*/ 18 w 140"/>
                <a:gd name="T33" fmla="*/ 11 h 257"/>
                <a:gd name="T34" fmla="*/ 33 w 140"/>
                <a:gd name="T35" fmla="*/ 2 h 257"/>
                <a:gd name="T36" fmla="*/ 53 w 140"/>
                <a:gd name="T37" fmla="*/ 0 h 2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40" h="257">
                  <a:moveTo>
                    <a:pt x="53" y="0"/>
                  </a:moveTo>
                  <a:lnTo>
                    <a:pt x="68" y="7"/>
                  </a:lnTo>
                  <a:lnTo>
                    <a:pt x="82" y="19"/>
                  </a:lnTo>
                  <a:lnTo>
                    <a:pt x="89" y="35"/>
                  </a:lnTo>
                  <a:lnTo>
                    <a:pt x="140" y="199"/>
                  </a:lnTo>
                  <a:lnTo>
                    <a:pt x="140" y="218"/>
                  </a:lnTo>
                  <a:lnTo>
                    <a:pt x="135" y="234"/>
                  </a:lnTo>
                  <a:lnTo>
                    <a:pt x="122" y="248"/>
                  </a:lnTo>
                  <a:lnTo>
                    <a:pt x="105" y="255"/>
                  </a:lnTo>
                  <a:lnTo>
                    <a:pt x="88" y="257"/>
                  </a:lnTo>
                  <a:lnTo>
                    <a:pt x="70" y="250"/>
                  </a:lnTo>
                  <a:lnTo>
                    <a:pt x="58" y="239"/>
                  </a:lnTo>
                  <a:lnTo>
                    <a:pt x="49" y="222"/>
                  </a:lnTo>
                  <a:lnTo>
                    <a:pt x="0" y="58"/>
                  </a:lnTo>
                  <a:lnTo>
                    <a:pt x="0" y="40"/>
                  </a:lnTo>
                  <a:lnTo>
                    <a:pt x="5" y="23"/>
                  </a:lnTo>
                  <a:lnTo>
                    <a:pt x="18" y="11"/>
                  </a:lnTo>
                  <a:lnTo>
                    <a:pt x="33" y="2"/>
                  </a:lnTo>
                  <a:lnTo>
                    <a:pt x="53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9" name="Freeform 17"/>
            <p:cNvSpPr>
              <a:spLocks/>
            </p:cNvSpPr>
            <p:nvPr userDrawn="1"/>
          </p:nvSpPr>
          <p:spPr bwMode="auto">
            <a:xfrm>
              <a:off x="8070936" y="427548"/>
              <a:ext cx="32119" cy="95546"/>
            </a:xfrm>
            <a:custGeom>
              <a:avLst/>
              <a:gdLst>
                <a:gd name="T0" fmla="*/ 44 w 119"/>
                <a:gd name="T1" fmla="*/ 0 h 354"/>
                <a:gd name="T2" fmla="*/ 63 w 119"/>
                <a:gd name="T3" fmla="*/ 4 h 354"/>
                <a:gd name="T4" fmla="*/ 77 w 119"/>
                <a:gd name="T5" fmla="*/ 12 h 354"/>
                <a:gd name="T6" fmla="*/ 87 w 119"/>
                <a:gd name="T7" fmla="*/ 26 h 354"/>
                <a:gd name="T8" fmla="*/ 93 w 119"/>
                <a:gd name="T9" fmla="*/ 44 h 354"/>
                <a:gd name="T10" fmla="*/ 119 w 119"/>
                <a:gd name="T11" fmla="*/ 306 h 354"/>
                <a:gd name="T12" fmla="*/ 115 w 119"/>
                <a:gd name="T13" fmla="*/ 323 h 354"/>
                <a:gd name="T14" fmla="*/ 107 w 119"/>
                <a:gd name="T15" fmla="*/ 339 h 354"/>
                <a:gd name="T16" fmla="*/ 93 w 119"/>
                <a:gd name="T17" fmla="*/ 349 h 354"/>
                <a:gd name="T18" fmla="*/ 75 w 119"/>
                <a:gd name="T19" fmla="*/ 354 h 354"/>
                <a:gd name="T20" fmla="*/ 58 w 119"/>
                <a:gd name="T21" fmla="*/ 351 h 354"/>
                <a:gd name="T22" fmla="*/ 42 w 119"/>
                <a:gd name="T23" fmla="*/ 342 h 354"/>
                <a:gd name="T24" fmla="*/ 32 w 119"/>
                <a:gd name="T25" fmla="*/ 328 h 354"/>
                <a:gd name="T26" fmla="*/ 26 w 119"/>
                <a:gd name="T27" fmla="*/ 311 h 354"/>
                <a:gd name="T28" fmla="*/ 0 w 119"/>
                <a:gd name="T29" fmla="*/ 49 h 354"/>
                <a:gd name="T30" fmla="*/ 4 w 119"/>
                <a:gd name="T31" fmla="*/ 32 h 354"/>
                <a:gd name="T32" fmla="*/ 12 w 119"/>
                <a:gd name="T33" fmla="*/ 16 h 354"/>
                <a:gd name="T34" fmla="*/ 26 w 119"/>
                <a:gd name="T35" fmla="*/ 5 h 354"/>
                <a:gd name="T36" fmla="*/ 44 w 119"/>
                <a:gd name="T37" fmla="*/ 0 h 3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19" h="354">
                  <a:moveTo>
                    <a:pt x="44" y="0"/>
                  </a:moveTo>
                  <a:lnTo>
                    <a:pt x="63" y="4"/>
                  </a:lnTo>
                  <a:lnTo>
                    <a:pt x="77" y="12"/>
                  </a:lnTo>
                  <a:lnTo>
                    <a:pt x="87" y="26"/>
                  </a:lnTo>
                  <a:lnTo>
                    <a:pt x="93" y="44"/>
                  </a:lnTo>
                  <a:lnTo>
                    <a:pt x="119" y="306"/>
                  </a:lnTo>
                  <a:lnTo>
                    <a:pt x="115" y="323"/>
                  </a:lnTo>
                  <a:lnTo>
                    <a:pt x="107" y="339"/>
                  </a:lnTo>
                  <a:lnTo>
                    <a:pt x="93" y="349"/>
                  </a:lnTo>
                  <a:lnTo>
                    <a:pt x="75" y="354"/>
                  </a:lnTo>
                  <a:lnTo>
                    <a:pt x="58" y="351"/>
                  </a:lnTo>
                  <a:lnTo>
                    <a:pt x="42" y="342"/>
                  </a:lnTo>
                  <a:lnTo>
                    <a:pt x="32" y="328"/>
                  </a:lnTo>
                  <a:lnTo>
                    <a:pt x="26" y="311"/>
                  </a:lnTo>
                  <a:lnTo>
                    <a:pt x="0" y="49"/>
                  </a:lnTo>
                  <a:lnTo>
                    <a:pt x="4" y="32"/>
                  </a:lnTo>
                  <a:lnTo>
                    <a:pt x="12" y="16"/>
                  </a:lnTo>
                  <a:lnTo>
                    <a:pt x="26" y="5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0" name="Freeform 18"/>
            <p:cNvSpPr>
              <a:spLocks/>
            </p:cNvSpPr>
            <p:nvPr userDrawn="1"/>
          </p:nvSpPr>
          <p:spPr bwMode="auto">
            <a:xfrm>
              <a:off x="8178358" y="392731"/>
              <a:ext cx="29690" cy="119568"/>
            </a:xfrm>
            <a:custGeom>
              <a:avLst/>
              <a:gdLst>
                <a:gd name="T0" fmla="*/ 68 w 110"/>
                <a:gd name="T1" fmla="*/ 0 h 443"/>
                <a:gd name="T2" fmla="*/ 86 w 110"/>
                <a:gd name="T3" fmla="*/ 5 h 443"/>
                <a:gd name="T4" fmla="*/ 100 w 110"/>
                <a:gd name="T5" fmla="*/ 16 h 443"/>
                <a:gd name="T6" fmla="*/ 107 w 110"/>
                <a:gd name="T7" fmla="*/ 31 h 443"/>
                <a:gd name="T8" fmla="*/ 110 w 110"/>
                <a:gd name="T9" fmla="*/ 51 h 443"/>
                <a:gd name="T10" fmla="*/ 93 w 110"/>
                <a:gd name="T11" fmla="*/ 401 h 443"/>
                <a:gd name="T12" fmla="*/ 87 w 110"/>
                <a:gd name="T13" fmla="*/ 419 h 443"/>
                <a:gd name="T14" fmla="*/ 75 w 110"/>
                <a:gd name="T15" fmla="*/ 433 h 443"/>
                <a:gd name="T16" fmla="*/ 61 w 110"/>
                <a:gd name="T17" fmla="*/ 442 h 443"/>
                <a:gd name="T18" fmla="*/ 42 w 110"/>
                <a:gd name="T19" fmla="*/ 443 h 443"/>
                <a:gd name="T20" fmla="*/ 25 w 110"/>
                <a:gd name="T21" fmla="*/ 438 h 443"/>
                <a:gd name="T22" fmla="*/ 11 w 110"/>
                <a:gd name="T23" fmla="*/ 426 h 443"/>
                <a:gd name="T24" fmla="*/ 2 w 110"/>
                <a:gd name="T25" fmla="*/ 412 h 443"/>
                <a:gd name="T26" fmla="*/ 0 w 110"/>
                <a:gd name="T27" fmla="*/ 393 h 443"/>
                <a:gd name="T28" fmla="*/ 18 w 110"/>
                <a:gd name="T29" fmla="*/ 42 h 443"/>
                <a:gd name="T30" fmla="*/ 23 w 110"/>
                <a:gd name="T31" fmla="*/ 24 h 443"/>
                <a:gd name="T32" fmla="*/ 33 w 110"/>
                <a:gd name="T33" fmla="*/ 10 h 443"/>
                <a:gd name="T34" fmla="*/ 49 w 110"/>
                <a:gd name="T35" fmla="*/ 2 h 443"/>
                <a:gd name="T36" fmla="*/ 68 w 110"/>
                <a:gd name="T37" fmla="*/ 0 h 4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10" h="443">
                  <a:moveTo>
                    <a:pt x="68" y="0"/>
                  </a:moveTo>
                  <a:lnTo>
                    <a:pt x="86" y="5"/>
                  </a:lnTo>
                  <a:lnTo>
                    <a:pt x="100" y="16"/>
                  </a:lnTo>
                  <a:lnTo>
                    <a:pt x="107" y="31"/>
                  </a:lnTo>
                  <a:lnTo>
                    <a:pt x="110" y="51"/>
                  </a:lnTo>
                  <a:lnTo>
                    <a:pt x="93" y="401"/>
                  </a:lnTo>
                  <a:lnTo>
                    <a:pt x="87" y="419"/>
                  </a:lnTo>
                  <a:lnTo>
                    <a:pt x="75" y="433"/>
                  </a:lnTo>
                  <a:lnTo>
                    <a:pt x="61" y="442"/>
                  </a:lnTo>
                  <a:lnTo>
                    <a:pt x="42" y="443"/>
                  </a:lnTo>
                  <a:lnTo>
                    <a:pt x="25" y="438"/>
                  </a:lnTo>
                  <a:lnTo>
                    <a:pt x="11" y="426"/>
                  </a:lnTo>
                  <a:lnTo>
                    <a:pt x="2" y="412"/>
                  </a:lnTo>
                  <a:lnTo>
                    <a:pt x="0" y="393"/>
                  </a:lnTo>
                  <a:lnTo>
                    <a:pt x="18" y="42"/>
                  </a:lnTo>
                  <a:lnTo>
                    <a:pt x="23" y="24"/>
                  </a:lnTo>
                  <a:lnTo>
                    <a:pt x="33" y="10"/>
                  </a:lnTo>
                  <a:lnTo>
                    <a:pt x="49" y="2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1" name="Freeform 19"/>
            <p:cNvSpPr>
              <a:spLocks/>
            </p:cNvSpPr>
            <p:nvPr userDrawn="1"/>
          </p:nvSpPr>
          <p:spPr bwMode="auto">
            <a:xfrm>
              <a:off x="8280113" y="371948"/>
              <a:ext cx="46154" cy="141430"/>
            </a:xfrm>
            <a:custGeom>
              <a:avLst/>
              <a:gdLst>
                <a:gd name="T0" fmla="*/ 119 w 171"/>
                <a:gd name="T1" fmla="*/ 0 h 524"/>
                <a:gd name="T2" fmla="*/ 136 w 171"/>
                <a:gd name="T3" fmla="*/ 0 h 524"/>
                <a:gd name="T4" fmla="*/ 154 w 171"/>
                <a:gd name="T5" fmla="*/ 9 h 524"/>
                <a:gd name="T6" fmla="*/ 166 w 171"/>
                <a:gd name="T7" fmla="*/ 21 h 524"/>
                <a:gd name="T8" fmla="*/ 171 w 171"/>
                <a:gd name="T9" fmla="*/ 37 h 524"/>
                <a:gd name="T10" fmla="*/ 171 w 171"/>
                <a:gd name="T11" fmla="*/ 56 h 524"/>
                <a:gd name="T12" fmla="*/ 91 w 171"/>
                <a:gd name="T13" fmla="*/ 489 h 524"/>
                <a:gd name="T14" fmla="*/ 84 w 171"/>
                <a:gd name="T15" fmla="*/ 506 h 524"/>
                <a:gd name="T16" fmla="*/ 70 w 171"/>
                <a:gd name="T17" fmla="*/ 517 h 524"/>
                <a:gd name="T18" fmla="*/ 54 w 171"/>
                <a:gd name="T19" fmla="*/ 524 h 524"/>
                <a:gd name="T20" fmla="*/ 37 w 171"/>
                <a:gd name="T21" fmla="*/ 524 h 524"/>
                <a:gd name="T22" fmla="*/ 19 w 171"/>
                <a:gd name="T23" fmla="*/ 517 h 524"/>
                <a:gd name="T24" fmla="*/ 7 w 171"/>
                <a:gd name="T25" fmla="*/ 503 h 524"/>
                <a:gd name="T26" fmla="*/ 0 w 171"/>
                <a:gd name="T27" fmla="*/ 487 h 524"/>
                <a:gd name="T28" fmla="*/ 2 w 171"/>
                <a:gd name="T29" fmla="*/ 468 h 524"/>
                <a:gd name="T30" fmla="*/ 82 w 171"/>
                <a:gd name="T31" fmla="*/ 35 h 524"/>
                <a:gd name="T32" fmla="*/ 89 w 171"/>
                <a:gd name="T33" fmla="*/ 19 h 524"/>
                <a:gd name="T34" fmla="*/ 101 w 171"/>
                <a:gd name="T35" fmla="*/ 7 h 524"/>
                <a:gd name="T36" fmla="*/ 119 w 171"/>
                <a:gd name="T37" fmla="*/ 0 h 5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71" h="524">
                  <a:moveTo>
                    <a:pt x="119" y="0"/>
                  </a:moveTo>
                  <a:lnTo>
                    <a:pt x="136" y="0"/>
                  </a:lnTo>
                  <a:lnTo>
                    <a:pt x="154" y="9"/>
                  </a:lnTo>
                  <a:lnTo>
                    <a:pt x="166" y="21"/>
                  </a:lnTo>
                  <a:lnTo>
                    <a:pt x="171" y="37"/>
                  </a:lnTo>
                  <a:lnTo>
                    <a:pt x="171" y="56"/>
                  </a:lnTo>
                  <a:lnTo>
                    <a:pt x="91" y="489"/>
                  </a:lnTo>
                  <a:lnTo>
                    <a:pt x="84" y="506"/>
                  </a:lnTo>
                  <a:lnTo>
                    <a:pt x="70" y="517"/>
                  </a:lnTo>
                  <a:lnTo>
                    <a:pt x="54" y="524"/>
                  </a:lnTo>
                  <a:lnTo>
                    <a:pt x="37" y="524"/>
                  </a:lnTo>
                  <a:lnTo>
                    <a:pt x="19" y="517"/>
                  </a:lnTo>
                  <a:lnTo>
                    <a:pt x="7" y="503"/>
                  </a:lnTo>
                  <a:lnTo>
                    <a:pt x="0" y="487"/>
                  </a:lnTo>
                  <a:lnTo>
                    <a:pt x="2" y="468"/>
                  </a:lnTo>
                  <a:lnTo>
                    <a:pt x="82" y="35"/>
                  </a:lnTo>
                  <a:lnTo>
                    <a:pt x="89" y="19"/>
                  </a:lnTo>
                  <a:lnTo>
                    <a:pt x="101" y="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2" name="Freeform 20"/>
            <p:cNvSpPr>
              <a:spLocks/>
            </p:cNvSpPr>
            <p:nvPr userDrawn="1"/>
          </p:nvSpPr>
          <p:spPr bwMode="auto">
            <a:xfrm>
              <a:off x="8379438" y="365740"/>
              <a:ext cx="68826" cy="161673"/>
            </a:xfrm>
            <a:custGeom>
              <a:avLst/>
              <a:gdLst>
                <a:gd name="T0" fmla="*/ 206 w 255"/>
                <a:gd name="T1" fmla="*/ 0 h 599"/>
                <a:gd name="T2" fmla="*/ 226 w 255"/>
                <a:gd name="T3" fmla="*/ 4 h 599"/>
                <a:gd name="T4" fmla="*/ 241 w 255"/>
                <a:gd name="T5" fmla="*/ 13 h 599"/>
                <a:gd name="T6" fmla="*/ 252 w 255"/>
                <a:gd name="T7" fmla="*/ 27 h 599"/>
                <a:gd name="T8" fmla="*/ 255 w 255"/>
                <a:gd name="T9" fmla="*/ 44 h 599"/>
                <a:gd name="T10" fmla="*/ 254 w 255"/>
                <a:gd name="T11" fmla="*/ 62 h 599"/>
                <a:gd name="T12" fmla="*/ 90 w 255"/>
                <a:gd name="T13" fmla="*/ 569 h 599"/>
                <a:gd name="T14" fmla="*/ 81 w 255"/>
                <a:gd name="T15" fmla="*/ 585 h 599"/>
                <a:gd name="T16" fmla="*/ 65 w 255"/>
                <a:gd name="T17" fmla="*/ 596 h 599"/>
                <a:gd name="T18" fmla="*/ 49 w 255"/>
                <a:gd name="T19" fmla="*/ 599 h 599"/>
                <a:gd name="T20" fmla="*/ 30 w 255"/>
                <a:gd name="T21" fmla="*/ 597 h 599"/>
                <a:gd name="T22" fmla="*/ 14 w 255"/>
                <a:gd name="T23" fmla="*/ 587 h 599"/>
                <a:gd name="T24" fmla="*/ 4 w 255"/>
                <a:gd name="T25" fmla="*/ 573 h 599"/>
                <a:gd name="T26" fmla="*/ 0 w 255"/>
                <a:gd name="T27" fmla="*/ 556 h 599"/>
                <a:gd name="T28" fmla="*/ 2 w 255"/>
                <a:gd name="T29" fmla="*/ 538 h 599"/>
                <a:gd name="T30" fmla="*/ 166 w 255"/>
                <a:gd name="T31" fmla="*/ 30 h 599"/>
                <a:gd name="T32" fmla="*/ 175 w 255"/>
                <a:gd name="T33" fmla="*/ 16 h 599"/>
                <a:gd name="T34" fmla="*/ 191 w 255"/>
                <a:gd name="T35" fmla="*/ 6 h 599"/>
                <a:gd name="T36" fmla="*/ 206 w 255"/>
                <a:gd name="T37" fmla="*/ 0 h 5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5" h="599">
                  <a:moveTo>
                    <a:pt x="206" y="0"/>
                  </a:moveTo>
                  <a:lnTo>
                    <a:pt x="226" y="4"/>
                  </a:lnTo>
                  <a:lnTo>
                    <a:pt x="241" y="13"/>
                  </a:lnTo>
                  <a:lnTo>
                    <a:pt x="252" y="27"/>
                  </a:lnTo>
                  <a:lnTo>
                    <a:pt x="255" y="44"/>
                  </a:lnTo>
                  <a:lnTo>
                    <a:pt x="254" y="62"/>
                  </a:lnTo>
                  <a:lnTo>
                    <a:pt x="90" y="569"/>
                  </a:lnTo>
                  <a:lnTo>
                    <a:pt x="81" y="585"/>
                  </a:lnTo>
                  <a:lnTo>
                    <a:pt x="65" y="596"/>
                  </a:lnTo>
                  <a:lnTo>
                    <a:pt x="49" y="599"/>
                  </a:lnTo>
                  <a:lnTo>
                    <a:pt x="30" y="597"/>
                  </a:lnTo>
                  <a:lnTo>
                    <a:pt x="14" y="587"/>
                  </a:lnTo>
                  <a:lnTo>
                    <a:pt x="4" y="573"/>
                  </a:lnTo>
                  <a:lnTo>
                    <a:pt x="0" y="556"/>
                  </a:lnTo>
                  <a:lnTo>
                    <a:pt x="2" y="538"/>
                  </a:lnTo>
                  <a:lnTo>
                    <a:pt x="166" y="30"/>
                  </a:lnTo>
                  <a:lnTo>
                    <a:pt x="175" y="16"/>
                  </a:lnTo>
                  <a:lnTo>
                    <a:pt x="191" y="6"/>
                  </a:lnTo>
                  <a:lnTo>
                    <a:pt x="206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3" name="Freeform 21"/>
            <p:cNvSpPr>
              <a:spLocks/>
            </p:cNvSpPr>
            <p:nvPr userDrawn="1"/>
          </p:nvSpPr>
          <p:spPr bwMode="auto">
            <a:xfrm>
              <a:off x="8477144" y="377076"/>
              <a:ext cx="95007" cy="176788"/>
            </a:xfrm>
            <a:custGeom>
              <a:avLst/>
              <a:gdLst>
                <a:gd name="T0" fmla="*/ 309 w 352"/>
                <a:gd name="T1" fmla="*/ 0 h 655"/>
                <a:gd name="T2" fmla="*/ 326 w 352"/>
                <a:gd name="T3" fmla="*/ 6 h 655"/>
                <a:gd name="T4" fmla="*/ 342 w 352"/>
                <a:gd name="T5" fmla="*/ 18 h 655"/>
                <a:gd name="T6" fmla="*/ 349 w 352"/>
                <a:gd name="T7" fmla="*/ 32 h 655"/>
                <a:gd name="T8" fmla="*/ 352 w 352"/>
                <a:gd name="T9" fmla="*/ 49 h 655"/>
                <a:gd name="T10" fmla="*/ 347 w 352"/>
                <a:gd name="T11" fmla="*/ 68 h 655"/>
                <a:gd name="T12" fmla="*/ 87 w 352"/>
                <a:gd name="T13" fmla="*/ 630 h 655"/>
                <a:gd name="T14" fmla="*/ 77 w 352"/>
                <a:gd name="T15" fmla="*/ 644 h 655"/>
                <a:gd name="T16" fmla="*/ 61 w 352"/>
                <a:gd name="T17" fmla="*/ 653 h 655"/>
                <a:gd name="T18" fmla="*/ 43 w 352"/>
                <a:gd name="T19" fmla="*/ 655 h 655"/>
                <a:gd name="T20" fmla="*/ 26 w 352"/>
                <a:gd name="T21" fmla="*/ 650 h 655"/>
                <a:gd name="T22" fmla="*/ 10 w 352"/>
                <a:gd name="T23" fmla="*/ 639 h 655"/>
                <a:gd name="T24" fmla="*/ 3 w 352"/>
                <a:gd name="T25" fmla="*/ 623 h 655"/>
                <a:gd name="T26" fmla="*/ 0 w 352"/>
                <a:gd name="T27" fmla="*/ 606 h 655"/>
                <a:gd name="T28" fmla="*/ 5 w 352"/>
                <a:gd name="T29" fmla="*/ 589 h 655"/>
                <a:gd name="T30" fmla="*/ 265 w 352"/>
                <a:gd name="T31" fmla="*/ 27 h 655"/>
                <a:gd name="T32" fmla="*/ 276 w 352"/>
                <a:gd name="T33" fmla="*/ 11 h 655"/>
                <a:gd name="T34" fmla="*/ 291 w 352"/>
                <a:gd name="T35" fmla="*/ 4 h 655"/>
                <a:gd name="T36" fmla="*/ 309 w 352"/>
                <a:gd name="T37" fmla="*/ 0 h 6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52" h="655">
                  <a:moveTo>
                    <a:pt x="309" y="0"/>
                  </a:moveTo>
                  <a:lnTo>
                    <a:pt x="326" y="6"/>
                  </a:lnTo>
                  <a:lnTo>
                    <a:pt x="342" y="18"/>
                  </a:lnTo>
                  <a:lnTo>
                    <a:pt x="349" y="32"/>
                  </a:lnTo>
                  <a:lnTo>
                    <a:pt x="352" y="49"/>
                  </a:lnTo>
                  <a:lnTo>
                    <a:pt x="347" y="68"/>
                  </a:lnTo>
                  <a:lnTo>
                    <a:pt x="87" y="630"/>
                  </a:lnTo>
                  <a:lnTo>
                    <a:pt x="77" y="644"/>
                  </a:lnTo>
                  <a:lnTo>
                    <a:pt x="61" y="653"/>
                  </a:lnTo>
                  <a:lnTo>
                    <a:pt x="43" y="655"/>
                  </a:lnTo>
                  <a:lnTo>
                    <a:pt x="26" y="650"/>
                  </a:lnTo>
                  <a:lnTo>
                    <a:pt x="10" y="639"/>
                  </a:lnTo>
                  <a:lnTo>
                    <a:pt x="3" y="623"/>
                  </a:lnTo>
                  <a:lnTo>
                    <a:pt x="0" y="606"/>
                  </a:lnTo>
                  <a:lnTo>
                    <a:pt x="5" y="589"/>
                  </a:lnTo>
                  <a:lnTo>
                    <a:pt x="265" y="27"/>
                  </a:lnTo>
                  <a:lnTo>
                    <a:pt x="276" y="11"/>
                  </a:lnTo>
                  <a:lnTo>
                    <a:pt x="291" y="4"/>
                  </a:lnTo>
                  <a:lnTo>
                    <a:pt x="309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4" name="Freeform 22"/>
            <p:cNvSpPr>
              <a:spLocks/>
            </p:cNvSpPr>
            <p:nvPr userDrawn="1"/>
          </p:nvSpPr>
          <p:spPr bwMode="auto">
            <a:xfrm>
              <a:off x="8573230" y="405416"/>
              <a:ext cx="122537" cy="187584"/>
            </a:xfrm>
            <a:custGeom>
              <a:avLst/>
              <a:gdLst>
                <a:gd name="T0" fmla="*/ 417 w 454"/>
                <a:gd name="T1" fmla="*/ 0 h 695"/>
                <a:gd name="T2" fmla="*/ 433 w 454"/>
                <a:gd name="T3" fmla="*/ 7 h 695"/>
                <a:gd name="T4" fmla="*/ 447 w 454"/>
                <a:gd name="T5" fmla="*/ 21 h 695"/>
                <a:gd name="T6" fmla="*/ 454 w 454"/>
                <a:gd name="T7" fmla="*/ 37 h 695"/>
                <a:gd name="T8" fmla="*/ 454 w 454"/>
                <a:gd name="T9" fmla="*/ 54 h 695"/>
                <a:gd name="T10" fmla="*/ 447 w 454"/>
                <a:gd name="T11" fmla="*/ 72 h 695"/>
                <a:gd name="T12" fmla="*/ 84 w 454"/>
                <a:gd name="T13" fmla="*/ 676 h 695"/>
                <a:gd name="T14" fmla="*/ 70 w 454"/>
                <a:gd name="T15" fmla="*/ 688 h 695"/>
                <a:gd name="T16" fmla="*/ 54 w 454"/>
                <a:gd name="T17" fmla="*/ 695 h 695"/>
                <a:gd name="T18" fmla="*/ 37 w 454"/>
                <a:gd name="T19" fmla="*/ 695 h 695"/>
                <a:gd name="T20" fmla="*/ 19 w 454"/>
                <a:gd name="T21" fmla="*/ 688 h 695"/>
                <a:gd name="T22" fmla="*/ 7 w 454"/>
                <a:gd name="T23" fmla="*/ 676 h 695"/>
                <a:gd name="T24" fmla="*/ 0 w 454"/>
                <a:gd name="T25" fmla="*/ 660 h 695"/>
                <a:gd name="T26" fmla="*/ 0 w 454"/>
                <a:gd name="T27" fmla="*/ 642 h 695"/>
                <a:gd name="T28" fmla="*/ 7 w 454"/>
                <a:gd name="T29" fmla="*/ 625 h 695"/>
                <a:gd name="T30" fmla="*/ 370 w 454"/>
                <a:gd name="T31" fmla="*/ 21 h 695"/>
                <a:gd name="T32" fmla="*/ 382 w 454"/>
                <a:gd name="T33" fmla="*/ 7 h 695"/>
                <a:gd name="T34" fmla="*/ 400 w 454"/>
                <a:gd name="T35" fmla="*/ 0 h 695"/>
                <a:gd name="T36" fmla="*/ 417 w 454"/>
                <a:gd name="T37" fmla="*/ 0 h 6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454" h="695">
                  <a:moveTo>
                    <a:pt x="417" y="0"/>
                  </a:moveTo>
                  <a:lnTo>
                    <a:pt x="433" y="7"/>
                  </a:lnTo>
                  <a:lnTo>
                    <a:pt x="447" y="21"/>
                  </a:lnTo>
                  <a:lnTo>
                    <a:pt x="454" y="37"/>
                  </a:lnTo>
                  <a:lnTo>
                    <a:pt x="454" y="54"/>
                  </a:lnTo>
                  <a:lnTo>
                    <a:pt x="447" y="72"/>
                  </a:lnTo>
                  <a:lnTo>
                    <a:pt x="84" y="676"/>
                  </a:lnTo>
                  <a:lnTo>
                    <a:pt x="70" y="688"/>
                  </a:lnTo>
                  <a:lnTo>
                    <a:pt x="54" y="695"/>
                  </a:lnTo>
                  <a:lnTo>
                    <a:pt x="37" y="695"/>
                  </a:lnTo>
                  <a:lnTo>
                    <a:pt x="19" y="688"/>
                  </a:lnTo>
                  <a:lnTo>
                    <a:pt x="7" y="676"/>
                  </a:lnTo>
                  <a:lnTo>
                    <a:pt x="0" y="660"/>
                  </a:lnTo>
                  <a:lnTo>
                    <a:pt x="0" y="642"/>
                  </a:lnTo>
                  <a:lnTo>
                    <a:pt x="7" y="625"/>
                  </a:lnTo>
                  <a:lnTo>
                    <a:pt x="370" y="21"/>
                  </a:lnTo>
                  <a:lnTo>
                    <a:pt x="382" y="7"/>
                  </a:lnTo>
                  <a:lnTo>
                    <a:pt x="400" y="0"/>
                  </a:lnTo>
                  <a:lnTo>
                    <a:pt x="417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5" name="Freeform 23"/>
            <p:cNvSpPr>
              <a:spLocks/>
            </p:cNvSpPr>
            <p:nvPr userDrawn="1"/>
          </p:nvSpPr>
          <p:spPr bwMode="auto">
            <a:xfrm>
              <a:off x="8663109" y="450760"/>
              <a:ext cx="154656" cy="193522"/>
            </a:xfrm>
            <a:custGeom>
              <a:avLst/>
              <a:gdLst>
                <a:gd name="T0" fmla="*/ 522 w 573"/>
                <a:gd name="T1" fmla="*/ 0 h 717"/>
                <a:gd name="T2" fmla="*/ 540 w 573"/>
                <a:gd name="T3" fmla="*/ 1 h 717"/>
                <a:gd name="T4" fmla="*/ 557 w 573"/>
                <a:gd name="T5" fmla="*/ 10 h 717"/>
                <a:gd name="T6" fmla="*/ 568 w 573"/>
                <a:gd name="T7" fmla="*/ 24 h 717"/>
                <a:gd name="T8" fmla="*/ 573 w 573"/>
                <a:gd name="T9" fmla="*/ 40 h 717"/>
                <a:gd name="T10" fmla="*/ 571 w 573"/>
                <a:gd name="T11" fmla="*/ 57 h 717"/>
                <a:gd name="T12" fmla="*/ 562 w 573"/>
                <a:gd name="T13" fmla="*/ 75 h 717"/>
                <a:gd name="T14" fmla="*/ 81 w 573"/>
                <a:gd name="T15" fmla="*/ 700 h 717"/>
                <a:gd name="T16" fmla="*/ 67 w 573"/>
                <a:gd name="T17" fmla="*/ 712 h 717"/>
                <a:gd name="T18" fmla="*/ 51 w 573"/>
                <a:gd name="T19" fmla="*/ 717 h 717"/>
                <a:gd name="T20" fmla="*/ 32 w 573"/>
                <a:gd name="T21" fmla="*/ 715 h 717"/>
                <a:gd name="T22" fmla="*/ 16 w 573"/>
                <a:gd name="T23" fmla="*/ 707 h 717"/>
                <a:gd name="T24" fmla="*/ 5 w 573"/>
                <a:gd name="T25" fmla="*/ 693 h 717"/>
                <a:gd name="T26" fmla="*/ 0 w 573"/>
                <a:gd name="T27" fmla="*/ 675 h 717"/>
                <a:gd name="T28" fmla="*/ 2 w 573"/>
                <a:gd name="T29" fmla="*/ 658 h 717"/>
                <a:gd name="T30" fmla="*/ 11 w 573"/>
                <a:gd name="T31" fmla="*/ 642 h 717"/>
                <a:gd name="T32" fmla="*/ 491 w 573"/>
                <a:gd name="T33" fmla="*/ 15 h 717"/>
                <a:gd name="T34" fmla="*/ 506 w 573"/>
                <a:gd name="T35" fmla="*/ 3 h 717"/>
                <a:gd name="T36" fmla="*/ 522 w 573"/>
                <a:gd name="T37" fmla="*/ 0 h 7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73" h="717">
                  <a:moveTo>
                    <a:pt x="522" y="0"/>
                  </a:moveTo>
                  <a:lnTo>
                    <a:pt x="540" y="1"/>
                  </a:lnTo>
                  <a:lnTo>
                    <a:pt x="557" y="10"/>
                  </a:lnTo>
                  <a:lnTo>
                    <a:pt x="568" y="24"/>
                  </a:lnTo>
                  <a:lnTo>
                    <a:pt x="573" y="40"/>
                  </a:lnTo>
                  <a:lnTo>
                    <a:pt x="571" y="57"/>
                  </a:lnTo>
                  <a:lnTo>
                    <a:pt x="562" y="75"/>
                  </a:lnTo>
                  <a:lnTo>
                    <a:pt x="81" y="700"/>
                  </a:lnTo>
                  <a:lnTo>
                    <a:pt x="67" y="712"/>
                  </a:lnTo>
                  <a:lnTo>
                    <a:pt x="51" y="717"/>
                  </a:lnTo>
                  <a:lnTo>
                    <a:pt x="32" y="715"/>
                  </a:lnTo>
                  <a:lnTo>
                    <a:pt x="16" y="707"/>
                  </a:lnTo>
                  <a:lnTo>
                    <a:pt x="5" y="693"/>
                  </a:lnTo>
                  <a:lnTo>
                    <a:pt x="0" y="675"/>
                  </a:lnTo>
                  <a:lnTo>
                    <a:pt x="2" y="658"/>
                  </a:lnTo>
                  <a:lnTo>
                    <a:pt x="11" y="642"/>
                  </a:lnTo>
                  <a:lnTo>
                    <a:pt x="491" y="15"/>
                  </a:lnTo>
                  <a:lnTo>
                    <a:pt x="506" y="3"/>
                  </a:lnTo>
                  <a:lnTo>
                    <a:pt x="522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964137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557" b="649"/>
          <a:stretch/>
        </p:blipFill>
        <p:spPr>
          <a:xfrm>
            <a:off x="-1" y="6259484"/>
            <a:ext cx="9144002" cy="598516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6728BC2-ACA3-447C-A909-F3F49211C0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SmartArt Placeholder 2"/>
          <p:cNvSpPr>
            <a:spLocks noGrp="1"/>
          </p:cNvSpPr>
          <p:nvPr>
            <p:ph type="dgm" sz="quarter" idx="13"/>
          </p:nvPr>
        </p:nvSpPr>
        <p:spPr>
          <a:xfrm>
            <a:off x="133350" y="125413"/>
            <a:ext cx="8850313" cy="6008687"/>
          </a:xfrm>
        </p:spPr>
        <p:txBody>
          <a:bodyPr/>
          <a:lstStyle/>
          <a:p>
            <a:r>
              <a:rPr lang="en-US"/>
              <a:t>Click icon to add SmartArt graphic</a:t>
            </a:r>
          </a:p>
        </p:txBody>
      </p:sp>
    </p:spTree>
    <p:extLst>
      <p:ext uri="{BB962C8B-B14F-4D97-AF65-F5344CB8AC3E}">
        <p14:creationId xmlns:p14="http://schemas.microsoft.com/office/powerpoint/2010/main" val="2998561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6251171"/>
            <a:ext cx="9144000" cy="60682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6728BC2-ACA3-447C-A909-F3F49211C066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765" y="6367323"/>
            <a:ext cx="1260213" cy="394766"/>
          </a:xfrm>
          <a:prstGeom prst="rect">
            <a:avLst/>
          </a:prstGeom>
        </p:spPr>
      </p:pic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80010" y="-4950"/>
            <a:ext cx="8383980" cy="844535"/>
          </a:xfrm>
        </p:spPr>
        <p:txBody>
          <a:bodyPr/>
          <a:lstStyle>
            <a:lvl1pPr>
              <a:defRPr baseline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380010" y="1097280"/>
            <a:ext cx="8383980" cy="4910129"/>
          </a:xfrm>
        </p:spPr>
        <p:txBody>
          <a:bodyPr/>
          <a:lstStyle>
            <a:lvl1pPr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02513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 flipV="1">
            <a:off x="0" y="1219200"/>
            <a:ext cx="9144000" cy="563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0" y="0"/>
            <a:ext cx="9144000" cy="1219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6728BC2-ACA3-447C-A909-F3F49211C066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/>
          <p:cNvGrpSpPr/>
          <p:nvPr userDrawn="1"/>
        </p:nvGrpSpPr>
        <p:grpSpPr>
          <a:xfrm>
            <a:off x="7264458" y="365740"/>
            <a:ext cx="1553307" cy="487719"/>
            <a:chOff x="7264458" y="365740"/>
            <a:chExt cx="1553307" cy="487719"/>
          </a:xfrm>
        </p:grpSpPr>
        <p:sp>
          <p:nvSpPr>
            <p:cNvPr id="8" name="Freeform 6"/>
            <p:cNvSpPr>
              <a:spLocks noEditPoints="1"/>
            </p:cNvSpPr>
            <p:nvPr userDrawn="1"/>
          </p:nvSpPr>
          <p:spPr bwMode="auto">
            <a:xfrm>
              <a:off x="7264458" y="705011"/>
              <a:ext cx="148988" cy="144669"/>
            </a:xfrm>
            <a:custGeom>
              <a:avLst/>
              <a:gdLst>
                <a:gd name="T0" fmla="*/ 98 w 552"/>
                <a:gd name="T1" fmla="*/ 79 h 536"/>
                <a:gd name="T2" fmla="*/ 98 w 552"/>
                <a:gd name="T3" fmla="*/ 241 h 536"/>
                <a:gd name="T4" fmla="*/ 307 w 552"/>
                <a:gd name="T5" fmla="*/ 241 h 536"/>
                <a:gd name="T6" fmla="*/ 342 w 552"/>
                <a:gd name="T7" fmla="*/ 241 h 536"/>
                <a:gd name="T8" fmla="*/ 374 w 552"/>
                <a:gd name="T9" fmla="*/ 238 h 536"/>
                <a:gd name="T10" fmla="*/ 398 w 552"/>
                <a:gd name="T11" fmla="*/ 231 h 536"/>
                <a:gd name="T12" fmla="*/ 417 w 552"/>
                <a:gd name="T13" fmla="*/ 222 h 536"/>
                <a:gd name="T14" fmla="*/ 431 w 552"/>
                <a:gd name="T15" fmla="*/ 206 h 536"/>
                <a:gd name="T16" fmla="*/ 440 w 552"/>
                <a:gd name="T17" fmla="*/ 187 h 536"/>
                <a:gd name="T18" fmla="*/ 443 w 552"/>
                <a:gd name="T19" fmla="*/ 161 h 536"/>
                <a:gd name="T20" fmla="*/ 440 w 552"/>
                <a:gd name="T21" fmla="*/ 135 h 536"/>
                <a:gd name="T22" fmla="*/ 431 w 552"/>
                <a:gd name="T23" fmla="*/ 114 h 536"/>
                <a:gd name="T24" fmla="*/ 417 w 552"/>
                <a:gd name="T25" fmla="*/ 100 h 536"/>
                <a:gd name="T26" fmla="*/ 398 w 552"/>
                <a:gd name="T27" fmla="*/ 89 h 536"/>
                <a:gd name="T28" fmla="*/ 374 w 552"/>
                <a:gd name="T29" fmla="*/ 84 h 536"/>
                <a:gd name="T30" fmla="*/ 342 w 552"/>
                <a:gd name="T31" fmla="*/ 80 h 536"/>
                <a:gd name="T32" fmla="*/ 307 w 552"/>
                <a:gd name="T33" fmla="*/ 79 h 536"/>
                <a:gd name="T34" fmla="*/ 98 w 552"/>
                <a:gd name="T35" fmla="*/ 79 h 536"/>
                <a:gd name="T36" fmla="*/ 0 w 552"/>
                <a:gd name="T37" fmla="*/ 0 h 536"/>
                <a:gd name="T38" fmla="*/ 323 w 552"/>
                <a:gd name="T39" fmla="*/ 0 h 536"/>
                <a:gd name="T40" fmla="*/ 377 w 552"/>
                <a:gd name="T41" fmla="*/ 2 h 536"/>
                <a:gd name="T42" fmla="*/ 422 w 552"/>
                <a:gd name="T43" fmla="*/ 9 h 536"/>
                <a:gd name="T44" fmla="*/ 461 w 552"/>
                <a:gd name="T45" fmla="*/ 19 h 536"/>
                <a:gd name="T46" fmla="*/ 490 w 552"/>
                <a:gd name="T47" fmla="*/ 37 h 536"/>
                <a:gd name="T48" fmla="*/ 513 w 552"/>
                <a:gd name="T49" fmla="*/ 58 h 536"/>
                <a:gd name="T50" fmla="*/ 529 w 552"/>
                <a:gd name="T51" fmla="*/ 86 h 536"/>
                <a:gd name="T52" fmla="*/ 538 w 552"/>
                <a:gd name="T53" fmla="*/ 119 h 536"/>
                <a:gd name="T54" fmla="*/ 541 w 552"/>
                <a:gd name="T55" fmla="*/ 157 h 536"/>
                <a:gd name="T56" fmla="*/ 538 w 552"/>
                <a:gd name="T57" fmla="*/ 194 h 536"/>
                <a:gd name="T58" fmla="*/ 529 w 552"/>
                <a:gd name="T59" fmla="*/ 225 h 536"/>
                <a:gd name="T60" fmla="*/ 513 w 552"/>
                <a:gd name="T61" fmla="*/ 252 h 536"/>
                <a:gd name="T62" fmla="*/ 494 w 552"/>
                <a:gd name="T63" fmla="*/ 272 h 536"/>
                <a:gd name="T64" fmla="*/ 473 w 552"/>
                <a:gd name="T65" fmla="*/ 290 h 536"/>
                <a:gd name="T66" fmla="*/ 447 w 552"/>
                <a:gd name="T67" fmla="*/ 302 h 536"/>
                <a:gd name="T68" fmla="*/ 421 w 552"/>
                <a:gd name="T69" fmla="*/ 311 h 536"/>
                <a:gd name="T70" fmla="*/ 393 w 552"/>
                <a:gd name="T71" fmla="*/ 314 h 536"/>
                <a:gd name="T72" fmla="*/ 384 w 552"/>
                <a:gd name="T73" fmla="*/ 314 h 536"/>
                <a:gd name="T74" fmla="*/ 552 w 552"/>
                <a:gd name="T75" fmla="*/ 536 h 536"/>
                <a:gd name="T76" fmla="*/ 431 w 552"/>
                <a:gd name="T77" fmla="*/ 536 h 536"/>
                <a:gd name="T78" fmla="*/ 274 w 552"/>
                <a:gd name="T79" fmla="*/ 323 h 536"/>
                <a:gd name="T80" fmla="*/ 274 w 552"/>
                <a:gd name="T81" fmla="*/ 321 h 536"/>
                <a:gd name="T82" fmla="*/ 98 w 552"/>
                <a:gd name="T83" fmla="*/ 321 h 536"/>
                <a:gd name="T84" fmla="*/ 98 w 552"/>
                <a:gd name="T85" fmla="*/ 536 h 536"/>
                <a:gd name="T86" fmla="*/ 0 w 552"/>
                <a:gd name="T87" fmla="*/ 536 h 536"/>
                <a:gd name="T88" fmla="*/ 0 w 552"/>
                <a:gd name="T89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2" h="536">
                  <a:moveTo>
                    <a:pt x="98" y="79"/>
                  </a:moveTo>
                  <a:lnTo>
                    <a:pt x="98" y="241"/>
                  </a:lnTo>
                  <a:lnTo>
                    <a:pt x="307" y="241"/>
                  </a:lnTo>
                  <a:lnTo>
                    <a:pt x="342" y="241"/>
                  </a:lnTo>
                  <a:lnTo>
                    <a:pt x="374" y="238"/>
                  </a:lnTo>
                  <a:lnTo>
                    <a:pt x="398" y="231"/>
                  </a:lnTo>
                  <a:lnTo>
                    <a:pt x="417" y="222"/>
                  </a:lnTo>
                  <a:lnTo>
                    <a:pt x="431" y="206"/>
                  </a:lnTo>
                  <a:lnTo>
                    <a:pt x="440" y="187"/>
                  </a:lnTo>
                  <a:lnTo>
                    <a:pt x="443" y="161"/>
                  </a:lnTo>
                  <a:lnTo>
                    <a:pt x="440" y="135"/>
                  </a:lnTo>
                  <a:lnTo>
                    <a:pt x="431" y="114"/>
                  </a:lnTo>
                  <a:lnTo>
                    <a:pt x="417" y="100"/>
                  </a:lnTo>
                  <a:lnTo>
                    <a:pt x="398" y="89"/>
                  </a:lnTo>
                  <a:lnTo>
                    <a:pt x="374" y="84"/>
                  </a:lnTo>
                  <a:lnTo>
                    <a:pt x="342" y="80"/>
                  </a:lnTo>
                  <a:lnTo>
                    <a:pt x="307" y="79"/>
                  </a:lnTo>
                  <a:lnTo>
                    <a:pt x="98" y="79"/>
                  </a:lnTo>
                  <a:close/>
                  <a:moveTo>
                    <a:pt x="0" y="0"/>
                  </a:moveTo>
                  <a:lnTo>
                    <a:pt x="323" y="0"/>
                  </a:lnTo>
                  <a:lnTo>
                    <a:pt x="377" y="2"/>
                  </a:lnTo>
                  <a:lnTo>
                    <a:pt x="422" y="9"/>
                  </a:lnTo>
                  <a:lnTo>
                    <a:pt x="461" y="19"/>
                  </a:lnTo>
                  <a:lnTo>
                    <a:pt x="490" y="37"/>
                  </a:lnTo>
                  <a:lnTo>
                    <a:pt x="513" y="58"/>
                  </a:lnTo>
                  <a:lnTo>
                    <a:pt x="529" y="86"/>
                  </a:lnTo>
                  <a:lnTo>
                    <a:pt x="538" y="119"/>
                  </a:lnTo>
                  <a:lnTo>
                    <a:pt x="541" y="157"/>
                  </a:lnTo>
                  <a:lnTo>
                    <a:pt x="538" y="194"/>
                  </a:lnTo>
                  <a:lnTo>
                    <a:pt x="529" y="225"/>
                  </a:lnTo>
                  <a:lnTo>
                    <a:pt x="513" y="252"/>
                  </a:lnTo>
                  <a:lnTo>
                    <a:pt x="494" y="272"/>
                  </a:lnTo>
                  <a:lnTo>
                    <a:pt x="473" y="290"/>
                  </a:lnTo>
                  <a:lnTo>
                    <a:pt x="447" y="302"/>
                  </a:lnTo>
                  <a:lnTo>
                    <a:pt x="421" y="311"/>
                  </a:lnTo>
                  <a:lnTo>
                    <a:pt x="393" y="314"/>
                  </a:lnTo>
                  <a:lnTo>
                    <a:pt x="384" y="314"/>
                  </a:lnTo>
                  <a:lnTo>
                    <a:pt x="552" y="536"/>
                  </a:lnTo>
                  <a:lnTo>
                    <a:pt x="431" y="536"/>
                  </a:lnTo>
                  <a:lnTo>
                    <a:pt x="274" y="323"/>
                  </a:lnTo>
                  <a:lnTo>
                    <a:pt x="274" y="321"/>
                  </a:lnTo>
                  <a:lnTo>
                    <a:pt x="98" y="321"/>
                  </a:lnTo>
                  <a:lnTo>
                    <a:pt x="98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9" name="Freeform 7"/>
            <p:cNvSpPr>
              <a:spLocks/>
            </p:cNvSpPr>
            <p:nvPr userDrawn="1"/>
          </p:nvSpPr>
          <p:spPr bwMode="auto">
            <a:xfrm>
              <a:off x="7450153" y="705011"/>
              <a:ext cx="131714" cy="144669"/>
            </a:xfrm>
            <a:custGeom>
              <a:avLst/>
              <a:gdLst>
                <a:gd name="T0" fmla="*/ 0 w 488"/>
                <a:gd name="T1" fmla="*/ 0 h 536"/>
                <a:gd name="T2" fmla="*/ 440 w 488"/>
                <a:gd name="T3" fmla="*/ 0 h 536"/>
                <a:gd name="T4" fmla="*/ 455 w 488"/>
                <a:gd name="T5" fmla="*/ 2 h 536"/>
                <a:gd name="T6" fmla="*/ 467 w 488"/>
                <a:gd name="T7" fmla="*/ 12 h 536"/>
                <a:gd name="T8" fmla="*/ 476 w 488"/>
                <a:gd name="T9" fmla="*/ 25 h 536"/>
                <a:gd name="T10" fmla="*/ 480 w 488"/>
                <a:gd name="T11" fmla="*/ 40 h 536"/>
                <a:gd name="T12" fmla="*/ 476 w 488"/>
                <a:gd name="T13" fmla="*/ 56 h 536"/>
                <a:gd name="T14" fmla="*/ 467 w 488"/>
                <a:gd name="T15" fmla="*/ 70 h 536"/>
                <a:gd name="T16" fmla="*/ 455 w 488"/>
                <a:gd name="T17" fmla="*/ 79 h 536"/>
                <a:gd name="T18" fmla="*/ 440 w 488"/>
                <a:gd name="T19" fmla="*/ 82 h 536"/>
                <a:gd name="T20" fmla="*/ 97 w 488"/>
                <a:gd name="T21" fmla="*/ 82 h 536"/>
                <a:gd name="T22" fmla="*/ 97 w 488"/>
                <a:gd name="T23" fmla="*/ 218 h 536"/>
                <a:gd name="T24" fmla="*/ 354 w 488"/>
                <a:gd name="T25" fmla="*/ 218 h 536"/>
                <a:gd name="T26" fmla="*/ 370 w 488"/>
                <a:gd name="T27" fmla="*/ 222 h 536"/>
                <a:gd name="T28" fmla="*/ 384 w 488"/>
                <a:gd name="T29" fmla="*/ 231 h 536"/>
                <a:gd name="T30" fmla="*/ 392 w 488"/>
                <a:gd name="T31" fmla="*/ 243 h 536"/>
                <a:gd name="T32" fmla="*/ 396 w 488"/>
                <a:gd name="T33" fmla="*/ 259 h 536"/>
                <a:gd name="T34" fmla="*/ 392 w 488"/>
                <a:gd name="T35" fmla="*/ 276 h 536"/>
                <a:gd name="T36" fmla="*/ 384 w 488"/>
                <a:gd name="T37" fmla="*/ 288 h 536"/>
                <a:gd name="T38" fmla="*/ 370 w 488"/>
                <a:gd name="T39" fmla="*/ 297 h 536"/>
                <a:gd name="T40" fmla="*/ 354 w 488"/>
                <a:gd name="T41" fmla="*/ 300 h 536"/>
                <a:gd name="T42" fmla="*/ 97 w 488"/>
                <a:gd name="T43" fmla="*/ 300 h 536"/>
                <a:gd name="T44" fmla="*/ 97 w 488"/>
                <a:gd name="T45" fmla="*/ 454 h 536"/>
                <a:gd name="T46" fmla="*/ 448 w 488"/>
                <a:gd name="T47" fmla="*/ 454 h 536"/>
                <a:gd name="T48" fmla="*/ 464 w 488"/>
                <a:gd name="T49" fmla="*/ 457 h 536"/>
                <a:gd name="T50" fmla="*/ 478 w 488"/>
                <a:gd name="T51" fmla="*/ 466 h 536"/>
                <a:gd name="T52" fmla="*/ 487 w 488"/>
                <a:gd name="T53" fmla="*/ 478 h 536"/>
                <a:gd name="T54" fmla="*/ 488 w 488"/>
                <a:gd name="T55" fmla="*/ 494 h 536"/>
                <a:gd name="T56" fmla="*/ 487 w 488"/>
                <a:gd name="T57" fmla="*/ 512 h 536"/>
                <a:gd name="T58" fmla="*/ 478 w 488"/>
                <a:gd name="T59" fmla="*/ 524 h 536"/>
                <a:gd name="T60" fmla="*/ 464 w 488"/>
                <a:gd name="T61" fmla="*/ 533 h 536"/>
                <a:gd name="T62" fmla="*/ 448 w 488"/>
                <a:gd name="T63" fmla="*/ 536 h 536"/>
                <a:gd name="T64" fmla="*/ 0 w 488"/>
                <a:gd name="T65" fmla="*/ 536 h 536"/>
                <a:gd name="T66" fmla="*/ 0 w 488"/>
                <a:gd name="T67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488" h="536">
                  <a:moveTo>
                    <a:pt x="0" y="0"/>
                  </a:moveTo>
                  <a:lnTo>
                    <a:pt x="440" y="0"/>
                  </a:lnTo>
                  <a:lnTo>
                    <a:pt x="455" y="2"/>
                  </a:lnTo>
                  <a:lnTo>
                    <a:pt x="467" y="12"/>
                  </a:lnTo>
                  <a:lnTo>
                    <a:pt x="476" y="25"/>
                  </a:lnTo>
                  <a:lnTo>
                    <a:pt x="480" y="40"/>
                  </a:lnTo>
                  <a:lnTo>
                    <a:pt x="476" y="56"/>
                  </a:lnTo>
                  <a:lnTo>
                    <a:pt x="467" y="70"/>
                  </a:lnTo>
                  <a:lnTo>
                    <a:pt x="455" y="79"/>
                  </a:lnTo>
                  <a:lnTo>
                    <a:pt x="440" y="82"/>
                  </a:lnTo>
                  <a:lnTo>
                    <a:pt x="97" y="82"/>
                  </a:lnTo>
                  <a:lnTo>
                    <a:pt x="97" y="218"/>
                  </a:lnTo>
                  <a:lnTo>
                    <a:pt x="354" y="218"/>
                  </a:lnTo>
                  <a:lnTo>
                    <a:pt x="370" y="222"/>
                  </a:lnTo>
                  <a:lnTo>
                    <a:pt x="384" y="231"/>
                  </a:lnTo>
                  <a:lnTo>
                    <a:pt x="392" y="243"/>
                  </a:lnTo>
                  <a:lnTo>
                    <a:pt x="396" y="259"/>
                  </a:lnTo>
                  <a:lnTo>
                    <a:pt x="392" y="276"/>
                  </a:lnTo>
                  <a:lnTo>
                    <a:pt x="384" y="288"/>
                  </a:lnTo>
                  <a:lnTo>
                    <a:pt x="370" y="297"/>
                  </a:lnTo>
                  <a:lnTo>
                    <a:pt x="354" y="300"/>
                  </a:lnTo>
                  <a:lnTo>
                    <a:pt x="97" y="300"/>
                  </a:lnTo>
                  <a:lnTo>
                    <a:pt x="97" y="454"/>
                  </a:lnTo>
                  <a:lnTo>
                    <a:pt x="448" y="454"/>
                  </a:lnTo>
                  <a:lnTo>
                    <a:pt x="464" y="457"/>
                  </a:lnTo>
                  <a:lnTo>
                    <a:pt x="478" y="466"/>
                  </a:lnTo>
                  <a:lnTo>
                    <a:pt x="487" y="478"/>
                  </a:lnTo>
                  <a:lnTo>
                    <a:pt x="488" y="494"/>
                  </a:lnTo>
                  <a:lnTo>
                    <a:pt x="487" y="512"/>
                  </a:lnTo>
                  <a:lnTo>
                    <a:pt x="478" y="524"/>
                  </a:lnTo>
                  <a:lnTo>
                    <a:pt x="464" y="533"/>
                  </a:lnTo>
                  <a:lnTo>
                    <a:pt x="448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0" name="Freeform 8"/>
            <p:cNvSpPr>
              <a:spLocks/>
            </p:cNvSpPr>
            <p:nvPr userDrawn="1"/>
          </p:nvSpPr>
          <p:spPr bwMode="auto">
            <a:xfrm>
              <a:off x="7613446" y="705011"/>
              <a:ext cx="154116" cy="144669"/>
            </a:xfrm>
            <a:custGeom>
              <a:avLst/>
              <a:gdLst>
                <a:gd name="T0" fmla="*/ 48 w 571"/>
                <a:gd name="T1" fmla="*/ 0 h 536"/>
                <a:gd name="T2" fmla="*/ 65 w 571"/>
                <a:gd name="T3" fmla="*/ 4 h 536"/>
                <a:gd name="T4" fmla="*/ 79 w 571"/>
                <a:gd name="T5" fmla="*/ 12 h 536"/>
                <a:gd name="T6" fmla="*/ 89 w 571"/>
                <a:gd name="T7" fmla="*/ 26 h 536"/>
                <a:gd name="T8" fmla="*/ 280 w 571"/>
                <a:gd name="T9" fmla="*/ 431 h 536"/>
                <a:gd name="T10" fmla="*/ 285 w 571"/>
                <a:gd name="T11" fmla="*/ 440 h 536"/>
                <a:gd name="T12" fmla="*/ 484 w 571"/>
                <a:gd name="T13" fmla="*/ 26 h 536"/>
                <a:gd name="T14" fmla="*/ 494 w 571"/>
                <a:gd name="T15" fmla="*/ 12 h 536"/>
                <a:gd name="T16" fmla="*/ 508 w 571"/>
                <a:gd name="T17" fmla="*/ 2 h 536"/>
                <a:gd name="T18" fmla="*/ 526 w 571"/>
                <a:gd name="T19" fmla="*/ 0 h 536"/>
                <a:gd name="T20" fmla="*/ 541 w 571"/>
                <a:gd name="T21" fmla="*/ 2 h 536"/>
                <a:gd name="T22" fmla="*/ 554 w 571"/>
                <a:gd name="T23" fmla="*/ 9 h 536"/>
                <a:gd name="T24" fmla="*/ 564 w 571"/>
                <a:gd name="T25" fmla="*/ 21 h 536"/>
                <a:gd name="T26" fmla="*/ 571 w 571"/>
                <a:gd name="T27" fmla="*/ 35 h 536"/>
                <a:gd name="T28" fmla="*/ 571 w 571"/>
                <a:gd name="T29" fmla="*/ 51 h 536"/>
                <a:gd name="T30" fmla="*/ 568 w 571"/>
                <a:gd name="T31" fmla="*/ 67 h 536"/>
                <a:gd name="T32" fmla="*/ 337 w 571"/>
                <a:gd name="T33" fmla="*/ 536 h 536"/>
                <a:gd name="T34" fmla="*/ 233 w 571"/>
                <a:gd name="T35" fmla="*/ 536 h 536"/>
                <a:gd name="T36" fmla="*/ 6 w 571"/>
                <a:gd name="T37" fmla="*/ 67 h 536"/>
                <a:gd name="T38" fmla="*/ 0 w 571"/>
                <a:gd name="T39" fmla="*/ 51 h 536"/>
                <a:gd name="T40" fmla="*/ 2 w 571"/>
                <a:gd name="T41" fmla="*/ 35 h 536"/>
                <a:gd name="T42" fmla="*/ 7 w 571"/>
                <a:gd name="T43" fmla="*/ 21 h 536"/>
                <a:gd name="T44" fmla="*/ 18 w 571"/>
                <a:gd name="T45" fmla="*/ 9 h 536"/>
                <a:gd name="T46" fmla="*/ 32 w 571"/>
                <a:gd name="T47" fmla="*/ 2 h 536"/>
                <a:gd name="T48" fmla="*/ 48 w 571"/>
                <a:gd name="T49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571" h="536">
                  <a:moveTo>
                    <a:pt x="48" y="0"/>
                  </a:moveTo>
                  <a:lnTo>
                    <a:pt x="65" y="4"/>
                  </a:lnTo>
                  <a:lnTo>
                    <a:pt x="79" y="12"/>
                  </a:lnTo>
                  <a:lnTo>
                    <a:pt x="89" y="26"/>
                  </a:lnTo>
                  <a:lnTo>
                    <a:pt x="280" y="431"/>
                  </a:lnTo>
                  <a:lnTo>
                    <a:pt x="285" y="440"/>
                  </a:lnTo>
                  <a:lnTo>
                    <a:pt x="484" y="26"/>
                  </a:lnTo>
                  <a:lnTo>
                    <a:pt x="494" y="12"/>
                  </a:lnTo>
                  <a:lnTo>
                    <a:pt x="508" y="2"/>
                  </a:lnTo>
                  <a:lnTo>
                    <a:pt x="526" y="0"/>
                  </a:lnTo>
                  <a:lnTo>
                    <a:pt x="541" y="2"/>
                  </a:lnTo>
                  <a:lnTo>
                    <a:pt x="554" y="9"/>
                  </a:lnTo>
                  <a:lnTo>
                    <a:pt x="564" y="21"/>
                  </a:lnTo>
                  <a:lnTo>
                    <a:pt x="571" y="35"/>
                  </a:lnTo>
                  <a:lnTo>
                    <a:pt x="571" y="51"/>
                  </a:lnTo>
                  <a:lnTo>
                    <a:pt x="568" y="67"/>
                  </a:lnTo>
                  <a:lnTo>
                    <a:pt x="337" y="536"/>
                  </a:lnTo>
                  <a:lnTo>
                    <a:pt x="233" y="536"/>
                  </a:lnTo>
                  <a:lnTo>
                    <a:pt x="6" y="67"/>
                  </a:lnTo>
                  <a:lnTo>
                    <a:pt x="0" y="51"/>
                  </a:lnTo>
                  <a:lnTo>
                    <a:pt x="2" y="35"/>
                  </a:lnTo>
                  <a:lnTo>
                    <a:pt x="7" y="21"/>
                  </a:lnTo>
                  <a:lnTo>
                    <a:pt x="18" y="9"/>
                  </a:lnTo>
                  <a:lnTo>
                    <a:pt x="32" y="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1" name="Freeform 9"/>
            <p:cNvSpPr>
              <a:spLocks noEditPoints="1"/>
            </p:cNvSpPr>
            <p:nvPr userDrawn="1"/>
          </p:nvSpPr>
          <p:spPr bwMode="auto">
            <a:xfrm>
              <a:off x="7767562" y="705011"/>
              <a:ext cx="173010" cy="144669"/>
            </a:xfrm>
            <a:custGeom>
              <a:avLst/>
              <a:gdLst>
                <a:gd name="T0" fmla="*/ 321 w 641"/>
                <a:gd name="T1" fmla="*/ 70 h 536"/>
                <a:gd name="T2" fmla="*/ 201 w 641"/>
                <a:gd name="T3" fmla="*/ 328 h 536"/>
                <a:gd name="T4" fmla="*/ 443 w 641"/>
                <a:gd name="T5" fmla="*/ 328 h 536"/>
                <a:gd name="T6" fmla="*/ 321 w 641"/>
                <a:gd name="T7" fmla="*/ 70 h 536"/>
                <a:gd name="T8" fmla="*/ 264 w 641"/>
                <a:gd name="T9" fmla="*/ 0 h 536"/>
                <a:gd name="T10" fmla="*/ 381 w 641"/>
                <a:gd name="T11" fmla="*/ 0 h 536"/>
                <a:gd name="T12" fmla="*/ 641 w 641"/>
                <a:gd name="T13" fmla="*/ 536 h 536"/>
                <a:gd name="T14" fmla="*/ 538 w 641"/>
                <a:gd name="T15" fmla="*/ 536 h 536"/>
                <a:gd name="T16" fmla="*/ 482 w 641"/>
                <a:gd name="T17" fmla="*/ 414 h 536"/>
                <a:gd name="T18" fmla="*/ 480 w 641"/>
                <a:gd name="T19" fmla="*/ 410 h 536"/>
                <a:gd name="T20" fmla="*/ 161 w 641"/>
                <a:gd name="T21" fmla="*/ 410 h 536"/>
                <a:gd name="T22" fmla="*/ 103 w 641"/>
                <a:gd name="T23" fmla="*/ 536 h 536"/>
                <a:gd name="T24" fmla="*/ 0 w 641"/>
                <a:gd name="T25" fmla="*/ 536 h 536"/>
                <a:gd name="T26" fmla="*/ 264 w 641"/>
                <a:gd name="T27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1" h="536">
                  <a:moveTo>
                    <a:pt x="321" y="70"/>
                  </a:moveTo>
                  <a:lnTo>
                    <a:pt x="201" y="328"/>
                  </a:lnTo>
                  <a:lnTo>
                    <a:pt x="443" y="328"/>
                  </a:lnTo>
                  <a:lnTo>
                    <a:pt x="321" y="70"/>
                  </a:lnTo>
                  <a:close/>
                  <a:moveTo>
                    <a:pt x="264" y="0"/>
                  </a:moveTo>
                  <a:lnTo>
                    <a:pt x="381" y="0"/>
                  </a:lnTo>
                  <a:lnTo>
                    <a:pt x="641" y="536"/>
                  </a:lnTo>
                  <a:lnTo>
                    <a:pt x="538" y="536"/>
                  </a:lnTo>
                  <a:lnTo>
                    <a:pt x="482" y="414"/>
                  </a:lnTo>
                  <a:lnTo>
                    <a:pt x="480" y="410"/>
                  </a:lnTo>
                  <a:lnTo>
                    <a:pt x="161" y="410"/>
                  </a:lnTo>
                  <a:lnTo>
                    <a:pt x="103" y="536"/>
                  </a:lnTo>
                  <a:lnTo>
                    <a:pt x="0" y="536"/>
                  </a:lnTo>
                  <a:lnTo>
                    <a:pt x="264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2" name="Freeform 10"/>
            <p:cNvSpPr>
              <a:spLocks/>
            </p:cNvSpPr>
            <p:nvPr userDrawn="1"/>
          </p:nvSpPr>
          <p:spPr bwMode="auto">
            <a:xfrm>
              <a:off x="7934364" y="705011"/>
              <a:ext cx="157895" cy="144669"/>
            </a:xfrm>
            <a:custGeom>
              <a:avLst/>
              <a:gdLst>
                <a:gd name="T0" fmla="*/ 42 w 585"/>
                <a:gd name="T1" fmla="*/ 0 h 536"/>
                <a:gd name="T2" fmla="*/ 545 w 585"/>
                <a:gd name="T3" fmla="*/ 0 h 536"/>
                <a:gd name="T4" fmla="*/ 560 w 585"/>
                <a:gd name="T5" fmla="*/ 2 h 536"/>
                <a:gd name="T6" fmla="*/ 574 w 585"/>
                <a:gd name="T7" fmla="*/ 12 h 536"/>
                <a:gd name="T8" fmla="*/ 583 w 585"/>
                <a:gd name="T9" fmla="*/ 25 h 536"/>
                <a:gd name="T10" fmla="*/ 585 w 585"/>
                <a:gd name="T11" fmla="*/ 40 h 536"/>
                <a:gd name="T12" fmla="*/ 583 w 585"/>
                <a:gd name="T13" fmla="*/ 56 h 536"/>
                <a:gd name="T14" fmla="*/ 574 w 585"/>
                <a:gd name="T15" fmla="*/ 70 h 536"/>
                <a:gd name="T16" fmla="*/ 560 w 585"/>
                <a:gd name="T17" fmla="*/ 79 h 536"/>
                <a:gd name="T18" fmla="*/ 545 w 585"/>
                <a:gd name="T19" fmla="*/ 82 h 536"/>
                <a:gd name="T20" fmla="*/ 342 w 585"/>
                <a:gd name="T21" fmla="*/ 82 h 536"/>
                <a:gd name="T22" fmla="*/ 342 w 585"/>
                <a:gd name="T23" fmla="*/ 536 h 536"/>
                <a:gd name="T24" fmla="*/ 244 w 585"/>
                <a:gd name="T25" fmla="*/ 536 h 536"/>
                <a:gd name="T26" fmla="*/ 244 w 585"/>
                <a:gd name="T27" fmla="*/ 82 h 536"/>
                <a:gd name="T28" fmla="*/ 42 w 585"/>
                <a:gd name="T29" fmla="*/ 82 h 536"/>
                <a:gd name="T30" fmla="*/ 26 w 585"/>
                <a:gd name="T31" fmla="*/ 79 h 536"/>
                <a:gd name="T32" fmla="*/ 12 w 585"/>
                <a:gd name="T33" fmla="*/ 70 h 536"/>
                <a:gd name="T34" fmla="*/ 4 w 585"/>
                <a:gd name="T35" fmla="*/ 56 h 536"/>
                <a:gd name="T36" fmla="*/ 0 w 585"/>
                <a:gd name="T37" fmla="*/ 40 h 536"/>
                <a:gd name="T38" fmla="*/ 4 w 585"/>
                <a:gd name="T39" fmla="*/ 25 h 536"/>
                <a:gd name="T40" fmla="*/ 12 w 585"/>
                <a:gd name="T41" fmla="*/ 12 h 536"/>
                <a:gd name="T42" fmla="*/ 26 w 585"/>
                <a:gd name="T43" fmla="*/ 2 h 536"/>
                <a:gd name="T44" fmla="*/ 42 w 585"/>
                <a:gd name="T45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585" h="536">
                  <a:moveTo>
                    <a:pt x="42" y="0"/>
                  </a:moveTo>
                  <a:lnTo>
                    <a:pt x="545" y="0"/>
                  </a:lnTo>
                  <a:lnTo>
                    <a:pt x="560" y="2"/>
                  </a:lnTo>
                  <a:lnTo>
                    <a:pt x="574" y="12"/>
                  </a:lnTo>
                  <a:lnTo>
                    <a:pt x="583" y="25"/>
                  </a:lnTo>
                  <a:lnTo>
                    <a:pt x="585" y="40"/>
                  </a:lnTo>
                  <a:lnTo>
                    <a:pt x="583" y="56"/>
                  </a:lnTo>
                  <a:lnTo>
                    <a:pt x="574" y="70"/>
                  </a:lnTo>
                  <a:lnTo>
                    <a:pt x="560" y="79"/>
                  </a:lnTo>
                  <a:lnTo>
                    <a:pt x="545" y="82"/>
                  </a:lnTo>
                  <a:lnTo>
                    <a:pt x="342" y="82"/>
                  </a:lnTo>
                  <a:lnTo>
                    <a:pt x="342" y="536"/>
                  </a:lnTo>
                  <a:lnTo>
                    <a:pt x="244" y="536"/>
                  </a:lnTo>
                  <a:lnTo>
                    <a:pt x="244" y="82"/>
                  </a:lnTo>
                  <a:lnTo>
                    <a:pt x="42" y="82"/>
                  </a:lnTo>
                  <a:lnTo>
                    <a:pt x="26" y="79"/>
                  </a:lnTo>
                  <a:lnTo>
                    <a:pt x="12" y="70"/>
                  </a:lnTo>
                  <a:lnTo>
                    <a:pt x="4" y="56"/>
                  </a:lnTo>
                  <a:lnTo>
                    <a:pt x="0" y="40"/>
                  </a:lnTo>
                  <a:lnTo>
                    <a:pt x="4" y="25"/>
                  </a:lnTo>
                  <a:lnTo>
                    <a:pt x="12" y="12"/>
                  </a:lnTo>
                  <a:lnTo>
                    <a:pt x="26" y="2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3" name="Freeform 11"/>
            <p:cNvSpPr>
              <a:spLocks/>
            </p:cNvSpPr>
            <p:nvPr userDrawn="1"/>
          </p:nvSpPr>
          <p:spPr bwMode="auto">
            <a:xfrm>
              <a:off x="8122758" y="705011"/>
              <a:ext cx="154116" cy="148448"/>
            </a:xfrm>
            <a:custGeom>
              <a:avLst/>
              <a:gdLst>
                <a:gd name="T0" fmla="*/ 49 w 571"/>
                <a:gd name="T1" fmla="*/ 0 h 550"/>
                <a:gd name="T2" fmla="*/ 68 w 571"/>
                <a:gd name="T3" fmla="*/ 4 h 550"/>
                <a:gd name="T4" fmla="*/ 84 w 571"/>
                <a:gd name="T5" fmla="*/ 14 h 550"/>
                <a:gd name="T6" fmla="*/ 94 w 571"/>
                <a:gd name="T7" fmla="*/ 30 h 550"/>
                <a:gd name="T8" fmla="*/ 98 w 571"/>
                <a:gd name="T9" fmla="*/ 49 h 550"/>
                <a:gd name="T10" fmla="*/ 98 w 571"/>
                <a:gd name="T11" fmla="*/ 299 h 550"/>
                <a:gd name="T12" fmla="*/ 98 w 571"/>
                <a:gd name="T13" fmla="*/ 320 h 550"/>
                <a:gd name="T14" fmla="*/ 101 w 571"/>
                <a:gd name="T15" fmla="*/ 342 h 550"/>
                <a:gd name="T16" fmla="*/ 105 w 571"/>
                <a:gd name="T17" fmla="*/ 363 h 550"/>
                <a:gd name="T18" fmla="*/ 112 w 571"/>
                <a:gd name="T19" fmla="*/ 384 h 550"/>
                <a:gd name="T20" fmla="*/ 122 w 571"/>
                <a:gd name="T21" fmla="*/ 403 h 550"/>
                <a:gd name="T22" fmla="*/ 136 w 571"/>
                <a:gd name="T23" fmla="*/ 421 h 550"/>
                <a:gd name="T24" fmla="*/ 156 w 571"/>
                <a:gd name="T25" fmla="*/ 437 h 550"/>
                <a:gd name="T26" fmla="*/ 180 w 571"/>
                <a:gd name="T27" fmla="*/ 449 h 550"/>
                <a:gd name="T28" fmla="*/ 208 w 571"/>
                <a:gd name="T29" fmla="*/ 459 h 550"/>
                <a:gd name="T30" fmla="*/ 245 w 571"/>
                <a:gd name="T31" fmla="*/ 464 h 550"/>
                <a:gd name="T32" fmla="*/ 286 w 571"/>
                <a:gd name="T33" fmla="*/ 466 h 550"/>
                <a:gd name="T34" fmla="*/ 328 w 571"/>
                <a:gd name="T35" fmla="*/ 464 h 550"/>
                <a:gd name="T36" fmla="*/ 363 w 571"/>
                <a:gd name="T37" fmla="*/ 459 h 550"/>
                <a:gd name="T38" fmla="*/ 391 w 571"/>
                <a:gd name="T39" fmla="*/ 449 h 550"/>
                <a:gd name="T40" fmla="*/ 416 w 571"/>
                <a:gd name="T41" fmla="*/ 437 h 550"/>
                <a:gd name="T42" fmla="*/ 435 w 571"/>
                <a:gd name="T43" fmla="*/ 421 h 550"/>
                <a:gd name="T44" fmla="*/ 449 w 571"/>
                <a:gd name="T45" fmla="*/ 403 h 550"/>
                <a:gd name="T46" fmla="*/ 459 w 571"/>
                <a:gd name="T47" fmla="*/ 384 h 550"/>
                <a:gd name="T48" fmla="*/ 466 w 571"/>
                <a:gd name="T49" fmla="*/ 363 h 550"/>
                <a:gd name="T50" fmla="*/ 470 w 571"/>
                <a:gd name="T51" fmla="*/ 342 h 550"/>
                <a:gd name="T52" fmla="*/ 473 w 571"/>
                <a:gd name="T53" fmla="*/ 320 h 550"/>
                <a:gd name="T54" fmla="*/ 473 w 571"/>
                <a:gd name="T55" fmla="*/ 299 h 550"/>
                <a:gd name="T56" fmla="*/ 473 w 571"/>
                <a:gd name="T57" fmla="*/ 49 h 550"/>
                <a:gd name="T58" fmla="*/ 477 w 571"/>
                <a:gd name="T59" fmla="*/ 30 h 550"/>
                <a:gd name="T60" fmla="*/ 487 w 571"/>
                <a:gd name="T61" fmla="*/ 14 h 550"/>
                <a:gd name="T62" fmla="*/ 503 w 571"/>
                <a:gd name="T63" fmla="*/ 4 h 550"/>
                <a:gd name="T64" fmla="*/ 522 w 571"/>
                <a:gd name="T65" fmla="*/ 0 h 550"/>
                <a:gd name="T66" fmla="*/ 541 w 571"/>
                <a:gd name="T67" fmla="*/ 4 h 550"/>
                <a:gd name="T68" fmla="*/ 557 w 571"/>
                <a:gd name="T69" fmla="*/ 14 h 550"/>
                <a:gd name="T70" fmla="*/ 567 w 571"/>
                <a:gd name="T71" fmla="*/ 30 h 550"/>
                <a:gd name="T72" fmla="*/ 571 w 571"/>
                <a:gd name="T73" fmla="*/ 49 h 550"/>
                <a:gd name="T74" fmla="*/ 571 w 571"/>
                <a:gd name="T75" fmla="*/ 306 h 550"/>
                <a:gd name="T76" fmla="*/ 567 w 571"/>
                <a:gd name="T77" fmla="*/ 358 h 550"/>
                <a:gd name="T78" fmla="*/ 557 w 571"/>
                <a:gd name="T79" fmla="*/ 402 h 550"/>
                <a:gd name="T80" fmla="*/ 540 w 571"/>
                <a:gd name="T81" fmla="*/ 442 h 550"/>
                <a:gd name="T82" fmla="*/ 513 w 571"/>
                <a:gd name="T83" fmla="*/ 475 h 550"/>
                <a:gd name="T84" fmla="*/ 482 w 571"/>
                <a:gd name="T85" fmla="*/ 501 h 550"/>
                <a:gd name="T86" fmla="*/ 444 w 571"/>
                <a:gd name="T87" fmla="*/ 522 h 550"/>
                <a:gd name="T88" fmla="*/ 398 w 571"/>
                <a:gd name="T89" fmla="*/ 538 h 550"/>
                <a:gd name="T90" fmla="*/ 346 w 571"/>
                <a:gd name="T91" fmla="*/ 547 h 550"/>
                <a:gd name="T92" fmla="*/ 286 w 571"/>
                <a:gd name="T93" fmla="*/ 550 h 550"/>
                <a:gd name="T94" fmla="*/ 225 w 571"/>
                <a:gd name="T95" fmla="*/ 547 h 550"/>
                <a:gd name="T96" fmla="*/ 173 w 571"/>
                <a:gd name="T97" fmla="*/ 538 h 550"/>
                <a:gd name="T98" fmla="*/ 128 w 571"/>
                <a:gd name="T99" fmla="*/ 522 h 550"/>
                <a:gd name="T100" fmla="*/ 89 w 571"/>
                <a:gd name="T101" fmla="*/ 501 h 550"/>
                <a:gd name="T102" fmla="*/ 58 w 571"/>
                <a:gd name="T103" fmla="*/ 475 h 550"/>
                <a:gd name="T104" fmla="*/ 32 w 571"/>
                <a:gd name="T105" fmla="*/ 442 h 550"/>
                <a:gd name="T106" fmla="*/ 14 w 571"/>
                <a:gd name="T107" fmla="*/ 402 h 550"/>
                <a:gd name="T108" fmla="*/ 4 w 571"/>
                <a:gd name="T109" fmla="*/ 358 h 550"/>
                <a:gd name="T110" fmla="*/ 0 w 571"/>
                <a:gd name="T111" fmla="*/ 306 h 550"/>
                <a:gd name="T112" fmla="*/ 0 w 571"/>
                <a:gd name="T113" fmla="*/ 49 h 550"/>
                <a:gd name="T114" fmla="*/ 4 w 571"/>
                <a:gd name="T115" fmla="*/ 30 h 550"/>
                <a:gd name="T116" fmla="*/ 14 w 571"/>
                <a:gd name="T117" fmla="*/ 14 h 550"/>
                <a:gd name="T118" fmla="*/ 30 w 571"/>
                <a:gd name="T119" fmla="*/ 4 h 550"/>
                <a:gd name="T120" fmla="*/ 49 w 571"/>
                <a:gd name="T121" fmla="*/ 0 h 5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71" h="550">
                  <a:moveTo>
                    <a:pt x="49" y="0"/>
                  </a:moveTo>
                  <a:lnTo>
                    <a:pt x="68" y="4"/>
                  </a:lnTo>
                  <a:lnTo>
                    <a:pt x="84" y="14"/>
                  </a:lnTo>
                  <a:lnTo>
                    <a:pt x="94" y="30"/>
                  </a:lnTo>
                  <a:lnTo>
                    <a:pt x="98" y="49"/>
                  </a:lnTo>
                  <a:lnTo>
                    <a:pt x="98" y="299"/>
                  </a:lnTo>
                  <a:lnTo>
                    <a:pt x="98" y="320"/>
                  </a:lnTo>
                  <a:lnTo>
                    <a:pt x="101" y="342"/>
                  </a:lnTo>
                  <a:lnTo>
                    <a:pt x="105" y="363"/>
                  </a:lnTo>
                  <a:lnTo>
                    <a:pt x="112" y="384"/>
                  </a:lnTo>
                  <a:lnTo>
                    <a:pt x="122" y="403"/>
                  </a:lnTo>
                  <a:lnTo>
                    <a:pt x="136" y="421"/>
                  </a:lnTo>
                  <a:lnTo>
                    <a:pt x="156" y="437"/>
                  </a:lnTo>
                  <a:lnTo>
                    <a:pt x="180" y="449"/>
                  </a:lnTo>
                  <a:lnTo>
                    <a:pt x="208" y="459"/>
                  </a:lnTo>
                  <a:lnTo>
                    <a:pt x="245" y="464"/>
                  </a:lnTo>
                  <a:lnTo>
                    <a:pt x="286" y="466"/>
                  </a:lnTo>
                  <a:lnTo>
                    <a:pt x="328" y="464"/>
                  </a:lnTo>
                  <a:lnTo>
                    <a:pt x="363" y="459"/>
                  </a:lnTo>
                  <a:lnTo>
                    <a:pt x="391" y="449"/>
                  </a:lnTo>
                  <a:lnTo>
                    <a:pt x="416" y="437"/>
                  </a:lnTo>
                  <a:lnTo>
                    <a:pt x="435" y="421"/>
                  </a:lnTo>
                  <a:lnTo>
                    <a:pt x="449" y="403"/>
                  </a:lnTo>
                  <a:lnTo>
                    <a:pt x="459" y="384"/>
                  </a:lnTo>
                  <a:lnTo>
                    <a:pt x="466" y="363"/>
                  </a:lnTo>
                  <a:lnTo>
                    <a:pt x="470" y="342"/>
                  </a:lnTo>
                  <a:lnTo>
                    <a:pt x="473" y="320"/>
                  </a:lnTo>
                  <a:lnTo>
                    <a:pt x="473" y="299"/>
                  </a:lnTo>
                  <a:lnTo>
                    <a:pt x="473" y="49"/>
                  </a:lnTo>
                  <a:lnTo>
                    <a:pt x="477" y="30"/>
                  </a:lnTo>
                  <a:lnTo>
                    <a:pt x="487" y="14"/>
                  </a:lnTo>
                  <a:lnTo>
                    <a:pt x="503" y="4"/>
                  </a:lnTo>
                  <a:lnTo>
                    <a:pt x="522" y="0"/>
                  </a:lnTo>
                  <a:lnTo>
                    <a:pt x="541" y="4"/>
                  </a:lnTo>
                  <a:lnTo>
                    <a:pt x="557" y="14"/>
                  </a:lnTo>
                  <a:lnTo>
                    <a:pt x="567" y="30"/>
                  </a:lnTo>
                  <a:lnTo>
                    <a:pt x="571" y="49"/>
                  </a:lnTo>
                  <a:lnTo>
                    <a:pt x="571" y="306"/>
                  </a:lnTo>
                  <a:lnTo>
                    <a:pt x="567" y="358"/>
                  </a:lnTo>
                  <a:lnTo>
                    <a:pt x="557" y="402"/>
                  </a:lnTo>
                  <a:lnTo>
                    <a:pt x="540" y="442"/>
                  </a:lnTo>
                  <a:lnTo>
                    <a:pt x="513" y="475"/>
                  </a:lnTo>
                  <a:lnTo>
                    <a:pt x="482" y="501"/>
                  </a:lnTo>
                  <a:lnTo>
                    <a:pt x="444" y="522"/>
                  </a:lnTo>
                  <a:lnTo>
                    <a:pt x="398" y="538"/>
                  </a:lnTo>
                  <a:lnTo>
                    <a:pt x="346" y="547"/>
                  </a:lnTo>
                  <a:lnTo>
                    <a:pt x="286" y="550"/>
                  </a:lnTo>
                  <a:lnTo>
                    <a:pt x="225" y="547"/>
                  </a:lnTo>
                  <a:lnTo>
                    <a:pt x="173" y="538"/>
                  </a:lnTo>
                  <a:lnTo>
                    <a:pt x="128" y="522"/>
                  </a:lnTo>
                  <a:lnTo>
                    <a:pt x="89" y="501"/>
                  </a:lnTo>
                  <a:lnTo>
                    <a:pt x="58" y="475"/>
                  </a:lnTo>
                  <a:lnTo>
                    <a:pt x="32" y="442"/>
                  </a:lnTo>
                  <a:lnTo>
                    <a:pt x="14" y="402"/>
                  </a:lnTo>
                  <a:lnTo>
                    <a:pt x="4" y="358"/>
                  </a:lnTo>
                  <a:lnTo>
                    <a:pt x="0" y="306"/>
                  </a:lnTo>
                  <a:lnTo>
                    <a:pt x="0" y="49"/>
                  </a:lnTo>
                  <a:lnTo>
                    <a:pt x="4" y="30"/>
                  </a:lnTo>
                  <a:lnTo>
                    <a:pt x="14" y="14"/>
                  </a:lnTo>
                  <a:lnTo>
                    <a:pt x="30" y="4"/>
                  </a:lnTo>
                  <a:lnTo>
                    <a:pt x="49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4" name="Freeform 12"/>
            <p:cNvSpPr>
              <a:spLocks noEditPoints="1"/>
            </p:cNvSpPr>
            <p:nvPr userDrawn="1"/>
          </p:nvSpPr>
          <p:spPr bwMode="auto">
            <a:xfrm>
              <a:off x="8321678" y="705011"/>
              <a:ext cx="148448" cy="144669"/>
            </a:xfrm>
            <a:custGeom>
              <a:avLst/>
              <a:gdLst>
                <a:gd name="T0" fmla="*/ 96 w 550"/>
                <a:gd name="T1" fmla="*/ 79 h 536"/>
                <a:gd name="T2" fmla="*/ 96 w 550"/>
                <a:gd name="T3" fmla="*/ 241 h 536"/>
                <a:gd name="T4" fmla="*/ 307 w 550"/>
                <a:gd name="T5" fmla="*/ 241 h 536"/>
                <a:gd name="T6" fmla="*/ 342 w 550"/>
                <a:gd name="T7" fmla="*/ 241 h 536"/>
                <a:gd name="T8" fmla="*/ 372 w 550"/>
                <a:gd name="T9" fmla="*/ 238 h 536"/>
                <a:gd name="T10" fmla="*/ 398 w 550"/>
                <a:gd name="T11" fmla="*/ 231 h 536"/>
                <a:gd name="T12" fmla="*/ 417 w 550"/>
                <a:gd name="T13" fmla="*/ 222 h 536"/>
                <a:gd name="T14" fmla="*/ 431 w 550"/>
                <a:gd name="T15" fmla="*/ 206 h 536"/>
                <a:gd name="T16" fmla="*/ 440 w 550"/>
                <a:gd name="T17" fmla="*/ 187 h 536"/>
                <a:gd name="T18" fmla="*/ 443 w 550"/>
                <a:gd name="T19" fmla="*/ 161 h 536"/>
                <a:gd name="T20" fmla="*/ 440 w 550"/>
                <a:gd name="T21" fmla="*/ 135 h 536"/>
                <a:gd name="T22" fmla="*/ 431 w 550"/>
                <a:gd name="T23" fmla="*/ 114 h 536"/>
                <a:gd name="T24" fmla="*/ 417 w 550"/>
                <a:gd name="T25" fmla="*/ 100 h 536"/>
                <a:gd name="T26" fmla="*/ 398 w 550"/>
                <a:gd name="T27" fmla="*/ 89 h 536"/>
                <a:gd name="T28" fmla="*/ 372 w 550"/>
                <a:gd name="T29" fmla="*/ 84 h 536"/>
                <a:gd name="T30" fmla="*/ 342 w 550"/>
                <a:gd name="T31" fmla="*/ 80 h 536"/>
                <a:gd name="T32" fmla="*/ 307 w 550"/>
                <a:gd name="T33" fmla="*/ 79 h 536"/>
                <a:gd name="T34" fmla="*/ 96 w 550"/>
                <a:gd name="T35" fmla="*/ 79 h 536"/>
                <a:gd name="T36" fmla="*/ 0 w 550"/>
                <a:gd name="T37" fmla="*/ 0 h 536"/>
                <a:gd name="T38" fmla="*/ 323 w 550"/>
                <a:gd name="T39" fmla="*/ 0 h 536"/>
                <a:gd name="T40" fmla="*/ 377 w 550"/>
                <a:gd name="T41" fmla="*/ 2 h 536"/>
                <a:gd name="T42" fmla="*/ 422 w 550"/>
                <a:gd name="T43" fmla="*/ 9 h 536"/>
                <a:gd name="T44" fmla="*/ 459 w 550"/>
                <a:gd name="T45" fmla="*/ 19 h 536"/>
                <a:gd name="T46" fmla="*/ 489 w 550"/>
                <a:gd name="T47" fmla="*/ 37 h 536"/>
                <a:gd name="T48" fmla="*/ 511 w 550"/>
                <a:gd name="T49" fmla="*/ 58 h 536"/>
                <a:gd name="T50" fmla="*/ 527 w 550"/>
                <a:gd name="T51" fmla="*/ 86 h 536"/>
                <a:gd name="T52" fmla="*/ 537 w 550"/>
                <a:gd name="T53" fmla="*/ 119 h 536"/>
                <a:gd name="T54" fmla="*/ 539 w 550"/>
                <a:gd name="T55" fmla="*/ 157 h 536"/>
                <a:gd name="T56" fmla="*/ 537 w 550"/>
                <a:gd name="T57" fmla="*/ 194 h 536"/>
                <a:gd name="T58" fmla="*/ 527 w 550"/>
                <a:gd name="T59" fmla="*/ 225 h 536"/>
                <a:gd name="T60" fmla="*/ 513 w 550"/>
                <a:gd name="T61" fmla="*/ 252 h 536"/>
                <a:gd name="T62" fmla="*/ 494 w 550"/>
                <a:gd name="T63" fmla="*/ 272 h 536"/>
                <a:gd name="T64" fmla="*/ 471 w 550"/>
                <a:gd name="T65" fmla="*/ 290 h 536"/>
                <a:gd name="T66" fmla="*/ 447 w 550"/>
                <a:gd name="T67" fmla="*/ 302 h 536"/>
                <a:gd name="T68" fmla="*/ 419 w 550"/>
                <a:gd name="T69" fmla="*/ 311 h 536"/>
                <a:gd name="T70" fmla="*/ 393 w 550"/>
                <a:gd name="T71" fmla="*/ 314 h 536"/>
                <a:gd name="T72" fmla="*/ 384 w 550"/>
                <a:gd name="T73" fmla="*/ 314 h 536"/>
                <a:gd name="T74" fmla="*/ 550 w 550"/>
                <a:gd name="T75" fmla="*/ 536 h 536"/>
                <a:gd name="T76" fmla="*/ 431 w 550"/>
                <a:gd name="T77" fmla="*/ 536 h 536"/>
                <a:gd name="T78" fmla="*/ 274 w 550"/>
                <a:gd name="T79" fmla="*/ 323 h 536"/>
                <a:gd name="T80" fmla="*/ 272 w 550"/>
                <a:gd name="T81" fmla="*/ 321 h 536"/>
                <a:gd name="T82" fmla="*/ 96 w 550"/>
                <a:gd name="T83" fmla="*/ 321 h 536"/>
                <a:gd name="T84" fmla="*/ 96 w 550"/>
                <a:gd name="T85" fmla="*/ 536 h 536"/>
                <a:gd name="T86" fmla="*/ 0 w 550"/>
                <a:gd name="T87" fmla="*/ 536 h 536"/>
                <a:gd name="T88" fmla="*/ 0 w 550"/>
                <a:gd name="T89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0" h="536">
                  <a:moveTo>
                    <a:pt x="96" y="79"/>
                  </a:moveTo>
                  <a:lnTo>
                    <a:pt x="96" y="241"/>
                  </a:lnTo>
                  <a:lnTo>
                    <a:pt x="307" y="241"/>
                  </a:lnTo>
                  <a:lnTo>
                    <a:pt x="342" y="241"/>
                  </a:lnTo>
                  <a:lnTo>
                    <a:pt x="372" y="238"/>
                  </a:lnTo>
                  <a:lnTo>
                    <a:pt x="398" y="231"/>
                  </a:lnTo>
                  <a:lnTo>
                    <a:pt x="417" y="222"/>
                  </a:lnTo>
                  <a:lnTo>
                    <a:pt x="431" y="206"/>
                  </a:lnTo>
                  <a:lnTo>
                    <a:pt x="440" y="187"/>
                  </a:lnTo>
                  <a:lnTo>
                    <a:pt x="443" y="161"/>
                  </a:lnTo>
                  <a:lnTo>
                    <a:pt x="440" y="135"/>
                  </a:lnTo>
                  <a:lnTo>
                    <a:pt x="431" y="114"/>
                  </a:lnTo>
                  <a:lnTo>
                    <a:pt x="417" y="100"/>
                  </a:lnTo>
                  <a:lnTo>
                    <a:pt x="398" y="89"/>
                  </a:lnTo>
                  <a:lnTo>
                    <a:pt x="372" y="84"/>
                  </a:lnTo>
                  <a:lnTo>
                    <a:pt x="342" y="80"/>
                  </a:lnTo>
                  <a:lnTo>
                    <a:pt x="307" y="79"/>
                  </a:lnTo>
                  <a:lnTo>
                    <a:pt x="96" y="79"/>
                  </a:lnTo>
                  <a:close/>
                  <a:moveTo>
                    <a:pt x="0" y="0"/>
                  </a:moveTo>
                  <a:lnTo>
                    <a:pt x="323" y="0"/>
                  </a:lnTo>
                  <a:lnTo>
                    <a:pt x="377" y="2"/>
                  </a:lnTo>
                  <a:lnTo>
                    <a:pt x="422" y="9"/>
                  </a:lnTo>
                  <a:lnTo>
                    <a:pt x="459" y="19"/>
                  </a:lnTo>
                  <a:lnTo>
                    <a:pt x="489" y="37"/>
                  </a:lnTo>
                  <a:lnTo>
                    <a:pt x="511" y="58"/>
                  </a:lnTo>
                  <a:lnTo>
                    <a:pt x="527" y="86"/>
                  </a:lnTo>
                  <a:lnTo>
                    <a:pt x="537" y="119"/>
                  </a:lnTo>
                  <a:lnTo>
                    <a:pt x="539" y="157"/>
                  </a:lnTo>
                  <a:lnTo>
                    <a:pt x="537" y="194"/>
                  </a:lnTo>
                  <a:lnTo>
                    <a:pt x="527" y="225"/>
                  </a:lnTo>
                  <a:lnTo>
                    <a:pt x="513" y="252"/>
                  </a:lnTo>
                  <a:lnTo>
                    <a:pt x="494" y="272"/>
                  </a:lnTo>
                  <a:lnTo>
                    <a:pt x="471" y="290"/>
                  </a:lnTo>
                  <a:lnTo>
                    <a:pt x="447" y="302"/>
                  </a:lnTo>
                  <a:lnTo>
                    <a:pt x="419" y="311"/>
                  </a:lnTo>
                  <a:lnTo>
                    <a:pt x="393" y="314"/>
                  </a:lnTo>
                  <a:lnTo>
                    <a:pt x="384" y="314"/>
                  </a:lnTo>
                  <a:lnTo>
                    <a:pt x="550" y="536"/>
                  </a:lnTo>
                  <a:lnTo>
                    <a:pt x="431" y="536"/>
                  </a:lnTo>
                  <a:lnTo>
                    <a:pt x="274" y="323"/>
                  </a:lnTo>
                  <a:lnTo>
                    <a:pt x="272" y="321"/>
                  </a:lnTo>
                  <a:lnTo>
                    <a:pt x="96" y="321"/>
                  </a:lnTo>
                  <a:lnTo>
                    <a:pt x="96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5" name="Freeform 13"/>
            <p:cNvSpPr>
              <a:spLocks/>
            </p:cNvSpPr>
            <p:nvPr userDrawn="1"/>
          </p:nvSpPr>
          <p:spPr bwMode="auto">
            <a:xfrm>
              <a:off x="8507374" y="705011"/>
              <a:ext cx="131714" cy="144669"/>
            </a:xfrm>
            <a:custGeom>
              <a:avLst/>
              <a:gdLst>
                <a:gd name="T0" fmla="*/ 0 w 488"/>
                <a:gd name="T1" fmla="*/ 0 h 536"/>
                <a:gd name="T2" fmla="*/ 438 w 488"/>
                <a:gd name="T3" fmla="*/ 0 h 536"/>
                <a:gd name="T4" fmla="*/ 453 w 488"/>
                <a:gd name="T5" fmla="*/ 2 h 536"/>
                <a:gd name="T6" fmla="*/ 467 w 488"/>
                <a:gd name="T7" fmla="*/ 12 h 536"/>
                <a:gd name="T8" fmla="*/ 476 w 488"/>
                <a:gd name="T9" fmla="*/ 25 h 536"/>
                <a:gd name="T10" fmla="*/ 480 w 488"/>
                <a:gd name="T11" fmla="*/ 40 h 536"/>
                <a:gd name="T12" fmla="*/ 476 w 488"/>
                <a:gd name="T13" fmla="*/ 56 h 536"/>
                <a:gd name="T14" fmla="*/ 467 w 488"/>
                <a:gd name="T15" fmla="*/ 70 h 536"/>
                <a:gd name="T16" fmla="*/ 453 w 488"/>
                <a:gd name="T17" fmla="*/ 79 h 536"/>
                <a:gd name="T18" fmla="*/ 438 w 488"/>
                <a:gd name="T19" fmla="*/ 82 h 536"/>
                <a:gd name="T20" fmla="*/ 97 w 488"/>
                <a:gd name="T21" fmla="*/ 82 h 536"/>
                <a:gd name="T22" fmla="*/ 97 w 488"/>
                <a:gd name="T23" fmla="*/ 218 h 536"/>
                <a:gd name="T24" fmla="*/ 333 w 488"/>
                <a:gd name="T25" fmla="*/ 218 h 536"/>
                <a:gd name="T26" fmla="*/ 349 w 488"/>
                <a:gd name="T27" fmla="*/ 222 h 536"/>
                <a:gd name="T28" fmla="*/ 361 w 488"/>
                <a:gd name="T29" fmla="*/ 231 h 536"/>
                <a:gd name="T30" fmla="*/ 370 w 488"/>
                <a:gd name="T31" fmla="*/ 243 h 536"/>
                <a:gd name="T32" fmla="*/ 373 w 488"/>
                <a:gd name="T33" fmla="*/ 259 h 536"/>
                <a:gd name="T34" fmla="*/ 370 w 488"/>
                <a:gd name="T35" fmla="*/ 276 h 536"/>
                <a:gd name="T36" fmla="*/ 361 w 488"/>
                <a:gd name="T37" fmla="*/ 288 h 536"/>
                <a:gd name="T38" fmla="*/ 349 w 488"/>
                <a:gd name="T39" fmla="*/ 297 h 536"/>
                <a:gd name="T40" fmla="*/ 333 w 488"/>
                <a:gd name="T41" fmla="*/ 300 h 536"/>
                <a:gd name="T42" fmla="*/ 97 w 488"/>
                <a:gd name="T43" fmla="*/ 300 h 536"/>
                <a:gd name="T44" fmla="*/ 97 w 488"/>
                <a:gd name="T45" fmla="*/ 454 h 536"/>
                <a:gd name="T46" fmla="*/ 446 w 488"/>
                <a:gd name="T47" fmla="*/ 454 h 536"/>
                <a:gd name="T48" fmla="*/ 464 w 488"/>
                <a:gd name="T49" fmla="*/ 457 h 536"/>
                <a:gd name="T50" fmla="*/ 476 w 488"/>
                <a:gd name="T51" fmla="*/ 466 h 536"/>
                <a:gd name="T52" fmla="*/ 485 w 488"/>
                <a:gd name="T53" fmla="*/ 478 h 536"/>
                <a:gd name="T54" fmla="*/ 488 w 488"/>
                <a:gd name="T55" fmla="*/ 494 h 536"/>
                <a:gd name="T56" fmla="*/ 485 w 488"/>
                <a:gd name="T57" fmla="*/ 512 h 536"/>
                <a:gd name="T58" fmla="*/ 476 w 488"/>
                <a:gd name="T59" fmla="*/ 524 h 536"/>
                <a:gd name="T60" fmla="*/ 464 w 488"/>
                <a:gd name="T61" fmla="*/ 533 h 536"/>
                <a:gd name="T62" fmla="*/ 446 w 488"/>
                <a:gd name="T63" fmla="*/ 536 h 536"/>
                <a:gd name="T64" fmla="*/ 0 w 488"/>
                <a:gd name="T65" fmla="*/ 536 h 536"/>
                <a:gd name="T66" fmla="*/ 0 w 488"/>
                <a:gd name="T67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488" h="536">
                  <a:moveTo>
                    <a:pt x="0" y="0"/>
                  </a:moveTo>
                  <a:lnTo>
                    <a:pt x="438" y="0"/>
                  </a:lnTo>
                  <a:lnTo>
                    <a:pt x="453" y="2"/>
                  </a:lnTo>
                  <a:lnTo>
                    <a:pt x="467" y="12"/>
                  </a:lnTo>
                  <a:lnTo>
                    <a:pt x="476" y="25"/>
                  </a:lnTo>
                  <a:lnTo>
                    <a:pt x="480" y="40"/>
                  </a:lnTo>
                  <a:lnTo>
                    <a:pt x="476" y="56"/>
                  </a:lnTo>
                  <a:lnTo>
                    <a:pt x="467" y="70"/>
                  </a:lnTo>
                  <a:lnTo>
                    <a:pt x="453" y="79"/>
                  </a:lnTo>
                  <a:lnTo>
                    <a:pt x="438" y="82"/>
                  </a:lnTo>
                  <a:lnTo>
                    <a:pt x="97" y="82"/>
                  </a:lnTo>
                  <a:lnTo>
                    <a:pt x="97" y="218"/>
                  </a:lnTo>
                  <a:lnTo>
                    <a:pt x="333" y="218"/>
                  </a:lnTo>
                  <a:lnTo>
                    <a:pt x="349" y="222"/>
                  </a:lnTo>
                  <a:lnTo>
                    <a:pt x="361" y="231"/>
                  </a:lnTo>
                  <a:lnTo>
                    <a:pt x="370" y="243"/>
                  </a:lnTo>
                  <a:lnTo>
                    <a:pt x="373" y="259"/>
                  </a:lnTo>
                  <a:lnTo>
                    <a:pt x="370" y="276"/>
                  </a:lnTo>
                  <a:lnTo>
                    <a:pt x="361" y="288"/>
                  </a:lnTo>
                  <a:lnTo>
                    <a:pt x="349" y="297"/>
                  </a:lnTo>
                  <a:lnTo>
                    <a:pt x="333" y="300"/>
                  </a:lnTo>
                  <a:lnTo>
                    <a:pt x="97" y="300"/>
                  </a:lnTo>
                  <a:lnTo>
                    <a:pt x="97" y="454"/>
                  </a:lnTo>
                  <a:lnTo>
                    <a:pt x="446" y="454"/>
                  </a:lnTo>
                  <a:lnTo>
                    <a:pt x="464" y="457"/>
                  </a:lnTo>
                  <a:lnTo>
                    <a:pt x="476" y="466"/>
                  </a:lnTo>
                  <a:lnTo>
                    <a:pt x="485" y="478"/>
                  </a:lnTo>
                  <a:lnTo>
                    <a:pt x="488" y="494"/>
                  </a:lnTo>
                  <a:lnTo>
                    <a:pt x="485" y="512"/>
                  </a:lnTo>
                  <a:lnTo>
                    <a:pt x="476" y="524"/>
                  </a:lnTo>
                  <a:lnTo>
                    <a:pt x="464" y="533"/>
                  </a:lnTo>
                  <a:lnTo>
                    <a:pt x="446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6" name="Freeform 14"/>
            <p:cNvSpPr>
              <a:spLocks/>
            </p:cNvSpPr>
            <p:nvPr userDrawn="1"/>
          </p:nvSpPr>
          <p:spPr bwMode="auto">
            <a:xfrm>
              <a:off x="7785916" y="618911"/>
              <a:ext cx="25911" cy="24831"/>
            </a:xfrm>
            <a:custGeom>
              <a:avLst/>
              <a:gdLst>
                <a:gd name="T0" fmla="*/ 51 w 96"/>
                <a:gd name="T1" fmla="*/ 0 h 92"/>
                <a:gd name="T2" fmla="*/ 53 w 96"/>
                <a:gd name="T3" fmla="*/ 0 h 92"/>
                <a:gd name="T4" fmla="*/ 70 w 96"/>
                <a:gd name="T5" fmla="*/ 5 h 92"/>
                <a:gd name="T6" fmla="*/ 84 w 96"/>
                <a:gd name="T7" fmla="*/ 15 h 92"/>
                <a:gd name="T8" fmla="*/ 93 w 96"/>
                <a:gd name="T9" fmla="*/ 31 h 92"/>
                <a:gd name="T10" fmla="*/ 96 w 96"/>
                <a:gd name="T11" fmla="*/ 49 h 92"/>
                <a:gd name="T12" fmla="*/ 91 w 96"/>
                <a:gd name="T13" fmla="*/ 66 h 92"/>
                <a:gd name="T14" fmla="*/ 81 w 96"/>
                <a:gd name="T15" fmla="*/ 80 h 92"/>
                <a:gd name="T16" fmla="*/ 65 w 96"/>
                <a:gd name="T17" fmla="*/ 91 h 92"/>
                <a:gd name="T18" fmla="*/ 47 w 96"/>
                <a:gd name="T19" fmla="*/ 92 h 92"/>
                <a:gd name="T20" fmla="*/ 44 w 96"/>
                <a:gd name="T21" fmla="*/ 92 h 92"/>
                <a:gd name="T22" fmla="*/ 26 w 96"/>
                <a:gd name="T23" fmla="*/ 87 h 92"/>
                <a:gd name="T24" fmla="*/ 12 w 96"/>
                <a:gd name="T25" fmla="*/ 77 h 92"/>
                <a:gd name="T26" fmla="*/ 4 w 96"/>
                <a:gd name="T27" fmla="*/ 61 h 92"/>
                <a:gd name="T28" fmla="*/ 0 w 96"/>
                <a:gd name="T29" fmla="*/ 43 h 92"/>
                <a:gd name="T30" fmla="*/ 5 w 96"/>
                <a:gd name="T31" fmla="*/ 26 h 92"/>
                <a:gd name="T32" fmla="*/ 16 w 96"/>
                <a:gd name="T33" fmla="*/ 12 h 92"/>
                <a:gd name="T34" fmla="*/ 32 w 96"/>
                <a:gd name="T35" fmla="*/ 2 h 92"/>
                <a:gd name="T36" fmla="*/ 51 w 96"/>
                <a:gd name="T37" fmla="*/ 0 h 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96" h="92">
                  <a:moveTo>
                    <a:pt x="51" y="0"/>
                  </a:moveTo>
                  <a:lnTo>
                    <a:pt x="53" y="0"/>
                  </a:lnTo>
                  <a:lnTo>
                    <a:pt x="70" y="5"/>
                  </a:lnTo>
                  <a:lnTo>
                    <a:pt x="84" y="15"/>
                  </a:lnTo>
                  <a:lnTo>
                    <a:pt x="93" y="31"/>
                  </a:lnTo>
                  <a:lnTo>
                    <a:pt x="96" y="49"/>
                  </a:lnTo>
                  <a:lnTo>
                    <a:pt x="91" y="66"/>
                  </a:lnTo>
                  <a:lnTo>
                    <a:pt x="81" y="80"/>
                  </a:lnTo>
                  <a:lnTo>
                    <a:pt x="65" y="91"/>
                  </a:lnTo>
                  <a:lnTo>
                    <a:pt x="47" y="92"/>
                  </a:lnTo>
                  <a:lnTo>
                    <a:pt x="44" y="92"/>
                  </a:lnTo>
                  <a:lnTo>
                    <a:pt x="26" y="87"/>
                  </a:lnTo>
                  <a:lnTo>
                    <a:pt x="12" y="77"/>
                  </a:lnTo>
                  <a:lnTo>
                    <a:pt x="4" y="61"/>
                  </a:lnTo>
                  <a:lnTo>
                    <a:pt x="0" y="43"/>
                  </a:lnTo>
                  <a:lnTo>
                    <a:pt x="5" y="26"/>
                  </a:lnTo>
                  <a:lnTo>
                    <a:pt x="16" y="12"/>
                  </a:lnTo>
                  <a:lnTo>
                    <a:pt x="32" y="2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7" name="Freeform 15"/>
            <p:cNvSpPr>
              <a:spLocks/>
            </p:cNvSpPr>
            <p:nvPr userDrawn="1"/>
          </p:nvSpPr>
          <p:spPr bwMode="auto">
            <a:xfrm>
              <a:off x="7868507" y="539289"/>
              <a:ext cx="37247" cy="44804"/>
            </a:xfrm>
            <a:custGeom>
              <a:avLst/>
              <a:gdLst>
                <a:gd name="T0" fmla="*/ 40 w 138"/>
                <a:gd name="T1" fmla="*/ 0 h 166"/>
                <a:gd name="T2" fmla="*/ 57 w 138"/>
                <a:gd name="T3" fmla="*/ 2 h 166"/>
                <a:gd name="T4" fmla="*/ 73 w 138"/>
                <a:gd name="T5" fmla="*/ 9 h 166"/>
                <a:gd name="T6" fmla="*/ 85 w 138"/>
                <a:gd name="T7" fmla="*/ 22 h 166"/>
                <a:gd name="T8" fmla="*/ 132 w 138"/>
                <a:gd name="T9" fmla="*/ 96 h 166"/>
                <a:gd name="T10" fmla="*/ 138 w 138"/>
                <a:gd name="T11" fmla="*/ 113 h 166"/>
                <a:gd name="T12" fmla="*/ 138 w 138"/>
                <a:gd name="T13" fmla="*/ 131 h 166"/>
                <a:gd name="T14" fmla="*/ 129 w 138"/>
                <a:gd name="T15" fmla="*/ 146 h 166"/>
                <a:gd name="T16" fmla="*/ 115 w 138"/>
                <a:gd name="T17" fmla="*/ 159 h 166"/>
                <a:gd name="T18" fmla="*/ 99 w 138"/>
                <a:gd name="T19" fmla="*/ 166 h 166"/>
                <a:gd name="T20" fmla="*/ 80 w 138"/>
                <a:gd name="T21" fmla="*/ 164 h 166"/>
                <a:gd name="T22" fmla="*/ 64 w 138"/>
                <a:gd name="T23" fmla="*/ 157 h 166"/>
                <a:gd name="T24" fmla="*/ 52 w 138"/>
                <a:gd name="T25" fmla="*/ 143 h 166"/>
                <a:gd name="T26" fmla="*/ 5 w 138"/>
                <a:gd name="T27" fmla="*/ 70 h 166"/>
                <a:gd name="T28" fmla="*/ 0 w 138"/>
                <a:gd name="T29" fmla="*/ 52 h 166"/>
                <a:gd name="T30" fmla="*/ 0 w 138"/>
                <a:gd name="T31" fmla="*/ 35 h 166"/>
                <a:gd name="T32" fmla="*/ 8 w 138"/>
                <a:gd name="T33" fmla="*/ 17 h 166"/>
                <a:gd name="T34" fmla="*/ 22 w 138"/>
                <a:gd name="T35" fmla="*/ 7 h 166"/>
                <a:gd name="T36" fmla="*/ 40 w 138"/>
                <a:gd name="T37" fmla="*/ 0 h 1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38" h="166">
                  <a:moveTo>
                    <a:pt x="40" y="0"/>
                  </a:moveTo>
                  <a:lnTo>
                    <a:pt x="57" y="2"/>
                  </a:lnTo>
                  <a:lnTo>
                    <a:pt x="73" y="9"/>
                  </a:lnTo>
                  <a:lnTo>
                    <a:pt x="85" y="22"/>
                  </a:lnTo>
                  <a:lnTo>
                    <a:pt x="132" y="96"/>
                  </a:lnTo>
                  <a:lnTo>
                    <a:pt x="138" y="113"/>
                  </a:lnTo>
                  <a:lnTo>
                    <a:pt x="138" y="131"/>
                  </a:lnTo>
                  <a:lnTo>
                    <a:pt x="129" y="146"/>
                  </a:lnTo>
                  <a:lnTo>
                    <a:pt x="115" y="159"/>
                  </a:lnTo>
                  <a:lnTo>
                    <a:pt x="99" y="166"/>
                  </a:lnTo>
                  <a:lnTo>
                    <a:pt x="80" y="164"/>
                  </a:lnTo>
                  <a:lnTo>
                    <a:pt x="64" y="157"/>
                  </a:lnTo>
                  <a:lnTo>
                    <a:pt x="52" y="143"/>
                  </a:lnTo>
                  <a:lnTo>
                    <a:pt x="5" y="70"/>
                  </a:lnTo>
                  <a:lnTo>
                    <a:pt x="0" y="52"/>
                  </a:lnTo>
                  <a:lnTo>
                    <a:pt x="0" y="35"/>
                  </a:lnTo>
                  <a:lnTo>
                    <a:pt x="8" y="17"/>
                  </a:lnTo>
                  <a:lnTo>
                    <a:pt x="22" y="7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8" name="Freeform 16"/>
            <p:cNvSpPr>
              <a:spLocks/>
            </p:cNvSpPr>
            <p:nvPr userDrawn="1"/>
          </p:nvSpPr>
          <p:spPr bwMode="auto">
            <a:xfrm>
              <a:off x="7965403" y="477481"/>
              <a:ext cx="37787" cy="69366"/>
            </a:xfrm>
            <a:custGeom>
              <a:avLst/>
              <a:gdLst>
                <a:gd name="T0" fmla="*/ 53 w 140"/>
                <a:gd name="T1" fmla="*/ 0 h 257"/>
                <a:gd name="T2" fmla="*/ 68 w 140"/>
                <a:gd name="T3" fmla="*/ 7 h 257"/>
                <a:gd name="T4" fmla="*/ 82 w 140"/>
                <a:gd name="T5" fmla="*/ 19 h 257"/>
                <a:gd name="T6" fmla="*/ 89 w 140"/>
                <a:gd name="T7" fmla="*/ 35 h 257"/>
                <a:gd name="T8" fmla="*/ 140 w 140"/>
                <a:gd name="T9" fmla="*/ 199 h 257"/>
                <a:gd name="T10" fmla="*/ 140 w 140"/>
                <a:gd name="T11" fmla="*/ 218 h 257"/>
                <a:gd name="T12" fmla="*/ 135 w 140"/>
                <a:gd name="T13" fmla="*/ 234 h 257"/>
                <a:gd name="T14" fmla="*/ 122 w 140"/>
                <a:gd name="T15" fmla="*/ 248 h 257"/>
                <a:gd name="T16" fmla="*/ 105 w 140"/>
                <a:gd name="T17" fmla="*/ 255 h 257"/>
                <a:gd name="T18" fmla="*/ 88 w 140"/>
                <a:gd name="T19" fmla="*/ 257 h 257"/>
                <a:gd name="T20" fmla="*/ 70 w 140"/>
                <a:gd name="T21" fmla="*/ 250 h 257"/>
                <a:gd name="T22" fmla="*/ 58 w 140"/>
                <a:gd name="T23" fmla="*/ 239 h 257"/>
                <a:gd name="T24" fmla="*/ 49 w 140"/>
                <a:gd name="T25" fmla="*/ 222 h 257"/>
                <a:gd name="T26" fmla="*/ 0 w 140"/>
                <a:gd name="T27" fmla="*/ 58 h 257"/>
                <a:gd name="T28" fmla="*/ 0 w 140"/>
                <a:gd name="T29" fmla="*/ 40 h 257"/>
                <a:gd name="T30" fmla="*/ 5 w 140"/>
                <a:gd name="T31" fmla="*/ 23 h 257"/>
                <a:gd name="T32" fmla="*/ 18 w 140"/>
                <a:gd name="T33" fmla="*/ 11 h 257"/>
                <a:gd name="T34" fmla="*/ 33 w 140"/>
                <a:gd name="T35" fmla="*/ 2 h 257"/>
                <a:gd name="T36" fmla="*/ 53 w 140"/>
                <a:gd name="T37" fmla="*/ 0 h 2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40" h="257">
                  <a:moveTo>
                    <a:pt x="53" y="0"/>
                  </a:moveTo>
                  <a:lnTo>
                    <a:pt x="68" y="7"/>
                  </a:lnTo>
                  <a:lnTo>
                    <a:pt x="82" y="19"/>
                  </a:lnTo>
                  <a:lnTo>
                    <a:pt x="89" y="35"/>
                  </a:lnTo>
                  <a:lnTo>
                    <a:pt x="140" y="199"/>
                  </a:lnTo>
                  <a:lnTo>
                    <a:pt x="140" y="218"/>
                  </a:lnTo>
                  <a:lnTo>
                    <a:pt x="135" y="234"/>
                  </a:lnTo>
                  <a:lnTo>
                    <a:pt x="122" y="248"/>
                  </a:lnTo>
                  <a:lnTo>
                    <a:pt x="105" y="255"/>
                  </a:lnTo>
                  <a:lnTo>
                    <a:pt x="88" y="257"/>
                  </a:lnTo>
                  <a:lnTo>
                    <a:pt x="70" y="250"/>
                  </a:lnTo>
                  <a:lnTo>
                    <a:pt x="58" y="239"/>
                  </a:lnTo>
                  <a:lnTo>
                    <a:pt x="49" y="222"/>
                  </a:lnTo>
                  <a:lnTo>
                    <a:pt x="0" y="58"/>
                  </a:lnTo>
                  <a:lnTo>
                    <a:pt x="0" y="40"/>
                  </a:lnTo>
                  <a:lnTo>
                    <a:pt x="5" y="23"/>
                  </a:lnTo>
                  <a:lnTo>
                    <a:pt x="18" y="11"/>
                  </a:lnTo>
                  <a:lnTo>
                    <a:pt x="33" y="2"/>
                  </a:lnTo>
                  <a:lnTo>
                    <a:pt x="53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9" name="Freeform 17"/>
            <p:cNvSpPr>
              <a:spLocks/>
            </p:cNvSpPr>
            <p:nvPr userDrawn="1"/>
          </p:nvSpPr>
          <p:spPr bwMode="auto">
            <a:xfrm>
              <a:off x="8070936" y="427548"/>
              <a:ext cx="32119" cy="95546"/>
            </a:xfrm>
            <a:custGeom>
              <a:avLst/>
              <a:gdLst>
                <a:gd name="T0" fmla="*/ 44 w 119"/>
                <a:gd name="T1" fmla="*/ 0 h 354"/>
                <a:gd name="T2" fmla="*/ 63 w 119"/>
                <a:gd name="T3" fmla="*/ 4 h 354"/>
                <a:gd name="T4" fmla="*/ 77 w 119"/>
                <a:gd name="T5" fmla="*/ 12 h 354"/>
                <a:gd name="T6" fmla="*/ 87 w 119"/>
                <a:gd name="T7" fmla="*/ 26 h 354"/>
                <a:gd name="T8" fmla="*/ 93 w 119"/>
                <a:gd name="T9" fmla="*/ 44 h 354"/>
                <a:gd name="T10" fmla="*/ 119 w 119"/>
                <a:gd name="T11" fmla="*/ 306 h 354"/>
                <a:gd name="T12" fmla="*/ 115 w 119"/>
                <a:gd name="T13" fmla="*/ 323 h 354"/>
                <a:gd name="T14" fmla="*/ 107 w 119"/>
                <a:gd name="T15" fmla="*/ 339 h 354"/>
                <a:gd name="T16" fmla="*/ 93 w 119"/>
                <a:gd name="T17" fmla="*/ 349 h 354"/>
                <a:gd name="T18" fmla="*/ 75 w 119"/>
                <a:gd name="T19" fmla="*/ 354 h 354"/>
                <a:gd name="T20" fmla="*/ 58 w 119"/>
                <a:gd name="T21" fmla="*/ 351 h 354"/>
                <a:gd name="T22" fmla="*/ 42 w 119"/>
                <a:gd name="T23" fmla="*/ 342 h 354"/>
                <a:gd name="T24" fmla="*/ 32 w 119"/>
                <a:gd name="T25" fmla="*/ 328 h 354"/>
                <a:gd name="T26" fmla="*/ 26 w 119"/>
                <a:gd name="T27" fmla="*/ 311 h 354"/>
                <a:gd name="T28" fmla="*/ 0 w 119"/>
                <a:gd name="T29" fmla="*/ 49 h 354"/>
                <a:gd name="T30" fmla="*/ 4 w 119"/>
                <a:gd name="T31" fmla="*/ 32 h 354"/>
                <a:gd name="T32" fmla="*/ 12 w 119"/>
                <a:gd name="T33" fmla="*/ 16 h 354"/>
                <a:gd name="T34" fmla="*/ 26 w 119"/>
                <a:gd name="T35" fmla="*/ 5 h 354"/>
                <a:gd name="T36" fmla="*/ 44 w 119"/>
                <a:gd name="T37" fmla="*/ 0 h 3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19" h="354">
                  <a:moveTo>
                    <a:pt x="44" y="0"/>
                  </a:moveTo>
                  <a:lnTo>
                    <a:pt x="63" y="4"/>
                  </a:lnTo>
                  <a:lnTo>
                    <a:pt x="77" y="12"/>
                  </a:lnTo>
                  <a:lnTo>
                    <a:pt x="87" y="26"/>
                  </a:lnTo>
                  <a:lnTo>
                    <a:pt x="93" y="44"/>
                  </a:lnTo>
                  <a:lnTo>
                    <a:pt x="119" y="306"/>
                  </a:lnTo>
                  <a:lnTo>
                    <a:pt x="115" y="323"/>
                  </a:lnTo>
                  <a:lnTo>
                    <a:pt x="107" y="339"/>
                  </a:lnTo>
                  <a:lnTo>
                    <a:pt x="93" y="349"/>
                  </a:lnTo>
                  <a:lnTo>
                    <a:pt x="75" y="354"/>
                  </a:lnTo>
                  <a:lnTo>
                    <a:pt x="58" y="351"/>
                  </a:lnTo>
                  <a:lnTo>
                    <a:pt x="42" y="342"/>
                  </a:lnTo>
                  <a:lnTo>
                    <a:pt x="32" y="328"/>
                  </a:lnTo>
                  <a:lnTo>
                    <a:pt x="26" y="311"/>
                  </a:lnTo>
                  <a:lnTo>
                    <a:pt x="0" y="49"/>
                  </a:lnTo>
                  <a:lnTo>
                    <a:pt x="4" y="32"/>
                  </a:lnTo>
                  <a:lnTo>
                    <a:pt x="12" y="16"/>
                  </a:lnTo>
                  <a:lnTo>
                    <a:pt x="26" y="5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0" name="Freeform 18"/>
            <p:cNvSpPr>
              <a:spLocks/>
            </p:cNvSpPr>
            <p:nvPr userDrawn="1"/>
          </p:nvSpPr>
          <p:spPr bwMode="auto">
            <a:xfrm>
              <a:off x="8178358" y="392731"/>
              <a:ext cx="29690" cy="119568"/>
            </a:xfrm>
            <a:custGeom>
              <a:avLst/>
              <a:gdLst>
                <a:gd name="T0" fmla="*/ 68 w 110"/>
                <a:gd name="T1" fmla="*/ 0 h 443"/>
                <a:gd name="T2" fmla="*/ 86 w 110"/>
                <a:gd name="T3" fmla="*/ 5 h 443"/>
                <a:gd name="T4" fmla="*/ 100 w 110"/>
                <a:gd name="T5" fmla="*/ 16 h 443"/>
                <a:gd name="T6" fmla="*/ 107 w 110"/>
                <a:gd name="T7" fmla="*/ 31 h 443"/>
                <a:gd name="T8" fmla="*/ 110 w 110"/>
                <a:gd name="T9" fmla="*/ 51 h 443"/>
                <a:gd name="T10" fmla="*/ 93 w 110"/>
                <a:gd name="T11" fmla="*/ 401 h 443"/>
                <a:gd name="T12" fmla="*/ 87 w 110"/>
                <a:gd name="T13" fmla="*/ 419 h 443"/>
                <a:gd name="T14" fmla="*/ 75 w 110"/>
                <a:gd name="T15" fmla="*/ 433 h 443"/>
                <a:gd name="T16" fmla="*/ 61 w 110"/>
                <a:gd name="T17" fmla="*/ 442 h 443"/>
                <a:gd name="T18" fmla="*/ 42 w 110"/>
                <a:gd name="T19" fmla="*/ 443 h 443"/>
                <a:gd name="T20" fmla="*/ 25 w 110"/>
                <a:gd name="T21" fmla="*/ 438 h 443"/>
                <a:gd name="T22" fmla="*/ 11 w 110"/>
                <a:gd name="T23" fmla="*/ 426 h 443"/>
                <a:gd name="T24" fmla="*/ 2 w 110"/>
                <a:gd name="T25" fmla="*/ 412 h 443"/>
                <a:gd name="T26" fmla="*/ 0 w 110"/>
                <a:gd name="T27" fmla="*/ 393 h 443"/>
                <a:gd name="T28" fmla="*/ 18 w 110"/>
                <a:gd name="T29" fmla="*/ 42 h 443"/>
                <a:gd name="T30" fmla="*/ 23 w 110"/>
                <a:gd name="T31" fmla="*/ 24 h 443"/>
                <a:gd name="T32" fmla="*/ 33 w 110"/>
                <a:gd name="T33" fmla="*/ 10 h 443"/>
                <a:gd name="T34" fmla="*/ 49 w 110"/>
                <a:gd name="T35" fmla="*/ 2 h 443"/>
                <a:gd name="T36" fmla="*/ 68 w 110"/>
                <a:gd name="T37" fmla="*/ 0 h 4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10" h="443">
                  <a:moveTo>
                    <a:pt x="68" y="0"/>
                  </a:moveTo>
                  <a:lnTo>
                    <a:pt x="86" y="5"/>
                  </a:lnTo>
                  <a:lnTo>
                    <a:pt x="100" y="16"/>
                  </a:lnTo>
                  <a:lnTo>
                    <a:pt x="107" y="31"/>
                  </a:lnTo>
                  <a:lnTo>
                    <a:pt x="110" y="51"/>
                  </a:lnTo>
                  <a:lnTo>
                    <a:pt x="93" y="401"/>
                  </a:lnTo>
                  <a:lnTo>
                    <a:pt x="87" y="419"/>
                  </a:lnTo>
                  <a:lnTo>
                    <a:pt x="75" y="433"/>
                  </a:lnTo>
                  <a:lnTo>
                    <a:pt x="61" y="442"/>
                  </a:lnTo>
                  <a:lnTo>
                    <a:pt x="42" y="443"/>
                  </a:lnTo>
                  <a:lnTo>
                    <a:pt x="25" y="438"/>
                  </a:lnTo>
                  <a:lnTo>
                    <a:pt x="11" y="426"/>
                  </a:lnTo>
                  <a:lnTo>
                    <a:pt x="2" y="412"/>
                  </a:lnTo>
                  <a:lnTo>
                    <a:pt x="0" y="393"/>
                  </a:lnTo>
                  <a:lnTo>
                    <a:pt x="18" y="42"/>
                  </a:lnTo>
                  <a:lnTo>
                    <a:pt x="23" y="24"/>
                  </a:lnTo>
                  <a:lnTo>
                    <a:pt x="33" y="10"/>
                  </a:lnTo>
                  <a:lnTo>
                    <a:pt x="49" y="2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1" name="Freeform 19"/>
            <p:cNvSpPr>
              <a:spLocks/>
            </p:cNvSpPr>
            <p:nvPr userDrawn="1"/>
          </p:nvSpPr>
          <p:spPr bwMode="auto">
            <a:xfrm>
              <a:off x="8280113" y="371948"/>
              <a:ext cx="46154" cy="141430"/>
            </a:xfrm>
            <a:custGeom>
              <a:avLst/>
              <a:gdLst>
                <a:gd name="T0" fmla="*/ 119 w 171"/>
                <a:gd name="T1" fmla="*/ 0 h 524"/>
                <a:gd name="T2" fmla="*/ 136 w 171"/>
                <a:gd name="T3" fmla="*/ 0 h 524"/>
                <a:gd name="T4" fmla="*/ 154 w 171"/>
                <a:gd name="T5" fmla="*/ 9 h 524"/>
                <a:gd name="T6" fmla="*/ 166 w 171"/>
                <a:gd name="T7" fmla="*/ 21 h 524"/>
                <a:gd name="T8" fmla="*/ 171 w 171"/>
                <a:gd name="T9" fmla="*/ 37 h 524"/>
                <a:gd name="T10" fmla="*/ 171 w 171"/>
                <a:gd name="T11" fmla="*/ 56 h 524"/>
                <a:gd name="T12" fmla="*/ 91 w 171"/>
                <a:gd name="T13" fmla="*/ 489 h 524"/>
                <a:gd name="T14" fmla="*/ 84 w 171"/>
                <a:gd name="T15" fmla="*/ 506 h 524"/>
                <a:gd name="T16" fmla="*/ 70 w 171"/>
                <a:gd name="T17" fmla="*/ 517 h 524"/>
                <a:gd name="T18" fmla="*/ 54 w 171"/>
                <a:gd name="T19" fmla="*/ 524 h 524"/>
                <a:gd name="T20" fmla="*/ 37 w 171"/>
                <a:gd name="T21" fmla="*/ 524 h 524"/>
                <a:gd name="T22" fmla="*/ 19 w 171"/>
                <a:gd name="T23" fmla="*/ 517 h 524"/>
                <a:gd name="T24" fmla="*/ 7 w 171"/>
                <a:gd name="T25" fmla="*/ 503 h 524"/>
                <a:gd name="T26" fmla="*/ 0 w 171"/>
                <a:gd name="T27" fmla="*/ 487 h 524"/>
                <a:gd name="T28" fmla="*/ 2 w 171"/>
                <a:gd name="T29" fmla="*/ 468 h 524"/>
                <a:gd name="T30" fmla="*/ 82 w 171"/>
                <a:gd name="T31" fmla="*/ 35 h 524"/>
                <a:gd name="T32" fmla="*/ 89 w 171"/>
                <a:gd name="T33" fmla="*/ 19 h 524"/>
                <a:gd name="T34" fmla="*/ 101 w 171"/>
                <a:gd name="T35" fmla="*/ 7 h 524"/>
                <a:gd name="T36" fmla="*/ 119 w 171"/>
                <a:gd name="T37" fmla="*/ 0 h 5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71" h="524">
                  <a:moveTo>
                    <a:pt x="119" y="0"/>
                  </a:moveTo>
                  <a:lnTo>
                    <a:pt x="136" y="0"/>
                  </a:lnTo>
                  <a:lnTo>
                    <a:pt x="154" y="9"/>
                  </a:lnTo>
                  <a:lnTo>
                    <a:pt x="166" y="21"/>
                  </a:lnTo>
                  <a:lnTo>
                    <a:pt x="171" y="37"/>
                  </a:lnTo>
                  <a:lnTo>
                    <a:pt x="171" y="56"/>
                  </a:lnTo>
                  <a:lnTo>
                    <a:pt x="91" y="489"/>
                  </a:lnTo>
                  <a:lnTo>
                    <a:pt x="84" y="506"/>
                  </a:lnTo>
                  <a:lnTo>
                    <a:pt x="70" y="517"/>
                  </a:lnTo>
                  <a:lnTo>
                    <a:pt x="54" y="524"/>
                  </a:lnTo>
                  <a:lnTo>
                    <a:pt x="37" y="524"/>
                  </a:lnTo>
                  <a:lnTo>
                    <a:pt x="19" y="517"/>
                  </a:lnTo>
                  <a:lnTo>
                    <a:pt x="7" y="503"/>
                  </a:lnTo>
                  <a:lnTo>
                    <a:pt x="0" y="487"/>
                  </a:lnTo>
                  <a:lnTo>
                    <a:pt x="2" y="468"/>
                  </a:lnTo>
                  <a:lnTo>
                    <a:pt x="82" y="35"/>
                  </a:lnTo>
                  <a:lnTo>
                    <a:pt x="89" y="19"/>
                  </a:lnTo>
                  <a:lnTo>
                    <a:pt x="101" y="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2" name="Freeform 20"/>
            <p:cNvSpPr>
              <a:spLocks/>
            </p:cNvSpPr>
            <p:nvPr userDrawn="1"/>
          </p:nvSpPr>
          <p:spPr bwMode="auto">
            <a:xfrm>
              <a:off x="8379438" y="365740"/>
              <a:ext cx="68826" cy="161673"/>
            </a:xfrm>
            <a:custGeom>
              <a:avLst/>
              <a:gdLst>
                <a:gd name="T0" fmla="*/ 206 w 255"/>
                <a:gd name="T1" fmla="*/ 0 h 599"/>
                <a:gd name="T2" fmla="*/ 226 w 255"/>
                <a:gd name="T3" fmla="*/ 4 h 599"/>
                <a:gd name="T4" fmla="*/ 241 w 255"/>
                <a:gd name="T5" fmla="*/ 13 h 599"/>
                <a:gd name="T6" fmla="*/ 252 w 255"/>
                <a:gd name="T7" fmla="*/ 27 h 599"/>
                <a:gd name="T8" fmla="*/ 255 w 255"/>
                <a:gd name="T9" fmla="*/ 44 h 599"/>
                <a:gd name="T10" fmla="*/ 254 w 255"/>
                <a:gd name="T11" fmla="*/ 62 h 599"/>
                <a:gd name="T12" fmla="*/ 90 w 255"/>
                <a:gd name="T13" fmla="*/ 569 h 599"/>
                <a:gd name="T14" fmla="*/ 81 w 255"/>
                <a:gd name="T15" fmla="*/ 585 h 599"/>
                <a:gd name="T16" fmla="*/ 65 w 255"/>
                <a:gd name="T17" fmla="*/ 596 h 599"/>
                <a:gd name="T18" fmla="*/ 49 w 255"/>
                <a:gd name="T19" fmla="*/ 599 h 599"/>
                <a:gd name="T20" fmla="*/ 30 w 255"/>
                <a:gd name="T21" fmla="*/ 597 h 599"/>
                <a:gd name="T22" fmla="*/ 14 w 255"/>
                <a:gd name="T23" fmla="*/ 587 h 599"/>
                <a:gd name="T24" fmla="*/ 4 w 255"/>
                <a:gd name="T25" fmla="*/ 573 h 599"/>
                <a:gd name="T26" fmla="*/ 0 w 255"/>
                <a:gd name="T27" fmla="*/ 556 h 599"/>
                <a:gd name="T28" fmla="*/ 2 w 255"/>
                <a:gd name="T29" fmla="*/ 538 h 599"/>
                <a:gd name="T30" fmla="*/ 166 w 255"/>
                <a:gd name="T31" fmla="*/ 30 h 599"/>
                <a:gd name="T32" fmla="*/ 175 w 255"/>
                <a:gd name="T33" fmla="*/ 16 h 599"/>
                <a:gd name="T34" fmla="*/ 191 w 255"/>
                <a:gd name="T35" fmla="*/ 6 h 599"/>
                <a:gd name="T36" fmla="*/ 206 w 255"/>
                <a:gd name="T37" fmla="*/ 0 h 5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5" h="599">
                  <a:moveTo>
                    <a:pt x="206" y="0"/>
                  </a:moveTo>
                  <a:lnTo>
                    <a:pt x="226" y="4"/>
                  </a:lnTo>
                  <a:lnTo>
                    <a:pt x="241" y="13"/>
                  </a:lnTo>
                  <a:lnTo>
                    <a:pt x="252" y="27"/>
                  </a:lnTo>
                  <a:lnTo>
                    <a:pt x="255" y="44"/>
                  </a:lnTo>
                  <a:lnTo>
                    <a:pt x="254" y="62"/>
                  </a:lnTo>
                  <a:lnTo>
                    <a:pt x="90" y="569"/>
                  </a:lnTo>
                  <a:lnTo>
                    <a:pt x="81" y="585"/>
                  </a:lnTo>
                  <a:lnTo>
                    <a:pt x="65" y="596"/>
                  </a:lnTo>
                  <a:lnTo>
                    <a:pt x="49" y="599"/>
                  </a:lnTo>
                  <a:lnTo>
                    <a:pt x="30" y="597"/>
                  </a:lnTo>
                  <a:lnTo>
                    <a:pt x="14" y="587"/>
                  </a:lnTo>
                  <a:lnTo>
                    <a:pt x="4" y="573"/>
                  </a:lnTo>
                  <a:lnTo>
                    <a:pt x="0" y="556"/>
                  </a:lnTo>
                  <a:lnTo>
                    <a:pt x="2" y="538"/>
                  </a:lnTo>
                  <a:lnTo>
                    <a:pt x="166" y="30"/>
                  </a:lnTo>
                  <a:lnTo>
                    <a:pt x="175" y="16"/>
                  </a:lnTo>
                  <a:lnTo>
                    <a:pt x="191" y="6"/>
                  </a:lnTo>
                  <a:lnTo>
                    <a:pt x="206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3" name="Freeform 21"/>
            <p:cNvSpPr>
              <a:spLocks/>
            </p:cNvSpPr>
            <p:nvPr userDrawn="1"/>
          </p:nvSpPr>
          <p:spPr bwMode="auto">
            <a:xfrm>
              <a:off x="8477144" y="377076"/>
              <a:ext cx="95007" cy="176788"/>
            </a:xfrm>
            <a:custGeom>
              <a:avLst/>
              <a:gdLst>
                <a:gd name="T0" fmla="*/ 309 w 352"/>
                <a:gd name="T1" fmla="*/ 0 h 655"/>
                <a:gd name="T2" fmla="*/ 326 w 352"/>
                <a:gd name="T3" fmla="*/ 6 h 655"/>
                <a:gd name="T4" fmla="*/ 342 w 352"/>
                <a:gd name="T5" fmla="*/ 18 h 655"/>
                <a:gd name="T6" fmla="*/ 349 w 352"/>
                <a:gd name="T7" fmla="*/ 32 h 655"/>
                <a:gd name="T8" fmla="*/ 352 w 352"/>
                <a:gd name="T9" fmla="*/ 49 h 655"/>
                <a:gd name="T10" fmla="*/ 347 w 352"/>
                <a:gd name="T11" fmla="*/ 68 h 655"/>
                <a:gd name="T12" fmla="*/ 87 w 352"/>
                <a:gd name="T13" fmla="*/ 630 h 655"/>
                <a:gd name="T14" fmla="*/ 77 w 352"/>
                <a:gd name="T15" fmla="*/ 644 h 655"/>
                <a:gd name="T16" fmla="*/ 61 w 352"/>
                <a:gd name="T17" fmla="*/ 653 h 655"/>
                <a:gd name="T18" fmla="*/ 43 w 352"/>
                <a:gd name="T19" fmla="*/ 655 h 655"/>
                <a:gd name="T20" fmla="*/ 26 w 352"/>
                <a:gd name="T21" fmla="*/ 650 h 655"/>
                <a:gd name="T22" fmla="*/ 10 w 352"/>
                <a:gd name="T23" fmla="*/ 639 h 655"/>
                <a:gd name="T24" fmla="*/ 3 w 352"/>
                <a:gd name="T25" fmla="*/ 623 h 655"/>
                <a:gd name="T26" fmla="*/ 0 w 352"/>
                <a:gd name="T27" fmla="*/ 606 h 655"/>
                <a:gd name="T28" fmla="*/ 5 w 352"/>
                <a:gd name="T29" fmla="*/ 589 h 655"/>
                <a:gd name="T30" fmla="*/ 265 w 352"/>
                <a:gd name="T31" fmla="*/ 27 h 655"/>
                <a:gd name="T32" fmla="*/ 276 w 352"/>
                <a:gd name="T33" fmla="*/ 11 h 655"/>
                <a:gd name="T34" fmla="*/ 291 w 352"/>
                <a:gd name="T35" fmla="*/ 4 h 655"/>
                <a:gd name="T36" fmla="*/ 309 w 352"/>
                <a:gd name="T37" fmla="*/ 0 h 6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52" h="655">
                  <a:moveTo>
                    <a:pt x="309" y="0"/>
                  </a:moveTo>
                  <a:lnTo>
                    <a:pt x="326" y="6"/>
                  </a:lnTo>
                  <a:lnTo>
                    <a:pt x="342" y="18"/>
                  </a:lnTo>
                  <a:lnTo>
                    <a:pt x="349" y="32"/>
                  </a:lnTo>
                  <a:lnTo>
                    <a:pt x="352" y="49"/>
                  </a:lnTo>
                  <a:lnTo>
                    <a:pt x="347" y="68"/>
                  </a:lnTo>
                  <a:lnTo>
                    <a:pt x="87" y="630"/>
                  </a:lnTo>
                  <a:lnTo>
                    <a:pt x="77" y="644"/>
                  </a:lnTo>
                  <a:lnTo>
                    <a:pt x="61" y="653"/>
                  </a:lnTo>
                  <a:lnTo>
                    <a:pt x="43" y="655"/>
                  </a:lnTo>
                  <a:lnTo>
                    <a:pt x="26" y="650"/>
                  </a:lnTo>
                  <a:lnTo>
                    <a:pt x="10" y="639"/>
                  </a:lnTo>
                  <a:lnTo>
                    <a:pt x="3" y="623"/>
                  </a:lnTo>
                  <a:lnTo>
                    <a:pt x="0" y="606"/>
                  </a:lnTo>
                  <a:lnTo>
                    <a:pt x="5" y="589"/>
                  </a:lnTo>
                  <a:lnTo>
                    <a:pt x="265" y="27"/>
                  </a:lnTo>
                  <a:lnTo>
                    <a:pt x="276" y="11"/>
                  </a:lnTo>
                  <a:lnTo>
                    <a:pt x="291" y="4"/>
                  </a:lnTo>
                  <a:lnTo>
                    <a:pt x="309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4" name="Freeform 22"/>
            <p:cNvSpPr>
              <a:spLocks/>
            </p:cNvSpPr>
            <p:nvPr userDrawn="1"/>
          </p:nvSpPr>
          <p:spPr bwMode="auto">
            <a:xfrm>
              <a:off x="8573230" y="405416"/>
              <a:ext cx="122537" cy="187584"/>
            </a:xfrm>
            <a:custGeom>
              <a:avLst/>
              <a:gdLst>
                <a:gd name="T0" fmla="*/ 417 w 454"/>
                <a:gd name="T1" fmla="*/ 0 h 695"/>
                <a:gd name="T2" fmla="*/ 433 w 454"/>
                <a:gd name="T3" fmla="*/ 7 h 695"/>
                <a:gd name="T4" fmla="*/ 447 w 454"/>
                <a:gd name="T5" fmla="*/ 21 h 695"/>
                <a:gd name="T6" fmla="*/ 454 w 454"/>
                <a:gd name="T7" fmla="*/ 37 h 695"/>
                <a:gd name="T8" fmla="*/ 454 w 454"/>
                <a:gd name="T9" fmla="*/ 54 h 695"/>
                <a:gd name="T10" fmla="*/ 447 w 454"/>
                <a:gd name="T11" fmla="*/ 72 h 695"/>
                <a:gd name="T12" fmla="*/ 84 w 454"/>
                <a:gd name="T13" fmla="*/ 676 h 695"/>
                <a:gd name="T14" fmla="*/ 70 w 454"/>
                <a:gd name="T15" fmla="*/ 688 h 695"/>
                <a:gd name="T16" fmla="*/ 54 w 454"/>
                <a:gd name="T17" fmla="*/ 695 h 695"/>
                <a:gd name="T18" fmla="*/ 37 w 454"/>
                <a:gd name="T19" fmla="*/ 695 h 695"/>
                <a:gd name="T20" fmla="*/ 19 w 454"/>
                <a:gd name="T21" fmla="*/ 688 h 695"/>
                <a:gd name="T22" fmla="*/ 7 w 454"/>
                <a:gd name="T23" fmla="*/ 676 h 695"/>
                <a:gd name="T24" fmla="*/ 0 w 454"/>
                <a:gd name="T25" fmla="*/ 660 h 695"/>
                <a:gd name="T26" fmla="*/ 0 w 454"/>
                <a:gd name="T27" fmla="*/ 642 h 695"/>
                <a:gd name="T28" fmla="*/ 7 w 454"/>
                <a:gd name="T29" fmla="*/ 625 h 695"/>
                <a:gd name="T30" fmla="*/ 370 w 454"/>
                <a:gd name="T31" fmla="*/ 21 h 695"/>
                <a:gd name="T32" fmla="*/ 382 w 454"/>
                <a:gd name="T33" fmla="*/ 7 h 695"/>
                <a:gd name="T34" fmla="*/ 400 w 454"/>
                <a:gd name="T35" fmla="*/ 0 h 695"/>
                <a:gd name="T36" fmla="*/ 417 w 454"/>
                <a:gd name="T37" fmla="*/ 0 h 6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454" h="695">
                  <a:moveTo>
                    <a:pt x="417" y="0"/>
                  </a:moveTo>
                  <a:lnTo>
                    <a:pt x="433" y="7"/>
                  </a:lnTo>
                  <a:lnTo>
                    <a:pt x="447" y="21"/>
                  </a:lnTo>
                  <a:lnTo>
                    <a:pt x="454" y="37"/>
                  </a:lnTo>
                  <a:lnTo>
                    <a:pt x="454" y="54"/>
                  </a:lnTo>
                  <a:lnTo>
                    <a:pt x="447" y="72"/>
                  </a:lnTo>
                  <a:lnTo>
                    <a:pt x="84" y="676"/>
                  </a:lnTo>
                  <a:lnTo>
                    <a:pt x="70" y="688"/>
                  </a:lnTo>
                  <a:lnTo>
                    <a:pt x="54" y="695"/>
                  </a:lnTo>
                  <a:lnTo>
                    <a:pt x="37" y="695"/>
                  </a:lnTo>
                  <a:lnTo>
                    <a:pt x="19" y="688"/>
                  </a:lnTo>
                  <a:lnTo>
                    <a:pt x="7" y="676"/>
                  </a:lnTo>
                  <a:lnTo>
                    <a:pt x="0" y="660"/>
                  </a:lnTo>
                  <a:lnTo>
                    <a:pt x="0" y="642"/>
                  </a:lnTo>
                  <a:lnTo>
                    <a:pt x="7" y="625"/>
                  </a:lnTo>
                  <a:lnTo>
                    <a:pt x="370" y="21"/>
                  </a:lnTo>
                  <a:lnTo>
                    <a:pt x="382" y="7"/>
                  </a:lnTo>
                  <a:lnTo>
                    <a:pt x="400" y="0"/>
                  </a:lnTo>
                  <a:lnTo>
                    <a:pt x="417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5" name="Freeform 23"/>
            <p:cNvSpPr>
              <a:spLocks/>
            </p:cNvSpPr>
            <p:nvPr userDrawn="1"/>
          </p:nvSpPr>
          <p:spPr bwMode="auto">
            <a:xfrm>
              <a:off x="8663109" y="450760"/>
              <a:ext cx="154656" cy="193522"/>
            </a:xfrm>
            <a:custGeom>
              <a:avLst/>
              <a:gdLst>
                <a:gd name="T0" fmla="*/ 522 w 573"/>
                <a:gd name="T1" fmla="*/ 0 h 717"/>
                <a:gd name="T2" fmla="*/ 540 w 573"/>
                <a:gd name="T3" fmla="*/ 1 h 717"/>
                <a:gd name="T4" fmla="*/ 557 w 573"/>
                <a:gd name="T5" fmla="*/ 10 h 717"/>
                <a:gd name="T6" fmla="*/ 568 w 573"/>
                <a:gd name="T7" fmla="*/ 24 h 717"/>
                <a:gd name="T8" fmla="*/ 573 w 573"/>
                <a:gd name="T9" fmla="*/ 40 h 717"/>
                <a:gd name="T10" fmla="*/ 571 w 573"/>
                <a:gd name="T11" fmla="*/ 57 h 717"/>
                <a:gd name="T12" fmla="*/ 562 w 573"/>
                <a:gd name="T13" fmla="*/ 75 h 717"/>
                <a:gd name="T14" fmla="*/ 81 w 573"/>
                <a:gd name="T15" fmla="*/ 700 h 717"/>
                <a:gd name="T16" fmla="*/ 67 w 573"/>
                <a:gd name="T17" fmla="*/ 712 h 717"/>
                <a:gd name="T18" fmla="*/ 51 w 573"/>
                <a:gd name="T19" fmla="*/ 717 h 717"/>
                <a:gd name="T20" fmla="*/ 32 w 573"/>
                <a:gd name="T21" fmla="*/ 715 h 717"/>
                <a:gd name="T22" fmla="*/ 16 w 573"/>
                <a:gd name="T23" fmla="*/ 707 h 717"/>
                <a:gd name="T24" fmla="*/ 5 w 573"/>
                <a:gd name="T25" fmla="*/ 693 h 717"/>
                <a:gd name="T26" fmla="*/ 0 w 573"/>
                <a:gd name="T27" fmla="*/ 675 h 717"/>
                <a:gd name="T28" fmla="*/ 2 w 573"/>
                <a:gd name="T29" fmla="*/ 658 h 717"/>
                <a:gd name="T30" fmla="*/ 11 w 573"/>
                <a:gd name="T31" fmla="*/ 642 h 717"/>
                <a:gd name="T32" fmla="*/ 491 w 573"/>
                <a:gd name="T33" fmla="*/ 15 h 717"/>
                <a:gd name="T34" fmla="*/ 506 w 573"/>
                <a:gd name="T35" fmla="*/ 3 h 717"/>
                <a:gd name="T36" fmla="*/ 522 w 573"/>
                <a:gd name="T37" fmla="*/ 0 h 7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73" h="717">
                  <a:moveTo>
                    <a:pt x="522" y="0"/>
                  </a:moveTo>
                  <a:lnTo>
                    <a:pt x="540" y="1"/>
                  </a:lnTo>
                  <a:lnTo>
                    <a:pt x="557" y="10"/>
                  </a:lnTo>
                  <a:lnTo>
                    <a:pt x="568" y="24"/>
                  </a:lnTo>
                  <a:lnTo>
                    <a:pt x="573" y="40"/>
                  </a:lnTo>
                  <a:lnTo>
                    <a:pt x="571" y="57"/>
                  </a:lnTo>
                  <a:lnTo>
                    <a:pt x="562" y="75"/>
                  </a:lnTo>
                  <a:lnTo>
                    <a:pt x="81" y="700"/>
                  </a:lnTo>
                  <a:lnTo>
                    <a:pt x="67" y="712"/>
                  </a:lnTo>
                  <a:lnTo>
                    <a:pt x="51" y="717"/>
                  </a:lnTo>
                  <a:lnTo>
                    <a:pt x="32" y="715"/>
                  </a:lnTo>
                  <a:lnTo>
                    <a:pt x="16" y="707"/>
                  </a:lnTo>
                  <a:lnTo>
                    <a:pt x="5" y="693"/>
                  </a:lnTo>
                  <a:lnTo>
                    <a:pt x="0" y="675"/>
                  </a:lnTo>
                  <a:lnTo>
                    <a:pt x="2" y="658"/>
                  </a:lnTo>
                  <a:lnTo>
                    <a:pt x="11" y="642"/>
                  </a:lnTo>
                  <a:lnTo>
                    <a:pt x="491" y="15"/>
                  </a:lnTo>
                  <a:lnTo>
                    <a:pt x="506" y="3"/>
                  </a:lnTo>
                  <a:lnTo>
                    <a:pt x="522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3385316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6728BC2-ACA3-447C-A909-F3F49211C0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51198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Only">
  <p:cSld name="4_Title Only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10"/>
          <p:cNvPicPr preferRelativeResize="0"/>
          <p:nvPr/>
        </p:nvPicPr>
        <p:blipFill rotWithShape="1">
          <a:blip r:embed="rId2">
            <a:alphaModFix/>
          </a:blip>
          <a:srcRect t="91557" b="648"/>
          <a:stretch/>
        </p:blipFill>
        <p:spPr>
          <a:xfrm>
            <a:off x="-1" y="6259484"/>
            <a:ext cx="9144002" cy="598516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10"/>
          <p:cNvSpPr txBox="1">
            <a:spLocks noGrp="1"/>
          </p:cNvSpPr>
          <p:nvPr>
            <p:ph type="sldNum" idx="12"/>
          </p:nvPr>
        </p:nvSpPr>
        <p:spPr>
          <a:xfrm>
            <a:off x="8122757" y="6363712"/>
            <a:ext cx="8616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1" name="Google Shape;171;p10"/>
          <p:cNvSpPr txBox="1">
            <a:spLocks noGrp="1"/>
          </p:cNvSpPr>
          <p:nvPr>
            <p:ph type="body" idx="1"/>
          </p:nvPr>
        </p:nvSpPr>
        <p:spPr>
          <a:xfrm>
            <a:off x="157163" y="133350"/>
            <a:ext cx="8826500" cy="5951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lvl="0" indent="-228600" algn="l">
              <a:spcBef>
                <a:spcPts val="560"/>
              </a:spcBef>
              <a:spcAft>
                <a:spcPts val="0"/>
              </a:spcAft>
              <a:buSzPts val="2800"/>
              <a:buNone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1901498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Only" preserve="1" userDrawn="1">
  <p:cSld name="Section_Title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10"/>
          <p:cNvPicPr preferRelativeResize="0"/>
          <p:nvPr/>
        </p:nvPicPr>
        <p:blipFill rotWithShape="1">
          <a:blip r:embed="rId2">
            <a:alphaModFix/>
          </a:blip>
          <a:srcRect t="91557" b="648"/>
          <a:stretch/>
        </p:blipFill>
        <p:spPr>
          <a:xfrm>
            <a:off x="-1" y="6259484"/>
            <a:ext cx="9144002" cy="598516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10"/>
          <p:cNvSpPr txBox="1">
            <a:spLocks noGrp="1"/>
          </p:cNvSpPr>
          <p:nvPr>
            <p:ph type="sldNum" idx="12"/>
          </p:nvPr>
        </p:nvSpPr>
        <p:spPr>
          <a:xfrm>
            <a:off x="8122757" y="6363712"/>
            <a:ext cx="8616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3E5519-BCE2-45F2-2CB8-0E6D0DAEE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0664" y="2816925"/>
            <a:ext cx="6222671" cy="1224150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619CA9B-AF8F-87A7-664B-F95C0134414C}"/>
              </a:ext>
            </a:extLst>
          </p:cNvPr>
          <p:cNvGrpSpPr/>
          <p:nvPr userDrawn="1"/>
        </p:nvGrpSpPr>
        <p:grpSpPr>
          <a:xfrm>
            <a:off x="6681759" y="0"/>
            <a:ext cx="2462241" cy="773113"/>
            <a:chOff x="7264458" y="365740"/>
            <a:chExt cx="1553307" cy="487719"/>
          </a:xfrm>
        </p:grpSpPr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2A9D49A4-C029-2001-5A0F-3F2082CAD22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264458" y="705011"/>
              <a:ext cx="148988" cy="144669"/>
            </a:xfrm>
            <a:custGeom>
              <a:avLst/>
              <a:gdLst>
                <a:gd name="T0" fmla="*/ 98 w 552"/>
                <a:gd name="T1" fmla="*/ 79 h 536"/>
                <a:gd name="T2" fmla="*/ 98 w 552"/>
                <a:gd name="T3" fmla="*/ 241 h 536"/>
                <a:gd name="T4" fmla="*/ 307 w 552"/>
                <a:gd name="T5" fmla="*/ 241 h 536"/>
                <a:gd name="T6" fmla="*/ 342 w 552"/>
                <a:gd name="T7" fmla="*/ 241 h 536"/>
                <a:gd name="T8" fmla="*/ 374 w 552"/>
                <a:gd name="T9" fmla="*/ 238 h 536"/>
                <a:gd name="T10" fmla="*/ 398 w 552"/>
                <a:gd name="T11" fmla="*/ 231 h 536"/>
                <a:gd name="T12" fmla="*/ 417 w 552"/>
                <a:gd name="T13" fmla="*/ 222 h 536"/>
                <a:gd name="T14" fmla="*/ 431 w 552"/>
                <a:gd name="T15" fmla="*/ 206 h 536"/>
                <a:gd name="T16" fmla="*/ 440 w 552"/>
                <a:gd name="T17" fmla="*/ 187 h 536"/>
                <a:gd name="T18" fmla="*/ 443 w 552"/>
                <a:gd name="T19" fmla="*/ 161 h 536"/>
                <a:gd name="T20" fmla="*/ 440 w 552"/>
                <a:gd name="T21" fmla="*/ 135 h 536"/>
                <a:gd name="T22" fmla="*/ 431 w 552"/>
                <a:gd name="T23" fmla="*/ 114 h 536"/>
                <a:gd name="T24" fmla="*/ 417 w 552"/>
                <a:gd name="T25" fmla="*/ 100 h 536"/>
                <a:gd name="T26" fmla="*/ 398 w 552"/>
                <a:gd name="T27" fmla="*/ 89 h 536"/>
                <a:gd name="T28" fmla="*/ 374 w 552"/>
                <a:gd name="T29" fmla="*/ 84 h 536"/>
                <a:gd name="T30" fmla="*/ 342 w 552"/>
                <a:gd name="T31" fmla="*/ 80 h 536"/>
                <a:gd name="T32" fmla="*/ 307 w 552"/>
                <a:gd name="T33" fmla="*/ 79 h 536"/>
                <a:gd name="T34" fmla="*/ 98 w 552"/>
                <a:gd name="T35" fmla="*/ 79 h 536"/>
                <a:gd name="T36" fmla="*/ 0 w 552"/>
                <a:gd name="T37" fmla="*/ 0 h 536"/>
                <a:gd name="T38" fmla="*/ 323 w 552"/>
                <a:gd name="T39" fmla="*/ 0 h 536"/>
                <a:gd name="T40" fmla="*/ 377 w 552"/>
                <a:gd name="T41" fmla="*/ 2 h 536"/>
                <a:gd name="T42" fmla="*/ 422 w 552"/>
                <a:gd name="T43" fmla="*/ 9 h 536"/>
                <a:gd name="T44" fmla="*/ 461 w 552"/>
                <a:gd name="T45" fmla="*/ 19 h 536"/>
                <a:gd name="T46" fmla="*/ 490 w 552"/>
                <a:gd name="T47" fmla="*/ 37 h 536"/>
                <a:gd name="T48" fmla="*/ 513 w 552"/>
                <a:gd name="T49" fmla="*/ 58 h 536"/>
                <a:gd name="T50" fmla="*/ 529 w 552"/>
                <a:gd name="T51" fmla="*/ 86 h 536"/>
                <a:gd name="T52" fmla="*/ 538 w 552"/>
                <a:gd name="T53" fmla="*/ 119 h 536"/>
                <a:gd name="T54" fmla="*/ 541 w 552"/>
                <a:gd name="T55" fmla="*/ 157 h 536"/>
                <a:gd name="T56" fmla="*/ 538 w 552"/>
                <a:gd name="T57" fmla="*/ 194 h 536"/>
                <a:gd name="T58" fmla="*/ 529 w 552"/>
                <a:gd name="T59" fmla="*/ 225 h 536"/>
                <a:gd name="T60" fmla="*/ 513 w 552"/>
                <a:gd name="T61" fmla="*/ 252 h 536"/>
                <a:gd name="T62" fmla="*/ 494 w 552"/>
                <a:gd name="T63" fmla="*/ 272 h 536"/>
                <a:gd name="T64" fmla="*/ 473 w 552"/>
                <a:gd name="T65" fmla="*/ 290 h 536"/>
                <a:gd name="T66" fmla="*/ 447 w 552"/>
                <a:gd name="T67" fmla="*/ 302 h 536"/>
                <a:gd name="T68" fmla="*/ 421 w 552"/>
                <a:gd name="T69" fmla="*/ 311 h 536"/>
                <a:gd name="T70" fmla="*/ 393 w 552"/>
                <a:gd name="T71" fmla="*/ 314 h 536"/>
                <a:gd name="T72" fmla="*/ 384 w 552"/>
                <a:gd name="T73" fmla="*/ 314 h 536"/>
                <a:gd name="T74" fmla="*/ 552 w 552"/>
                <a:gd name="T75" fmla="*/ 536 h 536"/>
                <a:gd name="T76" fmla="*/ 431 w 552"/>
                <a:gd name="T77" fmla="*/ 536 h 536"/>
                <a:gd name="T78" fmla="*/ 274 w 552"/>
                <a:gd name="T79" fmla="*/ 323 h 536"/>
                <a:gd name="T80" fmla="*/ 274 w 552"/>
                <a:gd name="T81" fmla="*/ 321 h 536"/>
                <a:gd name="T82" fmla="*/ 98 w 552"/>
                <a:gd name="T83" fmla="*/ 321 h 536"/>
                <a:gd name="T84" fmla="*/ 98 w 552"/>
                <a:gd name="T85" fmla="*/ 536 h 536"/>
                <a:gd name="T86" fmla="*/ 0 w 552"/>
                <a:gd name="T87" fmla="*/ 536 h 536"/>
                <a:gd name="T88" fmla="*/ 0 w 552"/>
                <a:gd name="T89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2" h="536">
                  <a:moveTo>
                    <a:pt x="98" y="79"/>
                  </a:moveTo>
                  <a:lnTo>
                    <a:pt x="98" y="241"/>
                  </a:lnTo>
                  <a:lnTo>
                    <a:pt x="307" y="241"/>
                  </a:lnTo>
                  <a:lnTo>
                    <a:pt x="342" y="241"/>
                  </a:lnTo>
                  <a:lnTo>
                    <a:pt x="374" y="238"/>
                  </a:lnTo>
                  <a:lnTo>
                    <a:pt x="398" y="231"/>
                  </a:lnTo>
                  <a:lnTo>
                    <a:pt x="417" y="222"/>
                  </a:lnTo>
                  <a:lnTo>
                    <a:pt x="431" y="206"/>
                  </a:lnTo>
                  <a:lnTo>
                    <a:pt x="440" y="187"/>
                  </a:lnTo>
                  <a:lnTo>
                    <a:pt x="443" y="161"/>
                  </a:lnTo>
                  <a:lnTo>
                    <a:pt x="440" y="135"/>
                  </a:lnTo>
                  <a:lnTo>
                    <a:pt x="431" y="114"/>
                  </a:lnTo>
                  <a:lnTo>
                    <a:pt x="417" y="100"/>
                  </a:lnTo>
                  <a:lnTo>
                    <a:pt x="398" y="89"/>
                  </a:lnTo>
                  <a:lnTo>
                    <a:pt x="374" y="84"/>
                  </a:lnTo>
                  <a:lnTo>
                    <a:pt x="342" y="80"/>
                  </a:lnTo>
                  <a:lnTo>
                    <a:pt x="307" y="79"/>
                  </a:lnTo>
                  <a:lnTo>
                    <a:pt x="98" y="79"/>
                  </a:lnTo>
                  <a:close/>
                  <a:moveTo>
                    <a:pt x="0" y="0"/>
                  </a:moveTo>
                  <a:lnTo>
                    <a:pt x="323" y="0"/>
                  </a:lnTo>
                  <a:lnTo>
                    <a:pt x="377" y="2"/>
                  </a:lnTo>
                  <a:lnTo>
                    <a:pt x="422" y="9"/>
                  </a:lnTo>
                  <a:lnTo>
                    <a:pt x="461" y="19"/>
                  </a:lnTo>
                  <a:lnTo>
                    <a:pt x="490" y="37"/>
                  </a:lnTo>
                  <a:lnTo>
                    <a:pt x="513" y="58"/>
                  </a:lnTo>
                  <a:lnTo>
                    <a:pt x="529" y="86"/>
                  </a:lnTo>
                  <a:lnTo>
                    <a:pt x="538" y="119"/>
                  </a:lnTo>
                  <a:lnTo>
                    <a:pt x="541" y="157"/>
                  </a:lnTo>
                  <a:lnTo>
                    <a:pt x="538" y="194"/>
                  </a:lnTo>
                  <a:lnTo>
                    <a:pt x="529" y="225"/>
                  </a:lnTo>
                  <a:lnTo>
                    <a:pt x="513" y="252"/>
                  </a:lnTo>
                  <a:lnTo>
                    <a:pt x="494" y="272"/>
                  </a:lnTo>
                  <a:lnTo>
                    <a:pt x="473" y="290"/>
                  </a:lnTo>
                  <a:lnTo>
                    <a:pt x="447" y="302"/>
                  </a:lnTo>
                  <a:lnTo>
                    <a:pt x="421" y="311"/>
                  </a:lnTo>
                  <a:lnTo>
                    <a:pt x="393" y="314"/>
                  </a:lnTo>
                  <a:lnTo>
                    <a:pt x="384" y="314"/>
                  </a:lnTo>
                  <a:lnTo>
                    <a:pt x="552" y="536"/>
                  </a:lnTo>
                  <a:lnTo>
                    <a:pt x="431" y="536"/>
                  </a:lnTo>
                  <a:lnTo>
                    <a:pt x="274" y="323"/>
                  </a:lnTo>
                  <a:lnTo>
                    <a:pt x="274" y="321"/>
                  </a:lnTo>
                  <a:lnTo>
                    <a:pt x="98" y="321"/>
                  </a:lnTo>
                  <a:lnTo>
                    <a:pt x="98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89A9B437-540E-333F-9B54-390C0EE6158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50153" y="705011"/>
              <a:ext cx="131714" cy="144669"/>
            </a:xfrm>
            <a:custGeom>
              <a:avLst/>
              <a:gdLst>
                <a:gd name="T0" fmla="*/ 0 w 488"/>
                <a:gd name="T1" fmla="*/ 0 h 536"/>
                <a:gd name="T2" fmla="*/ 440 w 488"/>
                <a:gd name="T3" fmla="*/ 0 h 536"/>
                <a:gd name="T4" fmla="*/ 455 w 488"/>
                <a:gd name="T5" fmla="*/ 2 h 536"/>
                <a:gd name="T6" fmla="*/ 467 w 488"/>
                <a:gd name="T7" fmla="*/ 12 h 536"/>
                <a:gd name="T8" fmla="*/ 476 w 488"/>
                <a:gd name="T9" fmla="*/ 25 h 536"/>
                <a:gd name="T10" fmla="*/ 480 w 488"/>
                <a:gd name="T11" fmla="*/ 40 h 536"/>
                <a:gd name="T12" fmla="*/ 476 w 488"/>
                <a:gd name="T13" fmla="*/ 56 h 536"/>
                <a:gd name="T14" fmla="*/ 467 w 488"/>
                <a:gd name="T15" fmla="*/ 70 h 536"/>
                <a:gd name="T16" fmla="*/ 455 w 488"/>
                <a:gd name="T17" fmla="*/ 79 h 536"/>
                <a:gd name="T18" fmla="*/ 440 w 488"/>
                <a:gd name="T19" fmla="*/ 82 h 536"/>
                <a:gd name="T20" fmla="*/ 97 w 488"/>
                <a:gd name="T21" fmla="*/ 82 h 536"/>
                <a:gd name="T22" fmla="*/ 97 w 488"/>
                <a:gd name="T23" fmla="*/ 218 h 536"/>
                <a:gd name="T24" fmla="*/ 354 w 488"/>
                <a:gd name="T25" fmla="*/ 218 h 536"/>
                <a:gd name="T26" fmla="*/ 370 w 488"/>
                <a:gd name="T27" fmla="*/ 222 h 536"/>
                <a:gd name="T28" fmla="*/ 384 w 488"/>
                <a:gd name="T29" fmla="*/ 231 h 536"/>
                <a:gd name="T30" fmla="*/ 392 w 488"/>
                <a:gd name="T31" fmla="*/ 243 h 536"/>
                <a:gd name="T32" fmla="*/ 396 w 488"/>
                <a:gd name="T33" fmla="*/ 259 h 536"/>
                <a:gd name="T34" fmla="*/ 392 w 488"/>
                <a:gd name="T35" fmla="*/ 276 h 536"/>
                <a:gd name="T36" fmla="*/ 384 w 488"/>
                <a:gd name="T37" fmla="*/ 288 h 536"/>
                <a:gd name="T38" fmla="*/ 370 w 488"/>
                <a:gd name="T39" fmla="*/ 297 h 536"/>
                <a:gd name="T40" fmla="*/ 354 w 488"/>
                <a:gd name="T41" fmla="*/ 300 h 536"/>
                <a:gd name="T42" fmla="*/ 97 w 488"/>
                <a:gd name="T43" fmla="*/ 300 h 536"/>
                <a:gd name="T44" fmla="*/ 97 w 488"/>
                <a:gd name="T45" fmla="*/ 454 h 536"/>
                <a:gd name="T46" fmla="*/ 448 w 488"/>
                <a:gd name="T47" fmla="*/ 454 h 536"/>
                <a:gd name="T48" fmla="*/ 464 w 488"/>
                <a:gd name="T49" fmla="*/ 457 h 536"/>
                <a:gd name="T50" fmla="*/ 478 w 488"/>
                <a:gd name="T51" fmla="*/ 466 h 536"/>
                <a:gd name="T52" fmla="*/ 487 w 488"/>
                <a:gd name="T53" fmla="*/ 478 h 536"/>
                <a:gd name="T54" fmla="*/ 488 w 488"/>
                <a:gd name="T55" fmla="*/ 494 h 536"/>
                <a:gd name="T56" fmla="*/ 487 w 488"/>
                <a:gd name="T57" fmla="*/ 512 h 536"/>
                <a:gd name="T58" fmla="*/ 478 w 488"/>
                <a:gd name="T59" fmla="*/ 524 h 536"/>
                <a:gd name="T60" fmla="*/ 464 w 488"/>
                <a:gd name="T61" fmla="*/ 533 h 536"/>
                <a:gd name="T62" fmla="*/ 448 w 488"/>
                <a:gd name="T63" fmla="*/ 536 h 536"/>
                <a:gd name="T64" fmla="*/ 0 w 488"/>
                <a:gd name="T65" fmla="*/ 536 h 536"/>
                <a:gd name="T66" fmla="*/ 0 w 488"/>
                <a:gd name="T67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488" h="536">
                  <a:moveTo>
                    <a:pt x="0" y="0"/>
                  </a:moveTo>
                  <a:lnTo>
                    <a:pt x="440" y="0"/>
                  </a:lnTo>
                  <a:lnTo>
                    <a:pt x="455" y="2"/>
                  </a:lnTo>
                  <a:lnTo>
                    <a:pt x="467" y="12"/>
                  </a:lnTo>
                  <a:lnTo>
                    <a:pt x="476" y="25"/>
                  </a:lnTo>
                  <a:lnTo>
                    <a:pt x="480" y="40"/>
                  </a:lnTo>
                  <a:lnTo>
                    <a:pt x="476" y="56"/>
                  </a:lnTo>
                  <a:lnTo>
                    <a:pt x="467" y="70"/>
                  </a:lnTo>
                  <a:lnTo>
                    <a:pt x="455" y="79"/>
                  </a:lnTo>
                  <a:lnTo>
                    <a:pt x="440" y="82"/>
                  </a:lnTo>
                  <a:lnTo>
                    <a:pt x="97" y="82"/>
                  </a:lnTo>
                  <a:lnTo>
                    <a:pt x="97" y="218"/>
                  </a:lnTo>
                  <a:lnTo>
                    <a:pt x="354" y="218"/>
                  </a:lnTo>
                  <a:lnTo>
                    <a:pt x="370" y="222"/>
                  </a:lnTo>
                  <a:lnTo>
                    <a:pt x="384" y="231"/>
                  </a:lnTo>
                  <a:lnTo>
                    <a:pt x="392" y="243"/>
                  </a:lnTo>
                  <a:lnTo>
                    <a:pt x="396" y="259"/>
                  </a:lnTo>
                  <a:lnTo>
                    <a:pt x="392" y="276"/>
                  </a:lnTo>
                  <a:lnTo>
                    <a:pt x="384" y="288"/>
                  </a:lnTo>
                  <a:lnTo>
                    <a:pt x="370" y="297"/>
                  </a:lnTo>
                  <a:lnTo>
                    <a:pt x="354" y="300"/>
                  </a:lnTo>
                  <a:lnTo>
                    <a:pt x="97" y="300"/>
                  </a:lnTo>
                  <a:lnTo>
                    <a:pt x="97" y="454"/>
                  </a:lnTo>
                  <a:lnTo>
                    <a:pt x="448" y="454"/>
                  </a:lnTo>
                  <a:lnTo>
                    <a:pt x="464" y="457"/>
                  </a:lnTo>
                  <a:lnTo>
                    <a:pt x="478" y="466"/>
                  </a:lnTo>
                  <a:lnTo>
                    <a:pt x="487" y="478"/>
                  </a:lnTo>
                  <a:lnTo>
                    <a:pt x="488" y="494"/>
                  </a:lnTo>
                  <a:lnTo>
                    <a:pt x="487" y="512"/>
                  </a:lnTo>
                  <a:lnTo>
                    <a:pt x="478" y="524"/>
                  </a:lnTo>
                  <a:lnTo>
                    <a:pt x="464" y="533"/>
                  </a:lnTo>
                  <a:lnTo>
                    <a:pt x="448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6" name="Freeform 8">
              <a:extLst>
                <a:ext uri="{FF2B5EF4-FFF2-40B4-BE49-F238E27FC236}">
                  <a16:creationId xmlns:a16="http://schemas.microsoft.com/office/drawing/2014/main" id="{645A3999-205C-7640-E332-1C3336AC3CE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613446" y="705011"/>
              <a:ext cx="154116" cy="144669"/>
            </a:xfrm>
            <a:custGeom>
              <a:avLst/>
              <a:gdLst>
                <a:gd name="T0" fmla="*/ 48 w 571"/>
                <a:gd name="T1" fmla="*/ 0 h 536"/>
                <a:gd name="T2" fmla="*/ 65 w 571"/>
                <a:gd name="T3" fmla="*/ 4 h 536"/>
                <a:gd name="T4" fmla="*/ 79 w 571"/>
                <a:gd name="T5" fmla="*/ 12 h 536"/>
                <a:gd name="T6" fmla="*/ 89 w 571"/>
                <a:gd name="T7" fmla="*/ 26 h 536"/>
                <a:gd name="T8" fmla="*/ 280 w 571"/>
                <a:gd name="T9" fmla="*/ 431 h 536"/>
                <a:gd name="T10" fmla="*/ 285 w 571"/>
                <a:gd name="T11" fmla="*/ 440 h 536"/>
                <a:gd name="T12" fmla="*/ 484 w 571"/>
                <a:gd name="T13" fmla="*/ 26 h 536"/>
                <a:gd name="T14" fmla="*/ 494 w 571"/>
                <a:gd name="T15" fmla="*/ 12 h 536"/>
                <a:gd name="T16" fmla="*/ 508 w 571"/>
                <a:gd name="T17" fmla="*/ 2 h 536"/>
                <a:gd name="T18" fmla="*/ 526 w 571"/>
                <a:gd name="T19" fmla="*/ 0 h 536"/>
                <a:gd name="T20" fmla="*/ 541 w 571"/>
                <a:gd name="T21" fmla="*/ 2 h 536"/>
                <a:gd name="T22" fmla="*/ 554 w 571"/>
                <a:gd name="T23" fmla="*/ 9 h 536"/>
                <a:gd name="T24" fmla="*/ 564 w 571"/>
                <a:gd name="T25" fmla="*/ 21 h 536"/>
                <a:gd name="T26" fmla="*/ 571 w 571"/>
                <a:gd name="T27" fmla="*/ 35 h 536"/>
                <a:gd name="T28" fmla="*/ 571 w 571"/>
                <a:gd name="T29" fmla="*/ 51 h 536"/>
                <a:gd name="T30" fmla="*/ 568 w 571"/>
                <a:gd name="T31" fmla="*/ 67 h 536"/>
                <a:gd name="T32" fmla="*/ 337 w 571"/>
                <a:gd name="T33" fmla="*/ 536 h 536"/>
                <a:gd name="T34" fmla="*/ 233 w 571"/>
                <a:gd name="T35" fmla="*/ 536 h 536"/>
                <a:gd name="T36" fmla="*/ 6 w 571"/>
                <a:gd name="T37" fmla="*/ 67 h 536"/>
                <a:gd name="T38" fmla="*/ 0 w 571"/>
                <a:gd name="T39" fmla="*/ 51 h 536"/>
                <a:gd name="T40" fmla="*/ 2 w 571"/>
                <a:gd name="T41" fmla="*/ 35 h 536"/>
                <a:gd name="T42" fmla="*/ 7 w 571"/>
                <a:gd name="T43" fmla="*/ 21 h 536"/>
                <a:gd name="T44" fmla="*/ 18 w 571"/>
                <a:gd name="T45" fmla="*/ 9 h 536"/>
                <a:gd name="T46" fmla="*/ 32 w 571"/>
                <a:gd name="T47" fmla="*/ 2 h 536"/>
                <a:gd name="T48" fmla="*/ 48 w 571"/>
                <a:gd name="T49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571" h="536">
                  <a:moveTo>
                    <a:pt x="48" y="0"/>
                  </a:moveTo>
                  <a:lnTo>
                    <a:pt x="65" y="4"/>
                  </a:lnTo>
                  <a:lnTo>
                    <a:pt x="79" y="12"/>
                  </a:lnTo>
                  <a:lnTo>
                    <a:pt x="89" y="26"/>
                  </a:lnTo>
                  <a:lnTo>
                    <a:pt x="280" y="431"/>
                  </a:lnTo>
                  <a:lnTo>
                    <a:pt x="285" y="440"/>
                  </a:lnTo>
                  <a:lnTo>
                    <a:pt x="484" y="26"/>
                  </a:lnTo>
                  <a:lnTo>
                    <a:pt x="494" y="12"/>
                  </a:lnTo>
                  <a:lnTo>
                    <a:pt x="508" y="2"/>
                  </a:lnTo>
                  <a:lnTo>
                    <a:pt x="526" y="0"/>
                  </a:lnTo>
                  <a:lnTo>
                    <a:pt x="541" y="2"/>
                  </a:lnTo>
                  <a:lnTo>
                    <a:pt x="554" y="9"/>
                  </a:lnTo>
                  <a:lnTo>
                    <a:pt x="564" y="21"/>
                  </a:lnTo>
                  <a:lnTo>
                    <a:pt x="571" y="35"/>
                  </a:lnTo>
                  <a:lnTo>
                    <a:pt x="571" y="51"/>
                  </a:lnTo>
                  <a:lnTo>
                    <a:pt x="568" y="67"/>
                  </a:lnTo>
                  <a:lnTo>
                    <a:pt x="337" y="536"/>
                  </a:lnTo>
                  <a:lnTo>
                    <a:pt x="233" y="536"/>
                  </a:lnTo>
                  <a:lnTo>
                    <a:pt x="6" y="67"/>
                  </a:lnTo>
                  <a:lnTo>
                    <a:pt x="0" y="51"/>
                  </a:lnTo>
                  <a:lnTo>
                    <a:pt x="2" y="35"/>
                  </a:lnTo>
                  <a:lnTo>
                    <a:pt x="7" y="21"/>
                  </a:lnTo>
                  <a:lnTo>
                    <a:pt x="18" y="9"/>
                  </a:lnTo>
                  <a:lnTo>
                    <a:pt x="32" y="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7" name="Freeform 9">
              <a:extLst>
                <a:ext uri="{FF2B5EF4-FFF2-40B4-BE49-F238E27FC236}">
                  <a16:creationId xmlns:a16="http://schemas.microsoft.com/office/drawing/2014/main" id="{B55F5EA6-ACB4-F73B-8708-83192579DBB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67562" y="705011"/>
              <a:ext cx="173010" cy="144669"/>
            </a:xfrm>
            <a:custGeom>
              <a:avLst/>
              <a:gdLst>
                <a:gd name="T0" fmla="*/ 321 w 641"/>
                <a:gd name="T1" fmla="*/ 70 h 536"/>
                <a:gd name="T2" fmla="*/ 201 w 641"/>
                <a:gd name="T3" fmla="*/ 328 h 536"/>
                <a:gd name="T4" fmla="*/ 443 w 641"/>
                <a:gd name="T5" fmla="*/ 328 h 536"/>
                <a:gd name="T6" fmla="*/ 321 w 641"/>
                <a:gd name="T7" fmla="*/ 70 h 536"/>
                <a:gd name="T8" fmla="*/ 264 w 641"/>
                <a:gd name="T9" fmla="*/ 0 h 536"/>
                <a:gd name="T10" fmla="*/ 381 w 641"/>
                <a:gd name="T11" fmla="*/ 0 h 536"/>
                <a:gd name="T12" fmla="*/ 641 w 641"/>
                <a:gd name="T13" fmla="*/ 536 h 536"/>
                <a:gd name="T14" fmla="*/ 538 w 641"/>
                <a:gd name="T15" fmla="*/ 536 h 536"/>
                <a:gd name="T16" fmla="*/ 482 w 641"/>
                <a:gd name="T17" fmla="*/ 414 h 536"/>
                <a:gd name="T18" fmla="*/ 480 w 641"/>
                <a:gd name="T19" fmla="*/ 410 h 536"/>
                <a:gd name="T20" fmla="*/ 161 w 641"/>
                <a:gd name="T21" fmla="*/ 410 h 536"/>
                <a:gd name="T22" fmla="*/ 103 w 641"/>
                <a:gd name="T23" fmla="*/ 536 h 536"/>
                <a:gd name="T24" fmla="*/ 0 w 641"/>
                <a:gd name="T25" fmla="*/ 536 h 536"/>
                <a:gd name="T26" fmla="*/ 264 w 641"/>
                <a:gd name="T27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1" h="536">
                  <a:moveTo>
                    <a:pt x="321" y="70"/>
                  </a:moveTo>
                  <a:lnTo>
                    <a:pt x="201" y="328"/>
                  </a:lnTo>
                  <a:lnTo>
                    <a:pt x="443" y="328"/>
                  </a:lnTo>
                  <a:lnTo>
                    <a:pt x="321" y="70"/>
                  </a:lnTo>
                  <a:close/>
                  <a:moveTo>
                    <a:pt x="264" y="0"/>
                  </a:moveTo>
                  <a:lnTo>
                    <a:pt x="381" y="0"/>
                  </a:lnTo>
                  <a:lnTo>
                    <a:pt x="641" y="536"/>
                  </a:lnTo>
                  <a:lnTo>
                    <a:pt x="538" y="536"/>
                  </a:lnTo>
                  <a:lnTo>
                    <a:pt x="482" y="414"/>
                  </a:lnTo>
                  <a:lnTo>
                    <a:pt x="480" y="410"/>
                  </a:lnTo>
                  <a:lnTo>
                    <a:pt x="161" y="410"/>
                  </a:lnTo>
                  <a:lnTo>
                    <a:pt x="103" y="536"/>
                  </a:lnTo>
                  <a:lnTo>
                    <a:pt x="0" y="536"/>
                  </a:lnTo>
                  <a:lnTo>
                    <a:pt x="264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8" name="Freeform 10">
              <a:extLst>
                <a:ext uri="{FF2B5EF4-FFF2-40B4-BE49-F238E27FC236}">
                  <a16:creationId xmlns:a16="http://schemas.microsoft.com/office/drawing/2014/main" id="{F2B4DF57-055A-A5B3-F9EA-D5A8751833B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934364" y="705011"/>
              <a:ext cx="157895" cy="144669"/>
            </a:xfrm>
            <a:custGeom>
              <a:avLst/>
              <a:gdLst>
                <a:gd name="T0" fmla="*/ 42 w 585"/>
                <a:gd name="T1" fmla="*/ 0 h 536"/>
                <a:gd name="T2" fmla="*/ 545 w 585"/>
                <a:gd name="T3" fmla="*/ 0 h 536"/>
                <a:gd name="T4" fmla="*/ 560 w 585"/>
                <a:gd name="T5" fmla="*/ 2 h 536"/>
                <a:gd name="T6" fmla="*/ 574 w 585"/>
                <a:gd name="T7" fmla="*/ 12 h 536"/>
                <a:gd name="T8" fmla="*/ 583 w 585"/>
                <a:gd name="T9" fmla="*/ 25 h 536"/>
                <a:gd name="T10" fmla="*/ 585 w 585"/>
                <a:gd name="T11" fmla="*/ 40 h 536"/>
                <a:gd name="T12" fmla="*/ 583 w 585"/>
                <a:gd name="T13" fmla="*/ 56 h 536"/>
                <a:gd name="T14" fmla="*/ 574 w 585"/>
                <a:gd name="T15" fmla="*/ 70 h 536"/>
                <a:gd name="T16" fmla="*/ 560 w 585"/>
                <a:gd name="T17" fmla="*/ 79 h 536"/>
                <a:gd name="T18" fmla="*/ 545 w 585"/>
                <a:gd name="T19" fmla="*/ 82 h 536"/>
                <a:gd name="T20" fmla="*/ 342 w 585"/>
                <a:gd name="T21" fmla="*/ 82 h 536"/>
                <a:gd name="T22" fmla="*/ 342 w 585"/>
                <a:gd name="T23" fmla="*/ 536 h 536"/>
                <a:gd name="T24" fmla="*/ 244 w 585"/>
                <a:gd name="T25" fmla="*/ 536 h 536"/>
                <a:gd name="T26" fmla="*/ 244 w 585"/>
                <a:gd name="T27" fmla="*/ 82 h 536"/>
                <a:gd name="T28" fmla="*/ 42 w 585"/>
                <a:gd name="T29" fmla="*/ 82 h 536"/>
                <a:gd name="T30" fmla="*/ 26 w 585"/>
                <a:gd name="T31" fmla="*/ 79 h 536"/>
                <a:gd name="T32" fmla="*/ 12 w 585"/>
                <a:gd name="T33" fmla="*/ 70 h 536"/>
                <a:gd name="T34" fmla="*/ 4 w 585"/>
                <a:gd name="T35" fmla="*/ 56 h 536"/>
                <a:gd name="T36" fmla="*/ 0 w 585"/>
                <a:gd name="T37" fmla="*/ 40 h 536"/>
                <a:gd name="T38" fmla="*/ 4 w 585"/>
                <a:gd name="T39" fmla="*/ 25 h 536"/>
                <a:gd name="T40" fmla="*/ 12 w 585"/>
                <a:gd name="T41" fmla="*/ 12 h 536"/>
                <a:gd name="T42" fmla="*/ 26 w 585"/>
                <a:gd name="T43" fmla="*/ 2 h 536"/>
                <a:gd name="T44" fmla="*/ 42 w 585"/>
                <a:gd name="T45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585" h="536">
                  <a:moveTo>
                    <a:pt x="42" y="0"/>
                  </a:moveTo>
                  <a:lnTo>
                    <a:pt x="545" y="0"/>
                  </a:lnTo>
                  <a:lnTo>
                    <a:pt x="560" y="2"/>
                  </a:lnTo>
                  <a:lnTo>
                    <a:pt x="574" y="12"/>
                  </a:lnTo>
                  <a:lnTo>
                    <a:pt x="583" y="25"/>
                  </a:lnTo>
                  <a:lnTo>
                    <a:pt x="585" y="40"/>
                  </a:lnTo>
                  <a:lnTo>
                    <a:pt x="583" y="56"/>
                  </a:lnTo>
                  <a:lnTo>
                    <a:pt x="574" y="70"/>
                  </a:lnTo>
                  <a:lnTo>
                    <a:pt x="560" y="79"/>
                  </a:lnTo>
                  <a:lnTo>
                    <a:pt x="545" y="82"/>
                  </a:lnTo>
                  <a:lnTo>
                    <a:pt x="342" y="82"/>
                  </a:lnTo>
                  <a:lnTo>
                    <a:pt x="342" y="536"/>
                  </a:lnTo>
                  <a:lnTo>
                    <a:pt x="244" y="536"/>
                  </a:lnTo>
                  <a:lnTo>
                    <a:pt x="244" y="82"/>
                  </a:lnTo>
                  <a:lnTo>
                    <a:pt x="42" y="82"/>
                  </a:lnTo>
                  <a:lnTo>
                    <a:pt x="26" y="79"/>
                  </a:lnTo>
                  <a:lnTo>
                    <a:pt x="12" y="70"/>
                  </a:lnTo>
                  <a:lnTo>
                    <a:pt x="4" y="56"/>
                  </a:lnTo>
                  <a:lnTo>
                    <a:pt x="0" y="40"/>
                  </a:lnTo>
                  <a:lnTo>
                    <a:pt x="4" y="25"/>
                  </a:lnTo>
                  <a:lnTo>
                    <a:pt x="12" y="12"/>
                  </a:lnTo>
                  <a:lnTo>
                    <a:pt x="26" y="2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9" name="Freeform 11">
              <a:extLst>
                <a:ext uri="{FF2B5EF4-FFF2-40B4-BE49-F238E27FC236}">
                  <a16:creationId xmlns:a16="http://schemas.microsoft.com/office/drawing/2014/main" id="{2D5EF9E0-0962-BE13-EA0D-E37FC7AD864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122758" y="705011"/>
              <a:ext cx="154116" cy="148448"/>
            </a:xfrm>
            <a:custGeom>
              <a:avLst/>
              <a:gdLst>
                <a:gd name="T0" fmla="*/ 49 w 571"/>
                <a:gd name="T1" fmla="*/ 0 h 550"/>
                <a:gd name="T2" fmla="*/ 68 w 571"/>
                <a:gd name="T3" fmla="*/ 4 h 550"/>
                <a:gd name="T4" fmla="*/ 84 w 571"/>
                <a:gd name="T5" fmla="*/ 14 h 550"/>
                <a:gd name="T6" fmla="*/ 94 w 571"/>
                <a:gd name="T7" fmla="*/ 30 h 550"/>
                <a:gd name="T8" fmla="*/ 98 w 571"/>
                <a:gd name="T9" fmla="*/ 49 h 550"/>
                <a:gd name="T10" fmla="*/ 98 w 571"/>
                <a:gd name="T11" fmla="*/ 299 h 550"/>
                <a:gd name="T12" fmla="*/ 98 w 571"/>
                <a:gd name="T13" fmla="*/ 320 h 550"/>
                <a:gd name="T14" fmla="*/ 101 w 571"/>
                <a:gd name="T15" fmla="*/ 342 h 550"/>
                <a:gd name="T16" fmla="*/ 105 w 571"/>
                <a:gd name="T17" fmla="*/ 363 h 550"/>
                <a:gd name="T18" fmla="*/ 112 w 571"/>
                <a:gd name="T19" fmla="*/ 384 h 550"/>
                <a:gd name="T20" fmla="*/ 122 w 571"/>
                <a:gd name="T21" fmla="*/ 403 h 550"/>
                <a:gd name="T22" fmla="*/ 136 w 571"/>
                <a:gd name="T23" fmla="*/ 421 h 550"/>
                <a:gd name="T24" fmla="*/ 156 w 571"/>
                <a:gd name="T25" fmla="*/ 437 h 550"/>
                <a:gd name="T26" fmla="*/ 180 w 571"/>
                <a:gd name="T27" fmla="*/ 449 h 550"/>
                <a:gd name="T28" fmla="*/ 208 w 571"/>
                <a:gd name="T29" fmla="*/ 459 h 550"/>
                <a:gd name="T30" fmla="*/ 245 w 571"/>
                <a:gd name="T31" fmla="*/ 464 h 550"/>
                <a:gd name="T32" fmla="*/ 286 w 571"/>
                <a:gd name="T33" fmla="*/ 466 h 550"/>
                <a:gd name="T34" fmla="*/ 328 w 571"/>
                <a:gd name="T35" fmla="*/ 464 h 550"/>
                <a:gd name="T36" fmla="*/ 363 w 571"/>
                <a:gd name="T37" fmla="*/ 459 h 550"/>
                <a:gd name="T38" fmla="*/ 391 w 571"/>
                <a:gd name="T39" fmla="*/ 449 h 550"/>
                <a:gd name="T40" fmla="*/ 416 w 571"/>
                <a:gd name="T41" fmla="*/ 437 h 550"/>
                <a:gd name="T42" fmla="*/ 435 w 571"/>
                <a:gd name="T43" fmla="*/ 421 h 550"/>
                <a:gd name="T44" fmla="*/ 449 w 571"/>
                <a:gd name="T45" fmla="*/ 403 h 550"/>
                <a:gd name="T46" fmla="*/ 459 w 571"/>
                <a:gd name="T47" fmla="*/ 384 h 550"/>
                <a:gd name="T48" fmla="*/ 466 w 571"/>
                <a:gd name="T49" fmla="*/ 363 h 550"/>
                <a:gd name="T50" fmla="*/ 470 w 571"/>
                <a:gd name="T51" fmla="*/ 342 h 550"/>
                <a:gd name="T52" fmla="*/ 473 w 571"/>
                <a:gd name="T53" fmla="*/ 320 h 550"/>
                <a:gd name="T54" fmla="*/ 473 w 571"/>
                <a:gd name="T55" fmla="*/ 299 h 550"/>
                <a:gd name="T56" fmla="*/ 473 w 571"/>
                <a:gd name="T57" fmla="*/ 49 h 550"/>
                <a:gd name="T58" fmla="*/ 477 w 571"/>
                <a:gd name="T59" fmla="*/ 30 h 550"/>
                <a:gd name="T60" fmla="*/ 487 w 571"/>
                <a:gd name="T61" fmla="*/ 14 h 550"/>
                <a:gd name="T62" fmla="*/ 503 w 571"/>
                <a:gd name="T63" fmla="*/ 4 h 550"/>
                <a:gd name="T64" fmla="*/ 522 w 571"/>
                <a:gd name="T65" fmla="*/ 0 h 550"/>
                <a:gd name="T66" fmla="*/ 541 w 571"/>
                <a:gd name="T67" fmla="*/ 4 h 550"/>
                <a:gd name="T68" fmla="*/ 557 w 571"/>
                <a:gd name="T69" fmla="*/ 14 h 550"/>
                <a:gd name="T70" fmla="*/ 567 w 571"/>
                <a:gd name="T71" fmla="*/ 30 h 550"/>
                <a:gd name="T72" fmla="*/ 571 w 571"/>
                <a:gd name="T73" fmla="*/ 49 h 550"/>
                <a:gd name="T74" fmla="*/ 571 w 571"/>
                <a:gd name="T75" fmla="*/ 306 h 550"/>
                <a:gd name="T76" fmla="*/ 567 w 571"/>
                <a:gd name="T77" fmla="*/ 358 h 550"/>
                <a:gd name="T78" fmla="*/ 557 w 571"/>
                <a:gd name="T79" fmla="*/ 402 h 550"/>
                <a:gd name="T80" fmla="*/ 540 w 571"/>
                <a:gd name="T81" fmla="*/ 442 h 550"/>
                <a:gd name="T82" fmla="*/ 513 w 571"/>
                <a:gd name="T83" fmla="*/ 475 h 550"/>
                <a:gd name="T84" fmla="*/ 482 w 571"/>
                <a:gd name="T85" fmla="*/ 501 h 550"/>
                <a:gd name="T86" fmla="*/ 444 w 571"/>
                <a:gd name="T87" fmla="*/ 522 h 550"/>
                <a:gd name="T88" fmla="*/ 398 w 571"/>
                <a:gd name="T89" fmla="*/ 538 h 550"/>
                <a:gd name="T90" fmla="*/ 346 w 571"/>
                <a:gd name="T91" fmla="*/ 547 h 550"/>
                <a:gd name="T92" fmla="*/ 286 w 571"/>
                <a:gd name="T93" fmla="*/ 550 h 550"/>
                <a:gd name="T94" fmla="*/ 225 w 571"/>
                <a:gd name="T95" fmla="*/ 547 h 550"/>
                <a:gd name="T96" fmla="*/ 173 w 571"/>
                <a:gd name="T97" fmla="*/ 538 h 550"/>
                <a:gd name="T98" fmla="*/ 128 w 571"/>
                <a:gd name="T99" fmla="*/ 522 h 550"/>
                <a:gd name="T100" fmla="*/ 89 w 571"/>
                <a:gd name="T101" fmla="*/ 501 h 550"/>
                <a:gd name="T102" fmla="*/ 58 w 571"/>
                <a:gd name="T103" fmla="*/ 475 h 550"/>
                <a:gd name="T104" fmla="*/ 32 w 571"/>
                <a:gd name="T105" fmla="*/ 442 h 550"/>
                <a:gd name="T106" fmla="*/ 14 w 571"/>
                <a:gd name="T107" fmla="*/ 402 h 550"/>
                <a:gd name="T108" fmla="*/ 4 w 571"/>
                <a:gd name="T109" fmla="*/ 358 h 550"/>
                <a:gd name="T110" fmla="*/ 0 w 571"/>
                <a:gd name="T111" fmla="*/ 306 h 550"/>
                <a:gd name="T112" fmla="*/ 0 w 571"/>
                <a:gd name="T113" fmla="*/ 49 h 550"/>
                <a:gd name="T114" fmla="*/ 4 w 571"/>
                <a:gd name="T115" fmla="*/ 30 h 550"/>
                <a:gd name="T116" fmla="*/ 14 w 571"/>
                <a:gd name="T117" fmla="*/ 14 h 550"/>
                <a:gd name="T118" fmla="*/ 30 w 571"/>
                <a:gd name="T119" fmla="*/ 4 h 550"/>
                <a:gd name="T120" fmla="*/ 49 w 571"/>
                <a:gd name="T121" fmla="*/ 0 h 5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71" h="550">
                  <a:moveTo>
                    <a:pt x="49" y="0"/>
                  </a:moveTo>
                  <a:lnTo>
                    <a:pt x="68" y="4"/>
                  </a:lnTo>
                  <a:lnTo>
                    <a:pt x="84" y="14"/>
                  </a:lnTo>
                  <a:lnTo>
                    <a:pt x="94" y="30"/>
                  </a:lnTo>
                  <a:lnTo>
                    <a:pt x="98" y="49"/>
                  </a:lnTo>
                  <a:lnTo>
                    <a:pt x="98" y="299"/>
                  </a:lnTo>
                  <a:lnTo>
                    <a:pt x="98" y="320"/>
                  </a:lnTo>
                  <a:lnTo>
                    <a:pt x="101" y="342"/>
                  </a:lnTo>
                  <a:lnTo>
                    <a:pt x="105" y="363"/>
                  </a:lnTo>
                  <a:lnTo>
                    <a:pt x="112" y="384"/>
                  </a:lnTo>
                  <a:lnTo>
                    <a:pt x="122" y="403"/>
                  </a:lnTo>
                  <a:lnTo>
                    <a:pt x="136" y="421"/>
                  </a:lnTo>
                  <a:lnTo>
                    <a:pt x="156" y="437"/>
                  </a:lnTo>
                  <a:lnTo>
                    <a:pt x="180" y="449"/>
                  </a:lnTo>
                  <a:lnTo>
                    <a:pt x="208" y="459"/>
                  </a:lnTo>
                  <a:lnTo>
                    <a:pt x="245" y="464"/>
                  </a:lnTo>
                  <a:lnTo>
                    <a:pt x="286" y="466"/>
                  </a:lnTo>
                  <a:lnTo>
                    <a:pt x="328" y="464"/>
                  </a:lnTo>
                  <a:lnTo>
                    <a:pt x="363" y="459"/>
                  </a:lnTo>
                  <a:lnTo>
                    <a:pt x="391" y="449"/>
                  </a:lnTo>
                  <a:lnTo>
                    <a:pt x="416" y="437"/>
                  </a:lnTo>
                  <a:lnTo>
                    <a:pt x="435" y="421"/>
                  </a:lnTo>
                  <a:lnTo>
                    <a:pt x="449" y="403"/>
                  </a:lnTo>
                  <a:lnTo>
                    <a:pt x="459" y="384"/>
                  </a:lnTo>
                  <a:lnTo>
                    <a:pt x="466" y="363"/>
                  </a:lnTo>
                  <a:lnTo>
                    <a:pt x="470" y="342"/>
                  </a:lnTo>
                  <a:lnTo>
                    <a:pt x="473" y="320"/>
                  </a:lnTo>
                  <a:lnTo>
                    <a:pt x="473" y="299"/>
                  </a:lnTo>
                  <a:lnTo>
                    <a:pt x="473" y="49"/>
                  </a:lnTo>
                  <a:lnTo>
                    <a:pt x="477" y="30"/>
                  </a:lnTo>
                  <a:lnTo>
                    <a:pt x="487" y="14"/>
                  </a:lnTo>
                  <a:lnTo>
                    <a:pt x="503" y="4"/>
                  </a:lnTo>
                  <a:lnTo>
                    <a:pt x="522" y="0"/>
                  </a:lnTo>
                  <a:lnTo>
                    <a:pt x="541" y="4"/>
                  </a:lnTo>
                  <a:lnTo>
                    <a:pt x="557" y="14"/>
                  </a:lnTo>
                  <a:lnTo>
                    <a:pt x="567" y="30"/>
                  </a:lnTo>
                  <a:lnTo>
                    <a:pt x="571" y="49"/>
                  </a:lnTo>
                  <a:lnTo>
                    <a:pt x="571" y="306"/>
                  </a:lnTo>
                  <a:lnTo>
                    <a:pt x="567" y="358"/>
                  </a:lnTo>
                  <a:lnTo>
                    <a:pt x="557" y="402"/>
                  </a:lnTo>
                  <a:lnTo>
                    <a:pt x="540" y="442"/>
                  </a:lnTo>
                  <a:lnTo>
                    <a:pt x="513" y="475"/>
                  </a:lnTo>
                  <a:lnTo>
                    <a:pt x="482" y="501"/>
                  </a:lnTo>
                  <a:lnTo>
                    <a:pt x="444" y="522"/>
                  </a:lnTo>
                  <a:lnTo>
                    <a:pt x="398" y="538"/>
                  </a:lnTo>
                  <a:lnTo>
                    <a:pt x="346" y="547"/>
                  </a:lnTo>
                  <a:lnTo>
                    <a:pt x="286" y="550"/>
                  </a:lnTo>
                  <a:lnTo>
                    <a:pt x="225" y="547"/>
                  </a:lnTo>
                  <a:lnTo>
                    <a:pt x="173" y="538"/>
                  </a:lnTo>
                  <a:lnTo>
                    <a:pt x="128" y="522"/>
                  </a:lnTo>
                  <a:lnTo>
                    <a:pt x="89" y="501"/>
                  </a:lnTo>
                  <a:lnTo>
                    <a:pt x="58" y="475"/>
                  </a:lnTo>
                  <a:lnTo>
                    <a:pt x="32" y="442"/>
                  </a:lnTo>
                  <a:lnTo>
                    <a:pt x="14" y="402"/>
                  </a:lnTo>
                  <a:lnTo>
                    <a:pt x="4" y="358"/>
                  </a:lnTo>
                  <a:lnTo>
                    <a:pt x="0" y="306"/>
                  </a:lnTo>
                  <a:lnTo>
                    <a:pt x="0" y="49"/>
                  </a:lnTo>
                  <a:lnTo>
                    <a:pt x="4" y="30"/>
                  </a:lnTo>
                  <a:lnTo>
                    <a:pt x="14" y="14"/>
                  </a:lnTo>
                  <a:lnTo>
                    <a:pt x="30" y="4"/>
                  </a:lnTo>
                  <a:lnTo>
                    <a:pt x="49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0" name="Freeform 12">
              <a:extLst>
                <a:ext uri="{FF2B5EF4-FFF2-40B4-BE49-F238E27FC236}">
                  <a16:creationId xmlns:a16="http://schemas.microsoft.com/office/drawing/2014/main" id="{EB24C6E3-9AC5-E695-8BED-7BE61A5CB63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321678" y="705011"/>
              <a:ext cx="148448" cy="144669"/>
            </a:xfrm>
            <a:custGeom>
              <a:avLst/>
              <a:gdLst>
                <a:gd name="T0" fmla="*/ 96 w 550"/>
                <a:gd name="T1" fmla="*/ 79 h 536"/>
                <a:gd name="T2" fmla="*/ 96 w 550"/>
                <a:gd name="T3" fmla="*/ 241 h 536"/>
                <a:gd name="T4" fmla="*/ 307 w 550"/>
                <a:gd name="T5" fmla="*/ 241 h 536"/>
                <a:gd name="T6" fmla="*/ 342 w 550"/>
                <a:gd name="T7" fmla="*/ 241 h 536"/>
                <a:gd name="T8" fmla="*/ 372 w 550"/>
                <a:gd name="T9" fmla="*/ 238 h 536"/>
                <a:gd name="T10" fmla="*/ 398 w 550"/>
                <a:gd name="T11" fmla="*/ 231 h 536"/>
                <a:gd name="T12" fmla="*/ 417 w 550"/>
                <a:gd name="T13" fmla="*/ 222 h 536"/>
                <a:gd name="T14" fmla="*/ 431 w 550"/>
                <a:gd name="T15" fmla="*/ 206 h 536"/>
                <a:gd name="T16" fmla="*/ 440 w 550"/>
                <a:gd name="T17" fmla="*/ 187 h 536"/>
                <a:gd name="T18" fmla="*/ 443 w 550"/>
                <a:gd name="T19" fmla="*/ 161 h 536"/>
                <a:gd name="T20" fmla="*/ 440 w 550"/>
                <a:gd name="T21" fmla="*/ 135 h 536"/>
                <a:gd name="T22" fmla="*/ 431 w 550"/>
                <a:gd name="T23" fmla="*/ 114 h 536"/>
                <a:gd name="T24" fmla="*/ 417 w 550"/>
                <a:gd name="T25" fmla="*/ 100 h 536"/>
                <a:gd name="T26" fmla="*/ 398 w 550"/>
                <a:gd name="T27" fmla="*/ 89 h 536"/>
                <a:gd name="T28" fmla="*/ 372 w 550"/>
                <a:gd name="T29" fmla="*/ 84 h 536"/>
                <a:gd name="T30" fmla="*/ 342 w 550"/>
                <a:gd name="T31" fmla="*/ 80 h 536"/>
                <a:gd name="T32" fmla="*/ 307 w 550"/>
                <a:gd name="T33" fmla="*/ 79 h 536"/>
                <a:gd name="T34" fmla="*/ 96 w 550"/>
                <a:gd name="T35" fmla="*/ 79 h 536"/>
                <a:gd name="T36" fmla="*/ 0 w 550"/>
                <a:gd name="T37" fmla="*/ 0 h 536"/>
                <a:gd name="T38" fmla="*/ 323 w 550"/>
                <a:gd name="T39" fmla="*/ 0 h 536"/>
                <a:gd name="T40" fmla="*/ 377 w 550"/>
                <a:gd name="T41" fmla="*/ 2 h 536"/>
                <a:gd name="T42" fmla="*/ 422 w 550"/>
                <a:gd name="T43" fmla="*/ 9 h 536"/>
                <a:gd name="T44" fmla="*/ 459 w 550"/>
                <a:gd name="T45" fmla="*/ 19 h 536"/>
                <a:gd name="T46" fmla="*/ 489 w 550"/>
                <a:gd name="T47" fmla="*/ 37 h 536"/>
                <a:gd name="T48" fmla="*/ 511 w 550"/>
                <a:gd name="T49" fmla="*/ 58 h 536"/>
                <a:gd name="T50" fmla="*/ 527 w 550"/>
                <a:gd name="T51" fmla="*/ 86 h 536"/>
                <a:gd name="T52" fmla="*/ 537 w 550"/>
                <a:gd name="T53" fmla="*/ 119 h 536"/>
                <a:gd name="T54" fmla="*/ 539 w 550"/>
                <a:gd name="T55" fmla="*/ 157 h 536"/>
                <a:gd name="T56" fmla="*/ 537 w 550"/>
                <a:gd name="T57" fmla="*/ 194 h 536"/>
                <a:gd name="T58" fmla="*/ 527 w 550"/>
                <a:gd name="T59" fmla="*/ 225 h 536"/>
                <a:gd name="T60" fmla="*/ 513 w 550"/>
                <a:gd name="T61" fmla="*/ 252 h 536"/>
                <a:gd name="T62" fmla="*/ 494 w 550"/>
                <a:gd name="T63" fmla="*/ 272 h 536"/>
                <a:gd name="T64" fmla="*/ 471 w 550"/>
                <a:gd name="T65" fmla="*/ 290 h 536"/>
                <a:gd name="T66" fmla="*/ 447 w 550"/>
                <a:gd name="T67" fmla="*/ 302 h 536"/>
                <a:gd name="T68" fmla="*/ 419 w 550"/>
                <a:gd name="T69" fmla="*/ 311 h 536"/>
                <a:gd name="T70" fmla="*/ 393 w 550"/>
                <a:gd name="T71" fmla="*/ 314 h 536"/>
                <a:gd name="T72" fmla="*/ 384 w 550"/>
                <a:gd name="T73" fmla="*/ 314 h 536"/>
                <a:gd name="T74" fmla="*/ 550 w 550"/>
                <a:gd name="T75" fmla="*/ 536 h 536"/>
                <a:gd name="T76" fmla="*/ 431 w 550"/>
                <a:gd name="T77" fmla="*/ 536 h 536"/>
                <a:gd name="T78" fmla="*/ 274 w 550"/>
                <a:gd name="T79" fmla="*/ 323 h 536"/>
                <a:gd name="T80" fmla="*/ 272 w 550"/>
                <a:gd name="T81" fmla="*/ 321 h 536"/>
                <a:gd name="T82" fmla="*/ 96 w 550"/>
                <a:gd name="T83" fmla="*/ 321 h 536"/>
                <a:gd name="T84" fmla="*/ 96 w 550"/>
                <a:gd name="T85" fmla="*/ 536 h 536"/>
                <a:gd name="T86" fmla="*/ 0 w 550"/>
                <a:gd name="T87" fmla="*/ 536 h 536"/>
                <a:gd name="T88" fmla="*/ 0 w 550"/>
                <a:gd name="T89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0" h="536">
                  <a:moveTo>
                    <a:pt x="96" y="79"/>
                  </a:moveTo>
                  <a:lnTo>
                    <a:pt x="96" y="241"/>
                  </a:lnTo>
                  <a:lnTo>
                    <a:pt x="307" y="241"/>
                  </a:lnTo>
                  <a:lnTo>
                    <a:pt x="342" y="241"/>
                  </a:lnTo>
                  <a:lnTo>
                    <a:pt x="372" y="238"/>
                  </a:lnTo>
                  <a:lnTo>
                    <a:pt x="398" y="231"/>
                  </a:lnTo>
                  <a:lnTo>
                    <a:pt x="417" y="222"/>
                  </a:lnTo>
                  <a:lnTo>
                    <a:pt x="431" y="206"/>
                  </a:lnTo>
                  <a:lnTo>
                    <a:pt x="440" y="187"/>
                  </a:lnTo>
                  <a:lnTo>
                    <a:pt x="443" y="161"/>
                  </a:lnTo>
                  <a:lnTo>
                    <a:pt x="440" y="135"/>
                  </a:lnTo>
                  <a:lnTo>
                    <a:pt x="431" y="114"/>
                  </a:lnTo>
                  <a:lnTo>
                    <a:pt x="417" y="100"/>
                  </a:lnTo>
                  <a:lnTo>
                    <a:pt x="398" y="89"/>
                  </a:lnTo>
                  <a:lnTo>
                    <a:pt x="372" y="84"/>
                  </a:lnTo>
                  <a:lnTo>
                    <a:pt x="342" y="80"/>
                  </a:lnTo>
                  <a:lnTo>
                    <a:pt x="307" y="79"/>
                  </a:lnTo>
                  <a:lnTo>
                    <a:pt x="96" y="79"/>
                  </a:lnTo>
                  <a:close/>
                  <a:moveTo>
                    <a:pt x="0" y="0"/>
                  </a:moveTo>
                  <a:lnTo>
                    <a:pt x="323" y="0"/>
                  </a:lnTo>
                  <a:lnTo>
                    <a:pt x="377" y="2"/>
                  </a:lnTo>
                  <a:lnTo>
                    <a:pt x="422" y="9"/>
                  </a:lnTo>
                  <a:lnTo>
                    <a:pt x="459" y="19"/>
                  </a:lnTo>
                  <a:lnTo>
                    <a:pt x="489" y="37"/>
                  </a:lnTo>
                  <a:lnTo>
                    <a:pt x="511" y="58"/>
                  </a:lnTo>
                  <a:lnTo>
                    <a:pt x="527" y="86"/>
                  </a:lnTo>
                  <a:lnTo>
                    <a:pt x="537" y="119"/>
                  </a:lnTo>
                  <a:lnTo>
                    <a:pt x="539" y="157"/>
                  </a:lnTo>
                  <a:lnTo>
                    <a:pt x="537" y="194"/>
                  </a:lnTo>
                  <a:lnTo>
                    <a:pt x="527" y="225"/>
                  </a:lnTo>
                  <a:lnTo>
                    <a:pt x="513" y="252"/>
                  </a:lnTo>
                  <a:lnTo>
                    <a:pt x="494" y="272"/>
                  </a:lnTo>
                  <a:lnTo>
                    <a:pt x="471" y="290"/>
                  </a:lnTo>
                  <a:lnTo>
                    <a:pt x="447" y="302"/>
                  </a:lnTo>
                  <a:lnTo>
                    <a:pt x="419" y="311"/>
                  </a:lnTo>
                  <a:lnTo>
                    <a:pt x="393" y="314"/>
                  </a:lnTo>
                  <a:lnTo>
                    <a:pt x="384" y="314"/>
                  </a:lnTo>
                  <a:lnTo>
                    <a:pt x="550" y="536"/>
                  </a:lnTo>
                  <a:lnTo>
                    <a:pt x="431" y="536"/>
                  </a:lnTo>
                  <a:lnTo>
                    <a:pt x="274" y="323"/>
                  </a:lnTo>
                  <a:lnTo>
                    <a:pt x="272" y="321"/>
                  </a:lnTo>
                  <a:lnTo>
                    <a:pt x="96" y="321"/>
                  </a:lnTo>
                  <a:lnTo>
                    <a:pt x="96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1" name="Freeform 13">
              <a:extLst>
                <a:ext uri="{FF2B5EF4-FFF2-40B4-BE49-F238E27FC236}">
                  <a16:creationId xmlns:a16="http://schemas.microsoft.com/office/drawing/2014/main" id="{47756FA6-C29B-BFEB-7653-543BD807F2D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507374" y="705011"/>
              <a:ext cx="131714" cy="144669"/>
            </a:xfrm>
            <a:custGeom>
              <a:avLst/>
              <a:gdLst>
                <a:gd name="T0" fmla="*/ 0 w 488"/>
                <a:gd name="T1" fmla="*/ 0 h 536"/>
                <a:gd name="T2" fmla="*/ 438 w 488"/>
                <a:gd name="T3" fmla="*/ 0 h 536"/>
                <a:gd name="T4" fmla="*/ 453 w 488"/>
                <a:gd name="T5" fmla="*/ 2 h 536"/>
                <a:gd name="T6" fmla="*/ 467 w 488"/>
                <a:gd name="T7" fmla="*/ 12 h 536"/>
                <a:gd name="T8" fmla="*/ 476 w 488"/>
                <a:gd name="T9" fmla="*/ 25 h 536"/>
                <a:gd name="T10" fmla="*/ 480 w 488"/>
                <a:gd name="T11" fmla="*/ 40 h 536"/>
                <a:gd name="T12" fmla="*/ 476 w 488"/>
                <a:gd name="T13" fmla="*/ 56 h 536"/>
                <a:gd name="T14" fmla="*/ 467 w 488"/>
                <a:gd name="T15" fmla="*/ 70 h 536"/>
                <a:gd name="T16" fmla="*/ 453 w 488"/>
                <a:gd name="T17" fmla="*/ 79 h 536"/>
                <a:gd name="T18" fmla="*/ 438 w 488"/>
                <a:gd name="T19" fmla="*/ 82 h 536"/>
                <a:gd name="T20" fmla="*/ 97 w 488"/>
                <a:gd name="T21" fmla="*/ 82 h 536"/>
                <a:gd name="T22" fmla="*/ 97 w 488"/>
                <a:gd name="T23" fmla="*/ 218 h 536"/>
                <a:gd name="T24" fmla="*/ 333 w 488"/>
                <a:gd name="T25" fmla="*/ 218 h 536"/>
                <a:gd name="T26" fmla="*/ 349 w 488"/>
                <a:gd name="T27" fmla="*/ 222 h 536"/>
                <a:gd name="T28" fmla="*/ 361 w 488"/>
                <a:gd name="T29" fmla="*/ 231 h 536"/>
                <a:gd name="T30" fmla="*/ 370 w 488"/>
                <a:gd name="T31" fmla="*/ 243 h 536"/>
                <a:gd name="T32" fmla="*/ 373 w 488"/>
                <a:gd name="T33" fmla="*/ 259 h 536"/>
                <a:gd name="T34" fmla="*/ 370 w 488"/>
                <a:gd name="T35" fmla="*/ 276 h 536"/>
                <a:gd name="T36" fmla="*/ 361 w 488"/>
                <a:gd name="T37" fmla="*/ 288 h 536"/>
                <a:gd name="T38" fmla="*/ 349 w 488"/>
                <a:gd name="T39" fmla="*/ 297 h 536"/>
                <a:gd name="T40" fmla="*/ 333 w 488"/>
                <a:gd name="T41" fmla="*/ 300 h 536"/>
                <a:gd name="T42" fmla="*/ 97 w 488"/>
                <a:gd name="T43" fmla="*/ 300 h 536"/>
                <a:gd name="T44" fmla="*/ 97 w 488"/>
                <a:gd name="T45" fmla="*/ 454 h 536"/>
                <a:gd name="T46" fmla="*/ 446 w 488"/>
                <a:gd name="T47" fmla="*/ 454 h 536"/>
                <a:gd name="T48" fmla="*/ 464 w 488"/>
                <a:gd name="T49" fmla="*/ 457 h 536"/>
                <a:gd name="T50" fmla="*/ 476 w 488"/>
                <a:gd name="T51" fmla="*/ 466 h 536"/>
                <a:gd name="T52" fmla="*/ 485 w 488"/>
                <a:gd name="T53" fmla="*/ 478 h 536"/>
                <a:gd name="T54" fmla="*/ 488 w 488"/>
                <a:gd name="T55" fmla="*/ 494 h 536"/>
                <a:gd name="T56" fmla="*/ 485 w 488"/>
                <a:gd name="T57" fmla="*/ 512 h 536"/>
                <a:gd name="T58" fmla="*/ 476 w 488"/>
                <a:gd name="T59" fmla="*/ 524 h 536"/>
                <a:gd name="T60" fmla="*/ 464 w 488"/>
                <a:gd name="T61" fmla="*/ 533 h 536"/>
                <a:gd name="T62" fmla="*/ 446 w 488"/>
                <a:gd name="T63" fmla="*/ 536 h 536"/>
                <a:gd name="T64" fmla="*/ 0 w 488"/>
                <a:gd name="T65" fmla="*/ 536 h 536"/>
                <a:gd name="T66" fmla="*/ 0 w 488"/>
                <a:gd name="T67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488" h="536">
                  <a:moveTo>
                    <a:pt x="0" y="0"/>
                  </a:moveTo>
                  <a:lnTo>
                    <a:pt x="438" y="0"/>
                  </a:lnTo>
                  <a:lnTo>
                    <a:pt x="453" y="2"/>
                  </a:lnTo>
                  <a:lnTo>
                    <a:pt x="467" y="12"/>
                  </a:lnTo>
                  <a:lnTo>
                    <a:pt x="476" y="25"/>
                  </a:lnTo>
                  <a:lnTo>
                    <a:pt x="480" y="40"/>
                  </a:lnTo>
                  <a:lnTo>
                    <a:pt x="476" y="56"/>
                  </a:lnTo>
                  <a:lnTo>
                    <a:pt x="467" y="70"/>
                  </a:lnTo>
                  <a:lnTo>
                    <a:pt x="453" y="79"/>
                  </a:lnTo>
                  <a:lnTo>
                    <a:pt x="438" y="82"/>
                  </a:lnTo>
                  <a:lnTo>
                    <a:pt x="97" y="82"/>
                  </a:lnTo>
                  <a:lnTo>
                    <a:pt x="97" y="218"/>
                  </a:lnTo>
                  <a:lnTo>
                    <a:pt x="333" y="218"/>
                  </a:lnTo>
                  <a:lnTo>
                    <a:pt x="349" y="222"/>
                  </a:lnTo>
                  <a:lnTo>
                    <a:pt x="361" y="231"/>
                  </a:lnTo>
                  <a:lnTo>
                    <a:pt x="370" y="243"/>
                  </a:lnTo>
                  <a:lnTo>
                    <a:pt x="373" y="259"/>
                  </a:lnTo>
                  <a:lnTo>
                    <a:pt x="370" y="276"/>
                  </a:lnTo>
                  <a:lnTo>
                    <a:pt x="361" y="288"/>
                  </a:lnTo>
                  <a:lnTo>
                    <a:pt x="349" y="297"/>
                  </a:lnTo>
                  <a:lnTo>
                    <a:pt x="333" y="300"/>
                  </a:lnTo>
                  <a:lnTo>
                    <a:pt x="97" y="300"/>
                  </a:lnTo>
                  <a:lnTo>
                    <a:pt x="97" y="454"/>
                  </a:lnTo>
                  <a:lnTo>
                    <a:pt x="446" y="454"/>
                  </a:lnTo>
                  <a:lnTo>
                    <a:pt x="464" y="457"/>
                  </a:lnTo>
                  <a:lnTo>
                    <a:pt x="476" y="466"/>
                  </a:lnTo>
                  <a:lnTo>
                    <a:pt x="485" y="478"/>
                  </a:lnTo>
                  <a:lnTo>
                    <a:pt x="488" y="494"/>
                  </a:lnTo>
                  <a:lnTo>
                    <a:pt x="485" y="512"/>
                  </a:lnTo>
                  <a:lnTo>
                    <a:pt x="476" y="524"/>
                  </a:lnTo>
                  <a:lnTo>
                    <a:pt x="464" y="533"/>
                  </a:lnTo>
                  <a:lnTo>
                    <a:pt x="446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2" name="Freeform 14">
              <a:extLst>
                <a:ext uri="{FF2B5EF4-FFF2-40B4-BE49-F238E27FC236}">
                  <a16:creationId xmlns:a16="http://schemas.microsoft.com/office/drawing/2014/main" id="{38A89EE8-B866-AAED-26C2-BE18B4FBF04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785916" y="618911"/>
              <a:ext cx="25911" cy="24831"/>
            </a:xfrm>
            <a:custGeom>
              <a:avLst/>
              <a:gdLst>
                <a:gd name="T0" fmla="*/ 51 w 96"/>
                <a:gd name="T1" fmla="*/ 0 h 92"/>
                <a:gd name="T2" fmla="*/ 53 w 96"/>
                <a:gd name="T3" fmla="*/ 0 h 92"/>
                <a:gd name="T4" fmla="*/ 70 w 96"/>
                <a:gd name="T5" fmla="*/ 5 h 92"/>
                <a:gd name="T6" fmla="*/ 84 w 96"/>
                <a:gd name="T7" fmla="*/ 15 h 92"/>
                <a:gd name="T8" fmla="*/ 93 w 96"/>
                <a:gd name="T9" fmla="*/ 31 h 92"/>
                <a:gd name="T10" fmla="*/ 96 w 96"/>
                <a:gd name="T11" fmla="*/ 49 h 92"/>
                <a:gd name="T12" fmla="*/ 91 w 96"/>
                <a:gd name="T13" fmla="*/ 66 h 92"/>
                <a:gd name="T14" fmla="*/ 81 w 96"/>
                <a:gd name="T15" fmla="*/ 80 h 92"/>
                <a:gd name="T16" fmla="*/ 65 w 96"/>
                <a:gd name="T17" fmla="*/ 91 h 92"/>
                <a:gd name="T18" fmla="*/ 47 w 96"/>
                <a:gd name="T19" fmla="*/ 92 h 92"/>
                <a:gd name="T20" fmla="*/ 44 w 96"/>
                <a:gd name="T21" fmla="*/ 92 h 92"/>
                <a:gd name="T22" fmla="*/ 26 w 96"/>
                <a:gd name="T23" fmla="*/ 87 h 92"/>
                <a:gd name="T24" fmla="*/ 12 w 96"/>
                <a:gd name="T25" fmla="*/ 77 h 92"/>
                <a:gd name="T26" fmla="*/ 4 w 96"/>
                <a:gd name="T27" fmla="*/ 61 h 92"/>
                <a:gd name="T28" fmla="*/ 0 w 96"/>
                <a:gd name="T29" fmla="*/ 43 h 92"/>
                <a:gd name="T30" fmla="*/ 5 w 96"/>
                <a:gd name="T31" fmla="*/ 26 h 92"/>
                <a:gd name="T32" fmla="*/ 16 w 96"/>
                <a:gd name="T33" fmla="*/ 12 h 92"/>
                <a:gd name="T34" fmla="*/ 32 w 96"/>
                <a:gd name="T35" fmla="*/ 2 h 92"/>
                <a:gd name="T36" fmla="*/ 51 w 96"/>
                <a:gd name="T37" fmla="*/ 0 h 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96" h="92">
                  <a:moveTo>
                    <a:pt x="51" y="0"/>
                  </a:moveTo>
                  <a:lnTo>
                    <a:pt x="53" y="0"/>
                  </a:lnTo>
                  <a:lnTo>
                    <a:pt x="70" y="5"/>
                  </a:lnTo>
                  <a:lnTo>
                    <a:pt x="84" y="15"/>
                  </a:lnTo>
                  <a:lnTo>
                    <a:pt x="93" y="31"/>
                  </a:lnTo>
                  <a:lnTo>
                    <a:pt x="96" y="49"/>
                  </a:lnTo>
                  <a:lnTo>
                    <a:pt x="91" y="66"/>
                  </a:lnTo>
                  <a:lnTo>
                    <a:pt x="81" y="80"/>
                  </a:lnTo>
                  <a:lnTo>
                    <a:pt x="65" y="91"/>
                  </a:lnTo>
                  <a:lnTo>
                    <a:pt x="47" y="92"/>
                  </a:lnTo>
                  <a:lnTo>
                    <a:pt x="44" y="92"/>
                  </a:lnTo>
                  <a:lnTo>
                    <a:pt x="26" y="87"/>
                  </a:lnTo>
                  <a:lnTo>
                    <a:pt x="12" y="77"/>
                  </a:lnTo>
                  <a:lnTo>
                    <a:pt x="4" y="61"/>
                  </a:lnTo>
                  <a:lnTo>
                    <a:pt x="0" y="43"/>
                  </a:lnTo>
                  <a:lnTo>
                    <a:pt x="5" y="26"/>
                  </a:lnTo>
                  <a:lnTo>
                    <a:pt x="16" y="12"/>
                  </a:lnTo>
                  <a:lnTo>
                    <a:pt x="32" y="2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3" name="Freeform 15">
              <a:extLst>
                <a:ext uri="{FF2B5EF4-FFF2-40B4-BE49-F238E27FC236}">
                  <a16:creationId xmlns:a16="http://schemas.microsoft.com/office/drawing/2014/main" id="{5DB3E0E0-34C3-52AE-7CD3-F1AB984B262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868507" y="539289"/>
              <a:ext cx="37247" cy="44804"/>
            </a:xfrm>
            <a:custGeom>
              <a:avLst/>
              <a:gdLst>
                <a:gd name="T0" fmla="*/ 40 w 138"/>
                <a:gd name="T1" fmla="*/ 0 h 166"/>
                <a:gd name="T2" fmla="*/ 57 w 138"/>
                <a:gd name="T3" fmla="*/ 2 h 166"/>
                <a:gd name="T4" fmla="*/ 73 w 138"/>
                <a:gd name="T5" fmla="*/ 9 h 166"/>
                <a:gd name="T6" fmla="*/ 85 w 138"/>
                <a:gd name="T7" fmla="*/ 22 h 166"/>
                <a:gd name="T8" fmla="*/ 132 w 138"/>
                <a:gd name="T9" fmla="*/ 96 h 166"/>
                <a:gd name="T10" fmla="*/ 138 w 138"/>
                <a:gd name="T11" fmla="*/ 113 h 166"/>
                <a:gd name="T12" fmla="*/ 138 w 138"/>
                <a:gd name="T13" fmla="*/ 131 h 166"/>
                <a:gd name="T14" fmla="*/ 129 w 138"/>
                <a:gd name="T15" fmla="*/ 146 h 166"/>
                <a:gd name="T16" fmla="*/ 115 w 138"/>
                <a:gd name="T17" fmla="*/ 159 h 166"/>
                <a:gd name="T18" fmla="*/ 99 w 138"/>
                <a:gd name="T19" fmla="*/ 166 h 166"/>
                <a:gd name="T20" fmla="*/ 80 w 138"/>
                <a:gd name="T21" fmla="*/ 164 h 166"/>
                <a:gd name="T22" fmla="*/ 64 w 138"/>
                <a:gd name="T23" fmla="*/ 157 h 166"/>
                <a:gd name="T24" fmla="*/ 52 w 138"/>
                <a:gd name="T25" fmla="*/ 143 h 166"/>
                <a:gd name="T26" fmla="*/ 5 w 138"/>
                <a:gd name="T27" fmla="*/ 70 h 166"/>
                <a:gd name="T28" fmla="*/ 0 w 138"/>
                <a:gd name="T29" fmla="*/ 52 h 166"/>
                <a:gd name="T30" fmla="*/ 0 w 138"/>
                <a:gd name="T31" fmla="*/ 35 h 166"/>
                <a:gd name="T32" fmla="*/ 8 w 138"/>
                <a:gd name="T33" fmla="*/ 17 h 166"/>
                <a:gd name="T34" fmla="*/ 22 w 138"/>
                <a:gd name="T35" fmla="*/ 7 h 166"/>
                <a:gd name="T36" fmla="*/ 40 w 138"/>
                <a:gd name="T37" fmla="*/ 0 h 1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38" h="166">
                  <a:moveTo>
                    <a:pt x="40" y="0"/>
                  </a:moveTo>
                  <a:lnTo>
                    <a:pt x="57" y="2"/>
                  </a:lnTo>
                  <a:lnTo>
                    <a:pt x="73" y="9"/>
                  </a:lnTo>
                  <a:lnTo>
                    <a:pt x="85" y="22"/>
                  </a:lnTo>
                  <a:lnTo>
                    <a:pt x="132" y="96"/>
                  </a:lnTo>
                  <a:lnTo>
                    <a:pt x="138" y="113"/>
                  </a:lnTo>
                  <a:lnTo>
                    <a:pt x="138" y="131"/>
                  </a:lnTo>
                  <a:lnTo>
                    <a:pt x="129" y="146"/>
                  </a:lnTo>
                  <a:lnTo>
                    <a:pt x="115" y="159"/>
                  </a:lnTo>
                  <a:lnTo>
                    <a:pt x="99" y="166"/>
                  </a:lnTo>
                  <a:lnTo>
                    <a:pt x="80" y="164"/>
                  </a:lnTo>
                  <a:lnTo>
                    <a:pt x="64" y="157"/>
                  </a:lnTo>
                  <a:lnTo>
                    <a:pt x="52" y="143"/>
                  </a:lnTo>
                  <a:lnTo>
                    <a:pt x="5" y="70"/>
                  </a:lnTo>
                  <a:lnTo>
                    <a:pt x="0" y="52"/>
                  </a:lnTo>
                  <a:lnTo>
                    <a:pt x="0" y="35"/>
                  </a:lnTo>
                  <a:lnTo>
                    <a:pt x="8" y="17"/>
                  </a:lnTo>
                  <a:lnTo>
                    <a:pt x="22" y="7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4" name="Freeform 16">
              <a:extLst>
                <a:ext uri="{FF2B5EF4-FFF2-40B4-BE49-F238E27FC236}">
                  <a16:creationId xmlns:a16="http://schemas.microsoft.com/office/drawing/2014/main" id="{F6622341-E269-B3DE-12CB-68A866A7FB2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965403" y="477481"/>
              <a:ext cx="37787" cy="69366"/>
            </a:xfrm>
            <a:custGeom>
              <a:avLst/>
              <a:gdLst>
                <a:gd name="T0" fmla="*/ 53 w 140"/>
                <a:gd name="T1" fmla="*/ 0 h 257"/>
                <a:gd name="T2" fmla="*/ 68 w 140"/>
                <a:gd name="T3" fmla="*/ 7 h 257"/>
                <a:gd name="T4" fmla="*/ 82 w 140"/>
                <a:gd name="T5" fmla="*/ 19 h 257"/>
                <a:gd name="T6" fmla="*/ 89 w 140"/>
                <a:gd name="T7" fmla="*/ 35 h 257"/>
                <a:gd name="T8" fmla="*/ 140 w 140"/>
                <a:gd name="T9" fmla="*/ 199 h 257"/>
                <a:gd name="T10" fmla="*/ 140 w 140"/>
                <a:gd name="T11" fmla="*/ 218 h 257"/>
                <a:gd name="T12" fmla="*/ 135 w 140"/>
                <a:gd name="T13" fmla="*/ 234 h 257"/>
                <a:gd name="T14" fmla="*/ 122 w 140"/>
                <a:gd name="T15" fmla="*/ 248 h 257"/>
                <a:gd name="T16" fmla="*/ 105 w 140"/>
                <a:gd name="T17" fmla="*/ 255 h 257"/>
                <a:gd name="T18" fmla="*/ 88 w 140"/>
                <a:gd name="T19" fmla="*/ 257 h 257"/>
                <a:gd name="T20" fmla="*/ 70 w 140"/>
                <a:gd name="T21" fmla="*/ 250 h 257"/>
                <a:gd name="T22" fmla="*/ 58 w 140"/>
                <a:gd name="T23" fmla="*/ 239 h 257"/>
                <a:gd name="T24" fmla="*/ 49 w 140"/>
                <a:gd name="T25" fmla="*/ 222 h 257"/>
                <a:gd name="T26" fmla="*/ 0 w 140"/>
                <a:gd name="T27" fmla="*/ 58 h 257"/>
                <a:gd name="T28" fmla="*/ 0 w 140"/>
                <a:gd name="T29" fmla="*/ 40 h 257"/>
                <a:gd name="T30" fmla="*/ 5 w 140"/>
                <a:gd name="T31" fmla="*/ 23 h 257"/>
                <a:gd name="T32" fmla="*/ 18 w 140"/>
                <a:gd name="T33" fmla="*/ 11 h 257"/>
                <a:gd name="T34" fmla="*/ 33 w 140"/>
                <a:gd name="T35" fmla="*/ 2 h 257"/>
                <a:gd name="T36" fmla="*/ 53 w 140"/>
                <a:gd name="T37" fmla="*/ 0 h 2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40" h="257">
                  <a:moveTo>
                    <a:pt x="53" y="0"/>
                  </a:moveTo>
                  <a:lnTo>
                    <a:pt x="68" y="7"/>
                  </a:lnTo>
                  <a:lnTo>
                    <a:pt x="82" y="19"/>
                  </a:lnTo>
                  <a:lnTo>
                    <a:pt x="89" y="35"/>
                  </a:lnTo>
                  <a:lnTo>
                    <a:pt x="140" y="199"/>
                  </a:lnTo>
                  <a:lnTo>
                    <a:pt x="140" y="218"/>
                  </a:lnTo>
                  <a:lnTo>
                    <a:pt x="135" y="234"/>
                  </a:lnTo>
                  <a:lnTo>
                    <a:pt x="122" y="248"/>
                  </a:lnTo>
                  <a:lnTo>
                    <a:pt x="105" y="255"/>
                  </a:lnTo>
                  <a:lnTo>
                    <a:pt x="88" y="257"/>
                  </a:lnTo>
                  <a:lnTo>
                    <a:pt x="70" y="250"/>
                  </a:lnTo>
                  <a:lnTo>
                    <a:pt x="58" y="239"/>
                  </a:lnTo>
                  <a:lnTo>
                    <a:pt x="49" y="222"/>
                  </a:lnTo>
                  <a:lnTo>
                    <a:pt x="0" y="58"/>
                  </a:lnTo>
                  <a:lnTo>
                    <a:pt x="0" y="40"/>
                  </a:lnTo>
                  <a:lnTo>
                    <a:pt x="5" y="23"/>
                  </a:lnTo>
                  <a:lnTo>
                    <a:pt x="18" y="11"/>
                  </a:lnTo>
                  <a:lnTo>
                    <a:pt x="33" y="2"/>
                  </a:lnTo>
                  <a:lnTo>
                    <a:pt x="53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5" name="Freeform 17">
              <a:extLst>
                <a:ext uri="{FF2B5EF4-FFF2-40B4-BE49-F238E27FC236}">
                  <a16:creationId xmlns:a16="http://schemas.microsoft.com/office/drawing/2014/main" id="{62B18E42-6F06-C998-AC7F-4559FE8283A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070936" y="427548"/>
              <a:ext cx="32119" cy="95546"/>
            </a:xfrm>
            <a:custGeom>
              <a:avLst/>
              <a:gdLst>
                <a:gd name="T0" fmla="*/ 44 w 119"/>
                <a:gd name="T1" fmla="*/ 0 h 354"/>
                <a:gd name="T2" fmla="*/ 63 w 119"/>
                <a:gd name="T3" fmla="*/ 4 h 354"/>
                <a:gd name="T4" fmla="*/ 77 w 119"/>
                <a:gd name="T5" fmla="*/ 12 h 354"/>
                <a:gd name="T6" fmla="*/ 87 w 119"/>
                <a:gd name="T7" fmla="*/ 26 h 354"/>
                <a:gd name="T8" fmla="*/ 93 w 119"/>
                <a:gd name="T9" fmla="*/ 44 h 354"/>
                <a:gd name="T10" fmla="*/ 119 w 119"/>
                <a:gd name="T11" fmla="*/ 306 h 354"/>
                <a:gd name="T12" fmla="*/ 115 w 119"/>
                <a:gd name="T13" fmla="*/ 323 h 354"/>
                <a:gd name="T14" fmla="*/ 107 w 119"/>
                <a:gd name="T15" fmla="*/ 339 h 354"/>
                <a:gd name="T16" fmla="*/ 93 w 119"/>
                <a:gd name="T17" fmla="*/ 349 h 354"/>
                <a:gd name="T18" fmla="*/ 75 w 119"/>
                <a:gd name="T19" fmla="*/ 354 h 354"/>
                <a:gd name="T20" fmla="*/ 58 w 119"/>
                <a:gd name="T21" fmla="*/ 351 h 354"/>
                <a:gd name="T22" fmla="*/ 42 w 119"/>
                <a:gd name="T23" fmla="*/ 342 h 354"/>
                <a:gd name="T24" fmla="*/ 32 w 119"/>
                <a:gd name="T25" fmla="*/ 328 h 354"/>
                <a:gd name="T26" fmla="*/ 26 w 119"/>
                <a:gd name="T27" fmla="*/ 311 h 354"/>
                <a:gd name="T28" fmla="*/ 0 w 119"/>
                <a:gd name="T29" fmla="*/ 49 h 354"/>
                <a:gd name="T30" fmla="*/ 4 w 119"/>
                <a:gd name="T31" fmla="*/ 32 h 354"/>
                <a:gd name="T32" fmla="*/ 12 w 119"/>
                <a:gd name="T33" fmla="*/ 16 h 354"/>
                <a:gd name="T34" fmla="*/ 26 w 119"/>
                <a:gd name="T35" fmla="*/ 5 h 354"/>
                <a:gd name="T36" fmla="*/ 44 w 119"/>
                <a:gd name="T37" fmla="*/ 0 h 3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19" h="354">
                  <a:moveTo>
                    <a:pt x="44" y="0"/>
                  </a:moveTo>
                  <a:lnTo>
                    <a:pt x="63" y="4"/>
                  </a:lnTo>
                  <a:lnTo>
                    <a:pt x="77" y="12"/>
                  </a:lnTo>
                  <a:lnTo>
                    <a:pt x="87" y="26"/>
                  </a:lnTo>
                  <a:lnTo>
                    <a:pt x="93" y="44"/>
                  </a:lnTo>
                  <a:lnTo>
                    <a:pt x="119" y="306"/>
                  </a:lnTo>
                  <a:lnTo>
                    <a:pt x="115" y="323"/>
                  </a:lnTo>
                  <a:lnTo>
                    <a:pt x="107" y="339"/>
                  </a:lnTo>
                  <a:lnTo>
                    <a:pt x="93" y="349"/>
                  </a:lnTo>
                  <a:lnTo>
                    <a:pt x="75" y="354"/>
                  </a:lnTo>
                  <a:lnTo>
                    <a:pt x="58" y="351"/>
                  </a:lnTo>
                  <a:lnTo>
                    <a:pt x="42" y="342"/>
                  </a:lnTo>
                  <a:lnTo>
                    <a:pt x="32" y="328"/>
                  </a:lnTo>
                  <a:lnTo>
                    <a:pt x="26" y="311"/>
                  </a:lnTo>
                  <a:lnTo>
                    <a:pt x="0" y="49"/>
                  </a:lnTo>
                  <a:lnTo>
                    <a:pt x="4" y="32"/>
                  </a:lnTo>
                  <a:lnTo>
                    <a:pt x="12" y="16"/>
                  </a:lnTo>
                  <a:lnTo>
                    <a:pt x="26" y="5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6" name="Freeform 18">
              <a:extLst>
                <a:ext uri="{FF2B5EF4-FFF2-40B4-BE49-F238E27FC236}">
                  <a16:creationId xmlns:a16="http://schemas.microsoft.com/office/drawing/2014/main" id="{9889642E-9A28-1238-56CF-BB1CC02E4B2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178358" y="392731"/>
              <a:ext cx="29690" cy="119568"/>
            </a:xfrm>
            <a:custGeom>
              <a:avLst/>
              <a:gdLst>
                <a:gd name="T0" fmla="*/ 68 w 110"/>
                <a:gd name="T1" fmla="*/ 0 h 443"/>
                <a:gd name="T2" fmla="*/ 86 w 110"/>
                <a:gd name="T3" fmla="*/ 5 h 443"/>
                <a:gd name="T4" fmla="*/ 100 w 110"/>
                <a:gd name="T5" fmla="*/ 16 h 443"/>
                <a:gd name="T6" fmla="*/ 107 w 110"/>
                <a:gd name="T7" fmla="*/ 31 h 443"/>
                <a:gd name="T8" fmla="*/ 110 w 110"/>
                <a:gd name="T9" fmla="*/ 51 h 443"/>
                <a:gd name="T10" fmla="*/ 93 w 110"/>
                <a:gd name="T11" fmla="*/ 401 h 443"/>
                <a:gd name="T12" fmla="*/ 87 w 110"/>
                <a:gd name="T13" fmla="*/ 419 h 443"/>
                <a:gd name="T14" fmla="*/ 75 w 110"/>
                <a:gd name="T15" fmla="*/ 433 h 443"/>
                <a:gd name="T16" fmla="*/ 61 w 110"/>
                <a:gd name="T17" fmla="*/ 442 h 443"/>
                <a:gd name="T18" fmla="*/ 42 w 110"/>
                <a:gd name="T19" fmla="*/ 443 h 443"/>
                <a:gd name="T20" fmla="*/ 25 w 110"/>
                <a:gd name="T21" fmla="*/ 438 h 443"/>
                <a:gd name="T22" fmla="*/ 11 w 110"/>
                <a:gd name="T23" fmla="*/ 426 h 443"/>
                <a:gd name="T24" fmla="*/ 2 w 110"/>
                <a:gd name="T25" fmla="*/ 412 h 443"/>
                <a:gd name="T26" fmla="*/ 0 w 110"/>
                <a:gd name="T27" fmla="*/ 393 h 443"/>
                <a:gd name="T28" fmla="*/ 18 w 110"/>
                <a:gd name="T29" fmla="*/ 42 h 443"/>
                <a:gd name="T30" fmla="*/ 23 w 110"/>
                <a:gd name="T31" fmla="*/ 24 h 443"/>
                <a:gd name="T32" fmla="*/ 33 w 110"/>
                <a:gd name="T33" fmla="*/ 10 h 443"/>
                <a:gd name="T34" fmla="*/ 49 w 110"/>
                <a:gd name="T35" fmla="*/ 2 h 443"/>
                <a:gd name="T36" fmla="*/ 68 w 110"/>
                <a:gd name="T37" fmla="*/ 0 h 4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10" h="443">
                  <a:moveTo>
                    <a:pt x="68" y="0"/>
                  </a:moveTo>
                  <a:lnTo>
                    <a:pt x="86" y="5"/>
                  </a:lnTo>
                  <a:lnTo>
                    <a:pt x="100" y="16"/>
                  </a:lnTo>
                  <a:lnTo>
                    <a:pt x="107" y="31"/>
                  </a:lnTo>
                  <a:lnTo>
                    <a:pt x="110" y="51"/>
                  </a:lnTo>
                  <a:lnTo>
                    <a:pt x="93" y="401"/>
                  </a:lnTo>
                  <a:lnTo>
                    <a:pt x="87" y="419"/>
                  </a:lnTo>
                  <a:lnTo>
                    <a:pt x="75" y="433"/>
                  </a:lnTo>
                  <a:lnTo>
                    <a:pt x="61" y="442"/>
                  </a:lnTo>
                  <a:lnTo>
                    <a:pt x="42" y="443"/>
                  </a:lnTo>
                  <a:lnTo>
                    <a:pt x="25" y="438"/>
                  </a:lnTo>
                  <a:lnTo>
                    <a:pt x="11" y="426"/>
                  </a:lnTo>
                  <a:lnTo>
                    <a:pt x="2" y="412"/>
                  </a:lnTo>
                  <a:lnTo>
                    <a:pt x="0" y="393"/>
                  </a:lnTo>
                  <a:lnTo>
                    <a:pt x="18" y="42"/>
                  </a:lnTo>
                  <a:lnTo>
                    <a:pt x="23" y="24"/>
                  </a:lnTo>
                  <a:lnTo>
                    <a:pt x="33" y="10"/>
                  </a:lnTo>
                  <a:lnTo>
                    <a:pt x="49" y="2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7" name="Freeform 19">
              <a:extLst>
                <a:ext uri="{FF2B5EF4-FFF2-40B4-BE49-F238E27FC236}">
                  <a16:creationId xmlns:a16="http://schemas.microsoft.com/office/drawing/2014/main" id="{DB97D7BD-2CAD-CF0D-7625-C390C88021E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80113" y="371948"/>
              <a:ext cx="46154" cy="141430"/>
            </a:xfrm>
            <a:custGeom>
              <a:avLst/>
              <a:gdLst>
                <a:gd name="T0" fmla="*/ 119 w 171"/>
                <a:gd name="T1" fmla="*/ 0 h 524"/>
                <a:gd name="T2" fmla="*/ 136 w 171"/>
                <a:gd name="T3" fmla="*/ 0 h 524"/>
                <a:gd name="T4" fmla="*/ 154 w 171"/>
                <a:gd name="T5" fmla="*/ 9 h 524"/>
                <a:gd name="T6" fmla="*/ 166 w 171"/>
                <a:gd name="T7" fmla="*/ 21 h 524"/>
                <a:gd name="T8" fmla="*/ 171 w 171"/>
                <a:gd name="T9" fmla="*/ 37 h 524"/>
                <a:gd name="T10" fmla="*/ 171 w 171"/>
                <a:gd name="T11" fmla="*/ 56 h 524"/>
                <a:gd name="T12" fmla="*/ 91 w 171"/>
                <a:gd name="T13" fmla="*/ 489 h 524"/>
                <a:gd name="T14" fmla="*/ 84 w 171"/>
                <a:gd name="T15" fmla="*/ 506 h 524"/>
                <a:gd name="T16" fmla="*/ 70 w 171"/>
                <a:gd name="T17" fmla="*/ 517 h 524"/>
                <a:gd name="T18" fmla="*/ 54 w 171"/>
                <a:gd name="T19" fmla="*/ 524 h 524"/>
                <a:gd name="T20" fmla="*/ 37 w 171"/>
                <a:gd name="T21" fmla="*/ 524 h 524"/>
                <a:gd name="T22" fmla="*/ 19 w 171"/>
                <a:gd name="T23" fmla="*/ 517 h 524"/>
                <a:gd name="T24" fmla="*/ 7 w 171"/>
                <a:gd name="T25" fmla="*/ 503 h 524"/>
                <a:gd name="T26" fmla="*/ 0 w 171"/>
                <a:gd name="T27" fmla="*/ 487 h 524"/>
                <a:gd name="T28" fmla="*/ 2 w 171"/>
                <a:gd name="T29" fmla="*/ 468 h 524"/>
                <a:gd name="T30" fmla="*/ 82 w 171"/>
                <a:gd name="T31" fmla="*/ 35 h 524"/>
                <a:gd name="T32" fmla="*/ 89 w 171"/>
                <a:gd name="T33" fmla="*/ 19 h 524"/>
                <a:gd name="T34" fmla="*/ 101 w 171"/>
                <a:gd name="T35" fmla="*/ 7 h 524"/>
                <a:gd name="T36" fmla="*/ 119 w 171"/>
                <a:gd name="T37" fmla="*/ 0 h 5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71" h="524">
                  <a:moveTo>
                    <a:pt x="119" y="0"/>
                  </a:moveTo>
                  <a:lnTo>
                    <a:pt x="136" y="0"/>
                  </a:lnTo>
                  <a:lnTo>
                    <a:pt x="154" y="9"/>
                  </a:lnTo>
                  <a:lnTo>
                    <a:pt x="166" y="21"/>
                  </a:lnTo>
                  <a:lnTo>
                    <a:pt x="171" y="37"/>
                  </a:lnTo>
                  <a:lnTo>
                    <a:pt x="171" y="56"/>
                  </a:lnTo>
                  <a:lnTo>
                    <a:pt x="91" y="489"/>
                  </a:lnTo>
                  <a:lnTo>
                    <a:pt x="84" y="506"/>
                  </a:lnTo>
                  <a:lnTo>
                    <a:pt x="70" y="517"/>
                  </a:lnTo>
                  <a:lnTo>
                    <a:pt x="54" y="524"/>
                  </a:lnTo>
                  <a:lnTo>
                    <a:pt x="37" y="524"/>
                  </a:lnTo>
                  <a:lnTo>
                    <a:pt x="19" y="517"/>
                  </a:lnTo>
                  <a:lnTo>
                    <a:pt x="7" y="503"/>
                  </a:lnTo>
                  <a:lnTo>
                    <a:pt x="0" y="487"/>
                  </a:lnTo>
                  <a:lnTo>
                    <a:pt x="2" y="468"/>
                  </a:lnTo>
                  <a:lnTo>
                    <a:pt x="82" y="35"/>
                  </a:lnTo>
                  <a:lnTo>
                    <a:pt x="89" y="19"/>
                  </a:lnTo>
                  <a:lnTo>
                    <a:pt x="101" y="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8" name="Freeform 20">
              <a:extLst>
                <a:ext uri="{FF2B5EF4-FFF2-40B4-BE49-F238E27FC236}">
                  <a16:creationId xmlns:a16="http://schemas.microsoft.com/office/drawing/2014/main" id="{51BD1B0C-B2D3-C1B8-799E-D42AB3B0AA3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379438" y="365740"/>
              <a:ext cx="68826" cy="161673"/>
            </a:xfrm>
            <a:custGeom>
              <a:avLst/>
              <a:gdLst>
                <a:gd name="T0" fmla="*/ 206 w 255"/>
                <a:gd name="T1" fmla="*/ 0 h 599"/>
                <a:gd name="T2" fmla="*/ 226 w 255"/>
                <a:gd name="T3" fmla="*/ 4 h 599"/>
                <a:gd name="T4" fmla="*/ 241 w 255"/>
                <a:gd name="T5" fmla="*/ 13 h 599"/>
                <a:gd name="T6" fmla="*/ 252 w 255"/>
                <a:gd name="T7" fmla="*/ 27 h 599"/>
                <a:gd name="T8" fmla="*/ 255 w 255"/>
                <a:gd name="T9" fmla="*/ 44 h 599"/>
                <a:gd name="T10" fmla="*/ 254 w 255"/>
                <a:gd name="T11" fmla="*/ 62 h 599"/>
                <a:gd name="T12" fmla="*/ 90 w 255"/>
                <a:gd name="T13" fmla="*/ 569 h 599"/>
                <a:gd name="T14" fmla="*/ 81 w 255"/>
                <a:gd name="T15" fmla="*/ 585 h 599"/>
                <a:gd name="T16" fmla="*/ 65 w 255"/>
                <a:gd name="T17" fmla="*/ 596 h 599"/>
                <a:gd name="T18" fmla="*/ 49 w 255"/>
                <a:gd name="T19" fmla="*/ 599 h 599"/>
                <a:gd name="T20" fmla="*/ 30 w 255"/>
                <a:gd name="T21" fmla="*/ 597 h 599"/>
                <a:gd name="T22" fmla="*/ 14 w 255"/>
                <a:gd name="T23" fmla="*/ 587 h 599"/>
                <a:gd name="T24" fmla="*/ 4 w 255"/>
                <a:gd name="T25" fmla="*/ 573 h 599"/>
                <a:gd name="T26" fmla="*/ 0 w 255"/>
                <a:gd name="T27" fmla="*/ 556 h 599"/>
                <a:gd name="T28" fmla="*/ 2 w 255"/>
                <a:gd name="T29" fmla="*/ 538 h 599"/>
                <a:gd name="T30" fmla="*/ 166 w 255"/>
                <a:gd name="T31" fmla="*/ 30 h 599"/>
                <a:gd name="T32" fmla="*/ 175 w 255"/>
                <a:gd name="T33" fmla="*/ 16 h 599"/>
                <a:gd name="T34" fmla="*/ 191 w 255"/>
                <a:gd name="T35" fmla="*/ 6 h 599"/>
                <a:gd name="T36" fmla="*/ 206 w 255"/>
                <a:gd name="T37" fmla="*/ 0 h 5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5" h="599">
                  <a:moveTo>
                    <a:pt x="206" y="0"/>
                  </a:moveTo>
                  <a:lnTo>
                    <a:pt x="226" y="4"/>
                  </a:lnTo>
                  <a:lnTo>
                    <a:pt x="241" y="13"/>
                  </a:lnTo>
                  <a:lnTo>
                    <a:pt x="252" y="27"/>
                  </a:lnTo>
                  <a:lnTo>
                    <a:pt x="255" y="44"/>
                  </a:lnTo>
                  <a:lnTo>
                    <a:pt x="254" y="62"/>
                  </a:lnTo>
                  <a:lnTo>
                    <a:pt x="90" y="569"/>
                  </a:lnTo>
                  <a:lnTo>
                    <a:pt x="81" y="585"/>
                  </a:lnTo>
                  <a:lnTo>
                    <a:pt x="65" y="596"/>
                  </a:lnTo>
                  <a:lnTo>
                    <a:pt x="49" y="599"/>
                  </a:lnTo>
                  <a:lnTo>
                    <a:pt x="30" y="597"/>
                  </a:lnTo>
                  <a:lnTo>
                    <a:pt x="14" y="587"/>
                  </a:lnTo>
                  <a:lnTo>
                    <a:pt x="4" y="573"/>
                  </a:lnTo>
                  <a:lnTo>
                    <a:pt x="0" y="556"/>
                  </a:lnTo>
                  <a:lnTo>
                    <a:pt x="2" y="538"/>
                  </a:lnTo>
                  <a:lnTo>
                    <a:pt x="166" y="30"/>
                  </a:lnTo>
                  <a:lnTo>
                    <a:pt x="175" y="16"/>
                  </a:lnTo>
                  <a:lnTo>
                    <a:pt x="191" y="6"/>
                  </a:lnTo>
                  <a:lnTo>
                    <a:pt x="206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9" name="Freeform 21">
              <a:extLst>
                <a:ext uri="{FF2B5EF4-FFF2-40B4-BE49-F238E27FC236}">
                  <a16:creationId xmlns:a16="http://schemas.microsoft.com/office/drawing/2014/main" id="{403D9FBC-D098-4A6C-D21D-AD6C28E57C4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477144" y="377076"/>
              <a:ext cx="95007" cy="176788"/>
            </a:xfrm>
            <a:custGeom>
              <a:avLst/>
              <a:gdLst>
                <a:gd name="T0" fmla="*/ 309 w 352"/>
                <a:gd name="T1" fmla="*/ 0 h 655"/>
                <a:gd name="T2" fmla="*/ 326 w 352"/>
                <a:gd name="T3" fmla="*/ 6 h 655"/>
                <a:gd name="T4" fmla="*/ 342 w 352"/>
                <a:gd name="T5" fmla="*/ 18 h 655"/>
                <a:gd name="T6" fmla="*/ 349 w 352"/>
                <a:gd name="T7" fmla="*/ 32 h 655"/>
                <a:gd name="T8" fmla="*/ 352 w 352"/>
                <a:gd name="T9" fmla="*/ 49 h 655"/>
                <a:gd name="T10" fmla="*/ 347 w 352"/>
                <a:gd name="T11" fmla="*/ 68 h 655"/>
                <a:gd name="T12" fmla="*/ 87 w 352"/>
                <a:gd name="T13" fmla="*/ 630 h 655"/>
                <a:gd name="T14" fmla="*/ 77 w 352"/>
                <a:gd name="T15" fmla="*/ 644 h 655"/>
                <a:gd name="T16" fmla="*/ 61 w 352"/>
                <a:gd name="T17" fmla="*/ 653 h 655"/>
                <a:gd name="T18" fmla="*/ 43 w 352"/>
                <a:gd name="T19" fmla="*/ 655 h 655"/>
                <a:gd name="T20" fmla="*/ 26 w 352"/>
                <a:gd name="T21" fmla="*/ 650 h 655"/>
                <a:gd name="T22" fmla="*/ 10 w 352"/>
                <a:gd name="T23" fmla="*/ 639 h 655"/>
                <a:gd name="T24" fmla="*/ 3 w 352"/>
                <a:gd name="T25" fmla="*/ 623 h 655"/>
                <a:gd name="T26" fmla="*/ 0 w 352"/>
                <a:gd name="T27" fmla="*/ 606 h 655"/>
                <a:gd name="T28" fmla="*/ 5 w 352"/>
                <a:gd name="T29" fmla="*/ 589 h 655"/>
                <a:gd name="T30" fmla="*/ 265 w 352"/>
                <a:gd name="T31" fmla="*/ 27 h 655"/>
                <a:gd name="T32" fmla="*/ 276 w 352"/>
                <a:gd name="T33" fmla="*/ 11 h 655"/>
                <a:gd name="T34" fmla="*/ 291 w 352"/>
                <a:gd name="T35" fmla="*/ 4 h 655"/>
                <a:gd name="T36" fmla="*/ 309 w 352"/>
                <a:gd name="T37" fmla="*/ 0 h 6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52" h="655">
                  <a:moveTo>
                    <a:pt x="309" y="0"/>
                  </a:moveTo>
                  <a:lnTo>
                    <a:pt x="326" y="6"/>
                  </a:lnTo>
                  <a:lnTo>
                    <a:pt x="342" y="18"/>
                  </a:lnTo>
                  <a:lnTo>
                    <a:pt x="349" y="32"/>
                  </a:lnTo>
                  <a:lnTo>
                    <a:pt x="352" y="49"/>
                  </a:lnTo>
                  <a:lnTo>
                    <a:pt x="347" y="68"/>
                  </a:lnTo>
                  <a:lnTo>
                    <a:pt x="87" y="630"/>
                  </a:lnTo>
                  <a:lnTo>
                    <a:pt x="77" y="644"/>
                  </a:lnTo>
                  <a:lnTo>
                    <a:pt x="61" y="653"/>
                  </a:lnTo>
                  <a:lnTo>
                    <a:pt x="43" y="655"/>
                  </a:lnTo>
                  <a:lnTo>
                    <a:pt x="26" y="650"/>
                  </a:lnTo>
                  <a:lnTo>
                    <a:pt x="10" y="639"/>
                  </a:lnTo>
                  <a:lnTo>
                    <a:pt x="3" y="623"/>
                  </a:lnTo>
                  <a:lnTo>
                    <a:pt x="0" y="606"/>
                  </a:lnTo>
                  <a:lnTo>
                    <a:pt x="5" y="589"/>
                  </a:lnTo>
                  <a:lnTo>
                    <a:pt x="265" y="27"/>
                  </a:lnTo>
                  <a:lnTo>
                    <a:pt x="276" y="11"/>
                  </a:lnTo>
                  <a:lnTo>
                    <a:pt x="291" y="4"/>
                  </a:lnTo>
                  <a:lnTo>
                    <a:pt x="309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0" name="Freeform 22">
              <a:extLst>
                <a:ext uri="{FF2B5EF4-FFF2-40B4-BE49-F238E27FC236}">
                  <a16:creationId xmlns:a16="http://schemas.microsoft.com/office/drawing/2014/main" id="{01D3E76D-1730-AFA4-D967-418E4B74EA6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573230" y="405416"/>
              <a:ext cx="122537" cy="187584"/>
            </a:xfrm>
            <a:custGeom>
              <a:avLst/>
              <a:gdLst>
                <a:gd name="T0" fmla="*/ 417 w 454"/>
                <a:gd name="T1" fmla="*/ 0 h 695"/>
                <a:gd name="T2" fmla="*/ 433 w 454"/>
                <a:gd name="T3" fmla="*/ 7 h 695"/>
                <a:gd name="T4" fmla="*/ 447 w 454"/>
                <a:gd name="T5" fmla="*/ 21 h 695"/>
                <a:gd name="T6" fmla="*/ 454 w 454"/>
                <a:gd name="T7" fmla="*/ 37 h 695"/>
                <a:gd name="T8" fmla="*/ 454 w 454"/>
                <a:gd name="T9" fmla="*/ 54 h 695"/>
                <a:gd name="T10" fmla="*/ 447 w 454"/>
                <a:gd name="T11" fmla="*/ 72 h 695"/>
                <a:gd name="T12" fmla="*/ 84 w 454"/>
                <a:gd name="T13" fmla="*/ 676 h 695"/>
                <a:gd name="T14" fmla="*/ 70 w 454"/>
                <a:gd name="T15" fmla="*/ 688 h 695"/>
                <a:gd name="T16" fmla="*/ 54 w 454"/>
                <a:gd name="T17" fmla="*/ 695 h 695"/>
                <a:gd name="T18" fmla="*/ 37 w 454"/>
                <a:gd name="T19" fmla="*/ 695 h 695"/>
                <a:gd name="T20" fmla="*/ 19 w 454"/>
                <a:gd name="T21" fmla="*/ 688 h 695"/>
                <a:gd name="T22" fmla="*/ 7 w 454"/>
                <a:gd name="T23" fmla="*/ 676 h 695"/>
                <a:gd name="T24" fmla="*/ 0 w 454"/>
                <a:gd name="T25" fmla="*/ 660 h 695"/>
                <a:gd name="T26" fmla="*/ 0 w 454"/>
                <a:gd name="T27" fmla="*/ 642 h 695"/>
                <a:gd name="T28" fmla="*/ 7 w 454"/>
                <a:gd name="T29" fmla="*/ 625 h 695"/>
                <a:gd name="T30" fmla="*/ 370 w 454"/>
                <a:gd name="T31" fmla="*/ 21 h 695"/>
                <a:gd name="T32" fmla="*/ 382 w 454"/>
                <a:gd name="T33" fmla="*/ 7 h 695"/>
                <a:gd name="T34" fmla="*/ 400 w 454"/>
                <a:gd name="T35" fmla="*/ 0 h 695"/>
                <a:gd name="T36" fmla="*/ 417 w 454"/>
                <a:gd name="T37" fmla="*/ 0 h 6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454" h="695">
                  <a:moveTo>
                    <a:pt x="417" y="0"/>
                  </a:moveTo>
                  <a:lnTo>
                    <a:pt x="433" y="7"/>
                  </a:lnTo>
                  <a:lnTo>
                    <a:pt x="447" y="21"/>
                  </a:lnTo>
                  <a:lnTo>
                    <a:pt x="454" y="37"/>
                  </a:lnTo>
                  <a:lnTo>
                    <a:pt x="454" y="54"/>
                  </a:lnTo>
                  <a:lnTo>
                    <a:pt x="447" y="72"/>
                  </a:lnTo>
                  <a:lnTo>
                    <a:pt x="84" y="676"/>
                  </a:lnTo>
                  <a:lnTo>
                    <a:pt x="70" y="688"/>
                  </a:lnTo>
                  <a:lnTo>
                    <a:pt x="54" y="695"/>
                  </a:lnTo>
                  <a:lnTo>
                    <a:pt x="37" y="695"/>
                  </a:lnTo>
                  <a:lnTo>
                    <a:pt x="19" y="688"/>
                  </a:lnTo>
                  <a:lnTo>
                    <a:pt x="7" y="676"/>
                  </a:lnTo>
                  <a:lnTo>
                    <a:pt x="0" y="660"/>
                  </a:lnTo>
                  <a:lnTo>
                    <a:pt x="0" y="642"/>
                  </a:lnTo>
                  <a:lnTo>
                    <a:pt x="7" y="625"/>
                  </a:lnTo>
                  <a:lnTo>
                    <a:pt x="370" y="21"/>
                  </a:lnTo>
                  <a:lnTo>
                    <a:pt x="382" y="7"/>
                  </a:lnTo>
                  <a:lnTo>
                    <a:pt x="400" y="0"/>
                  </a:lnTo>
                  <a:lnTo>
                    <a:pt x="417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1" name="Freeform 23">
              <a:extLst>
                <a:ext uri="{FF2B5EF4-FFF2-40B4-BE49-F238E27FC236}">
                  <a16:creationId xmlns:a16="http://schemas.microsoft.com/office/drawing/2014/main" id="{912810A0-76DC-7E83-8BFC-C1A4F60F8D8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663109" y="450760"/>
              <a:ext cx="154656" cy="193522"/>
            </a:xfrm>
            <a:custGeom>
              <a:avLst/>
              <a:gdLst>
                <a:gd name="T0" fmla="*/ 522 w 573"/>
                <a:gd name="T1" fmla="*/ 0 h 717"/>
                <a:gd name="T2" fmla="*/ 540 w 573"/>
                <a:gd name="T3" fmla="*/ 1 h 717"/>
                <a:gd name="T4" fmla="*/ 557 w 573"/>
                <a:gd name="T5" fmla="*/ 10 h 717"/>
                <a:gd name="T6" fmla="*/ 568 w 573"/>
                <a:gd name="T7" fmla="*/ 24 h 717"/>
                <a:gd name="T8" fmla="*/ 573 w 573"/>
                <a:gd name="T9" fmla="*/ 40 h 717"/>
                <a:gd name="T10" fmla="*/ 571 w 573"/>
                <a:gd name="T11" fmla="*/ 57 h 717"/>
                <a:gd name="T12" fmla="*/ 562 w 573"/>
                <a:gd name="T13" fmla="*/ 75 h 717"/>
                <a:gd name="T14" fmla="*/ 81 w 573"/>
                <a:gd name="T15" fmla="*/ 700 h 717"/>
                <a:gd name="T16" fmla="*/ 67 w 573"/>
                <a:gd name="T17" fmla="*/ 712 h 717"/>
                <a:gd name="T18" fmla="*/ 51 w 573"/>
                <a:gd name="T19" fmla="*/ 717 h 717"/>
                <a:gd name="T20" fmla="*/ 32 w 573"/>
                <a:gd name="T21" fmla="*/ 715 h 717"/>
                <a:gd name="T22" fmla="*/ 16 w 573"/>
                <a:gd name="T23" fmla="*/ 707 h 717"/>
                <a:gd name="T24" fmla="*/ 5 w 573"/>
                <a:gd name="T25" fmla="*/ 693 h 717"/>
                <a:gd name="T26" fmla="*/ 0 w 573"/>
                <a:gd name="T27" fmla="*/ 675 h 717"/>
                <a:gd name="T28" fmla="*/ 2 w 573"/>
                <a:gd name="T29" fmla="*/ 658 h 717"/>
                <a:gd name="T30" fmla="*/ 11 w 573"/>
                <a:gd name="T31" fmla="*/ 642 h 717"/>
                <a:gd name="T32" fmla="*/ 491 w 573"/>
                <a:gd name="T33" fmla="*/ 15 h 717"/>
                <a:gd name="T34" fmla="*/ 506 w 573"/>
                <a:gd name="T35" fmla="*/ 3 h 717"/>
                <a:gd name="T36" fmla="*/ 522 w 573"/>
                <a:gd name="T37" fmla="*/ 0 h 7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73" h="717">
                  <a:moveTo>
                    <a:pt x="522" y="0"/>
                  </a:moveTo>
                  <a:lnTo>
                    <a:pt x="540" y="1"/>
                  </a:lnTo>
                  <a:lnTo>
                    <a:pt x="557" y="10"/>
                  </a:lnTo>
                  <a:lnTo>
                    <a:pt x="568" y="24"/>
                  </a:lnTo>
                  <a:lnTo>
                    <a:pt x="573" y="40"/>
                  </a:lnTo>
                  <a:lnTo>
                    <a:pt x="571" y="57"/>
                  </a:lnTo>
                  <a:lnTo>
                    <a:pt x="562" y="75"/>
                  </a:lnTo>
                  <a:lnTo>
                    <a:pt x="81" y="700"/>
                  </a:lnTo>
                  <a:lnTo>
                    <a:pt x="67" y="712"/>
                  </a:lnTo>
                  <a:lnTo>
                    <a:pt x="51" y="717"/>
                  </a:lnTo>
                  <a:lnTo>
                    <a:pt x="32" y="715"/>
                  </a:lnTo>
                  <a:lnTo>
                    <a:pt x="16" y="707"/>
                  </a:lnTo>
                  <a:lnTo>
                    <a:pt x="5" y="693"/>
                  </a:lnTo>
                  <a:lnTo>
                    <a:pt x="0" y="675"/>
                  </a:lnTo>
                  <a:lnTo>
                    <a:pt x="2" y="658"/>
                  </a:lnTo>
                  <a:lnTo>
                    <a:pt x="11" y="642"/>
                  </a:lnTo>
                  <a:lnTo>
                    <a:pt x="491" y="15"/>
                  </a:lnTo>
                  <a:lnTo>
                    <a:pt x="506" y="3"/>
                  </a:lnTo>
                  <a:lnTo>
                    <a:pt x="522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5132584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9144000" cy="12192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0" name="Group 29"/>
          <p:cNvGrpSpPr/>
          <p:nvPr userDrawn="1"/>
        </p:nvGrpSpPr>
        <p:grpSpPr>
          <a:xfrm>
            <a:off x="7264458" y="365740"/>
            <a:ext cx="1553307" cy="487719"/>
            <a:chOff x="166688" y="-3240088"/>
            <a:chExt cx="9136063" cy="2868613"/>
          </a:xfrm>
        </p:grpSpPr>
        <p:sp>
          <p:nvSpPr>
            <p:cNvPr id="12" name="Freeform 6"/>
            <p:cNvSpPr>
              <a:spLocks noEditPoints="1"/>
            </p:cNvSpPr>
            <p:nvPr userDrawn="1"/>
          </p:nvSpPr>
          <p:spPr bwMode="auto">
            <a:xfrm>
              <a:off x="166688" y="-1244600"/>
              <a:ext cx="876300" cy="850900"/>
            </a:xfrm>
            <a:custGeom>
              <a:avLst/>
              <a:gdLst>
                <a:gd name="T0" fmla="*/ 98 w 552"/>
                <a:gd name="T1" fmla="*/ 79 h 536"/>
                <a:gd name="T2" fmla="*/ 98 w 552"/>
                <a:gd name="T3" fmla="*/ 241 h 536"/>
                <a:gd name="T4" fmla="*/ 307 w 552"/>
                <a:gd name="T5" fmla="*/ 241 h 536"/>
                <a:gd name="T6" fmla="*/ 342 w 552"/>
                <a:gd name="T7" fmla="*/ 241 h 536"/>
                <a:gd name="T8" fmla="*/ 374 w 552"/>
                <a:gd name="T9" fmla="*/ 238 h 536"/>
                <a:gd name="T10" fmla="*/ 398 w 552"/>
                <a:gd name="T11" fmla="*/ 231 h 536"/>
                <a:gd name="T12" fmla="*/ 417 w 552"/>
                <a:gd name="T13" fmla="*/ 222 h 536"/>
                <a:gd name="T14" fmla="*/ 431 w 552"/>
                <a:gd name="T15" fmla="*/ 206 h 536"/>
                <a:gd name="T16" fmla="*/ 440 w 552"/>
                <a:gd name="T17" fmla="*/ 187 h 536"/>
                <a:gd name="T18" fmla="*/ 443 w 552"/>
                <a:gd name="T19" fmla="*/ 161 h 536"/>
                <a:gd name="T20" fmla="*/ 440 w 552"/>
                <a:gd name="T21" fmla="*/ 135 h 536"/>
                <a:gd name="T22" fmla="*/ 431 w 552"/>
                <a:gd name="T23" fmla="*/ 114 h 536"/>
                <a:gd name="T24" fmla="*/ 417 w 552"/>
                <a:gd name="T25" fmla="*/ 100 h 536"/>
                <a:gd name="T26" fmla="*/ 398 w 552"/>
                <a:gd name="T27" fmla="*/ 89 h 536"/>
                <a:gd name="T28" fmla="*/ 374 w 552"/>
                <a:gd name="T29" fmla="*/ 84 h 536"/>
                <a:gd name="T30" fmla="*/ 342 w 552"/>
                <a:gd name="T31" fmla="*/ 80 h 536"/>
                <a:gd name="T32" fmla="*/ 307 w 552"/>
                <a:gd name="T33" fmla="*/ 79 h 536"/>
                <a:gd name="T34" fmla="*/ 98 w 552"/>
                <a:gd name="T35" fmla="*/ 79 h 536"/>
                <a:gd name="T36" fmla="*/ 0 w 552"/>
                <a:gd name="T37" fmla="*/ 0 h 536"/>
                <a:gd name="T38" fmla="*/ 323 w 552"/>
                <a:gd name="T39" fmla="*/ 0 h 536"/>
                <a:gd name="T40" fmla="*/ 377 w 552"/>
                <a:gd name="T41" fmla="*/ 2 h 536"/>
                <a:gd name="T42" fmla="*/ 422 w 552"/>
                <a:gd name="T43" fmla="*/ 9 h 536"/>
                <a:gd name="T44" fmla="*/ 461 w 552"/>
                <a:gd name="T45" fmla="*/ 19 h 536"/>
                <a:gd name="T46" fmla="*/ 490 w 552"/>
                <a:gd name="T47" fmla="*/ 37 h 536"/>
                <a:gd name="T48" fmla="*/ 513 w 552"/>
                <a:gd name="T49" fmla="*/ 58 h 536"/>
                <a:gd name="T50" fmla="*/ 529 w 552"/>
                <a:gd name="T51" fmla="*/ 86 h 536"/>
                <a:gd name="T52" fmla="*/ 538 w 552"/>
                <a:gd name="T53" fmla="*/ 119 h 536"/>
                <a:gd name="T54" fmla="*/ 541 w 552"/>
                <a:gd name="T55" fmla="*/ 157 h 536"/>
                <a:gd name="T56" fmla="*/ 538 w 552"/>
                <a:gd name="T57" fmla="*/ 194 h 536"/>
                <a:gd name="T58" fmla="*/ 529 w 552"/>
                <a:gd name="T59" fmla="*/ 225 h 536"/>
                <a:gd name="T60" fmla="*/ 513 w 552"/>
                <a:gd name="T61" fmla="*/ 252 h 536"/>
                <a:gd name="T62" fmla="*/ 494 w 552"/>
                <a:gd name="T63" fmla="*/ 272 h 536"/>
                <a:gd name="T64" fmla="*/ 473 w 552"/>
                <a:gd name="T65" fmla="*/ 290 h 536"/>
                <a:gd name="T66" fmla="*/ 447 w 552"/>
                <a:gd name="T67" fmla="*/ 302 h 536"/>
                <a:gd name="T68" fmla="*/ 421 w 552"/>
                <a:gd name="T69" fmla="*/ 311 h 536"/>
                <a:gd name="T70" fmla="*/ 393 w 552"/>
                <a:gd name="T71" fmla="*/ 314 h 536"/>
                <a:gd name="T72" fmla="*/ 384 w 552"/>
                <a:gd name="T73" fmla="*/ 314 h 536"/>
                <a:gd name="T74" fmla="*/ 552 w 552"/>
                <a:gd name="T75" fmla="*/ 536 h 536"/>
                <a:gd name="T76" fmla="*/ 431 w 552"/>
                <a:gd name="T77" fmla="*/ 536 h 536"/>
                <a:gd name="T78" fmla="*/ 274 w 552"/>
                <a:gd name="T79" fmla="*/ 323 h 536"/>
                <a:gd name="T80" fmla="*/ 274 w 552"/>
                <a:gd name="T81" fmla="*/ 321 h 536"/>
                <a:gd name="T82" fmla="*/ 98 w 552"/>
                <a:gd name="T83" fmla="*/ 321 h 536"/>
                <a:gd name="T84" fmla="*/ 98 w 552"/>
                <a:gd name="T85" fmla="*/ 536 h 536"/>
                <a:gd name="T86" fmla="*/ 0 w 552"/>
                <a:gd name="T87" fmla="*/ 536 h 536"/>
                <a:gd name="T88" fmla="*/ 0 w 552"/>
                <a:gd name="T89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2" h="536">
                  <a:moveTo>
                    <a:pt x="98" y="79"/>
                  </a:moveTo>
                  <a:lnTo>
                    <a:pt x="98" y="241"/>
                  </a:lnTo>
                  <a:lnTo>
                    <a:pt x="307" y="241"/>
                  </a:lnTo>
                  <a:lnTo>
                    <a:pt x="342" y="241"/>
                  </a:lnTo>
                  <a:lnTo>
                    <a:pt x="374" y="238"/>
                  </a:lnTo>
                  <a:lnTo>
                    <a:pt x="398" y="231"/>
                  </a:lnTo>
                  <a:lnTo>
                    <a:pt x="417" y="222"/>
                  </a:lnTo>
                  <a:lnTo>
                    <a:pt x="431" y="206"/>
                  </a:lnTo>
                  <a:lnTo>
                    <a:pt x="440" y="187"/>
                  </a:lnTo>
                  <a:lnTo>
                    <a:pt x="443" y="161"/>
                  </a:lnTo>
                  <a:lnTo>
                    <a:pt x="440" y="135"/>
                  </a:lnTo>
                  <a:lnTo>
                    <a:pt x="431" y="114"/>
                  </a:lnTo>
                  <a:lnTo>
                    <a:pt x="417" y="100"/>
                  </a:lnTo>
                  <a:lnTo>
                    <a:pt x="398" y="89"/>
                  </a:lnTo>
                  <a:lnTo>
                    <a:pt x="374" y="84"/>
                  </a:lnTo>
                  <a:lnTo>
                    <a:pt x="342" y="80"/>
                  </a:lnTo>
                  <a:lnTo>
                    <a:pt x="307" y="79"/>
                  </a:lnTo>
                  <a:lnTo>
                    <a:pt x="98" y="79"/>
                  </a:lnTo>
                  <a:close/>
                  <a:moveTo>
                    <a:pt x="0" y="0"/>
                  </a:moveTo>
                  <a:lnTo>
                    <a:pt x="323" y="0"/>
                  </a:lnTo>
                  <a:lnTo>
                    <a:pt x="377" y="2"/>
                  </a:lnTo>
                  <a:lnTo>
                    <a:pt x="422" y="9"/>
                  </a:lnTo>
                  <a:lnTo>
                    <a:pt x="461" y="19"/>
                  </a:lnTo>
                  <a:lnTo>
                    <a:pt x="490" y="37"/>
                  </a:lnTo>
                  <a:lnTo>
                    <a:pt x="513" y="58"/>
                  </a:lnTo>
                  <a:lnTo>
                    <a:pt x="529" y="86"/>
                  </a:lnTo>
                  <a:lnTo>
                    <a:pt x="538" y="119"/>
                  </a:lnTo>
                  <a:lnTo>
                    <a:pt x="541" y="157"/>
                  </a:lnTo>
                  <a:lnTo>
                    <a:pt x="538" y="194"/>
                  </a:lnTo>
                  <a:lnTo>
                    <a:pt x="529" y="225"/>
                  </a:lnTo>
                  <a:lnTo>
                    <a:pt x="513" y="252"/>
                  </a:lnTo>
                  <a:lnTo>
                    <a:pt x="494" y="272"/>
                  </a:lnTo>
                  <a:lnTo>
                    <a:pt x="473" y="290"/>
                  </a:lnTo>
                  <a:lnTo>
                    <a:pt x="447" y="302"/>
                  </a:lnTo>
                  <a:lnTo>
                    <a:pt x="421" y="311"/>
                  </a:lnTo>
                  <a:lnTo>
                    <a:pt x="393" y="314"/>
                  </a:lnTo>
                  <a:lnTo>
                    <a:pt x="384" y="314"/>
                  </a:lnTo>
                  <a:lnTo>
                    <a:pt x="552" y="536"/>
                  </a:lnTo>
                  <a:lnTo>
                    <a:pt x="431" y="536"/>
                  </a:lnTo>
                  <a:lnTo>
                    <a:pt x="274" y="323"/>
                  </a:lnTo>
                  <a:lnTo>
                    <a:pt x="274" y="321"/>
                  </a:lnTo>
                  <a:lnTo>
                    <a:pt x="98" y="321"/>
                  </a:lnTo>
                  <a:lnTo>
                    <a:pt x="98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3" name="Freeform 7"/>
            <p:cNvSpPr>
              <a:spLocks/>
            </p:cNvSpPr>
            <p:nvPr userDrawn="1"/>
          </p:nvSpPr>
          <p:spPr bwMode="auto">
            <a:xfrm>
              <a:off x="1258888" y="-1244600"/>
              <a:ext cx="774700" cy="850900"/>
            </a:xfrm>
            <a:custGeom>
              <a:avLst/>
              <a:gdLst>
                <a:gd name="T0" fmla="*/ 0 w 488"/>
                <a:gd name="T1" fmla="*/ 0 h 536"/>
                <a:gd name="T2" fmla="*/ 440 w 488"/>
                <a:gd name="T3" fmla="*/ 0 h 536"/>
                <a:gd name="T4" fmla="*/ 455 w 488"/>
                <a:gd name="T5" fmla="*/ 2 h 536"/>
                <a:gd name="T6" fmla="*/ 467 w 488"/>
                <a:gd name="T7" fmla="*/ 12 h 536"/>
                <a:gd name="T8" fmla="*/ 476 w 488"/>
                <a:gd name="T9" fmla="*/ 25 h 536"/>
                <a:gd name="T10" fmla="*/ 480 w 488"/>
                <a:gd name="T11" fmla="*/ 40 h 536"/>
                <a:gd name="T12" fmla="*/ 476 w 488"/>
                <a:gd name="T13" fmla="*/ 56 h 536"/>
                <a:gd name="T14" fmla="*/ 467 w 488"/>
                <a:gd name="T15" fmla="*/ 70 h 536"/>
                <a:gd name="T16" fmla="*/ 455 w 488"/>
                <a:gd name="T17" fmla="*/ 79 h 536"/>
                <a:gd name="T18" fmla="*/ 440 w 488"/>
                <a:gd name="T19" fmla="*/ 82 h 536"/>
                <a:gd name="T20" fmla="*/ 97 w 488"/>
                <a:gd name="T21" fmla="*/ 82 h 536"/>
                <a:gd name="T22" fmla="*/ 97 w 488"/>
                <a:gd name="T23" fmla="*/ 218 h 536"/>
                <a:gd name="T24" fmla="*/ 354 w 488"/>
                <a:gd name="T25" fmla="*/ 218 h 536"/>
                <a:gd name="T26" fmla="*/ 370 w 488"/>
                <a:gd name="T27" fmla="*/ 222 h 536"/>
                <a:gd name="T28" fmla="*/ 384 w 488"/>
                <a:gd name="T29" fmla="*/ 231 h 536"/>
                <a:gd name="T30" fmla="*/ 392 w 488"/>
                <a:gd name="T31" fmla="*/ 243 h 536"/>
                <a:gd name="T32" fmla="*/ 396 w 488"/>
                <a:gd name="T33" fmla="*/ 259 h 536"/>
                <a:gd name="T34" fmla="*/ 392 w 488"/>
                <a:gd name="T35" fmla="*/ 276 h 536"/>
                <a:gd name="T36" fmla="*/ 384 w 488"/>
                <a:gd name="T37" fmla="*/ 288 h 536"/>
                <a:gd name="T38" fmla="*/ 370 w 488"/>
                <a:gd name="T39" fmla="*/ 297 h 536"/>
                <a:gd name="T40" fmla="*/ 354 w 488"/>
                <a:gd name="T41" fmla="*/ 300 h 536"/>
                <a:gd name="T42" fmla="*/ 97 w 488"/>
                <a:gd name="T43" fmla="*/ 300 h 536"/>
                <a:gd name="T44" fmla="*/ 97 w 488"/>
                <a:gd name="T45" fmla="*/ 454 h 536"/>
                <a:gd name="T46" fmla="*/ 448 w 488"/>
                <a:gd name="T47" fmla="*/ 454 h 536"/>
                <a:gd name="T48" fmla="*/ 464 w 488"/>
                <a:gd name="T49" fmla="*/ 457 h 536"/>
                <a:gd name="T50" fmla="*/ 478 w 488"/>
                <a:gd name="T51" fmla="*/ 466 h 536"/>
                <a:gd name="T52" fmla="*/ 487 w 488"/>
                <a:gd name="T53" fmla="*/ 478 h 536"/>
                <a:gd name="T54" fmla="*/ 488 w 488"/>
                <a:gd name="T55" fmla="*/ 494 h 536"/>
                <a:gd name="T56" fmla="*/ 487 w 488"/>
                <a:gd name="T57" fmla="*/ 512 h 536"/>
                <a:gd name="T58" fmla="*/ 478 w 488"/>
                <a:gd name="T59" fmla="*/ 524 h 536"/>
                <a:gd name="T60" fmla="*/ 464 w 488"/>
                <a:gd name="T61" fmla="*/ 533 h 536"/>
                <a:gd name="T62" fmla="*/ 448 w 488"/>
                <a:gd name="T63" fmla="*/ 536 h 536"/>
                <a:gd name="T64" fmla="*/ 0 w 488"/>
                <a:gd name="T65" fmla="*/ 536 h 536"/>
                <a:gd name="T66" fmla="*/ 0 w 488"/>
                <a:gd name="T67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488" h="536">
                  <a:moveTo>
                    <a:pt x="0" y="0"/>
                  </a:moveTo>
                  <a:lnTo>
                    <a:pt x="440" y="0"/>
                  </a:lnTo>
                  <a:lnTo>
                    <a:pt x="455" y="2"/>
                  </a:lnTo>
                  <a:lnTo>
                    <a:pt x="467" y="12"/>
                  </a:lnTo>
                  <a:lnTo>
                    <a:pt x="476" y="25"/>
                  </a:lnTo>
                  <a:lnTo>
                    <a:pt x="480" y="40"/>
                  </a:lnTo>
                  <a:lnTo>
                    <a:pt x="476" y="56"/>
                  </a:lnTo>
                  <a:lnTo>
                    <a:pt x="467" y="70"/>
                  </a:lnTo>
                  <a:lnTo>
                    <a:pt x="455" y="79"/>
                  </a:lnTo>
                  <a:lnTo>
                    <a:pt x="440" y="82"/>
                  </a:lnTo>
                  <a:lnTo>
                    <a:pt x="97" y="82"/>
                  </a:lnTo>
                  <a:lnTo>
                    <a:pt x="97" y="218"/>
                  </a:lnTo>
                  <a:lnTo>
                    <a:pt x="354" y="218"/>
                  </a:lnTo>
                  <a:lnTo>
                    <a:pt x="370" y="222"/>
                  </a:lnTo>
                  <a:lnTo>
                    <a:pt x="384" y="231"/>
                  </a:lnTo>
                  <a:lnTo>
                    <a:pt x="392" y="243"/>
                  </a:lnTo>
                  <a:lnTo>
                    <a:pt x="396" y="259"/>
                  </a:lnTo>
                  <a:lnTo>
                    <a:pt x="392" y="276"/>
                  </a:lnTo>
                  <a:lnTo>
                    <a:pt x="384" y="288"/>
                  </a:lnTo>
                  <a:lnTo>
                    <a:pt x="370" y="297"/>
                  </a:lnTo>
                  <a:lnTo>
                    <a:pt x="354" y="300"/>
                  </a:lnTo>
                  <a:lnTo>
                    <a:pt x="97" y="300"/>
                  </a:lnTo>
                  <a:lnTo>
                    <a:pt x="97" y="454"/>
                  </a:lnTo>
                  <a:lnTo>
                    <a:pt x="448" y="454"/>
                  </a:lnTo>
                  <a:lnTo>
                    <a:pt x="464" y="457"/>
                  </a:lnTo>
                  <a:lnTo>
                    <a:pt x="478" y="466"/>
                  </a:lnTo>
                  <a:lnTo>
                    <a:pt x="487" y="478"/>
                  </a:lnTo>
                  <a:lnTo>
                    <a:pt x="488" y="494"/>
                  </a:lnTo>
                  <a:lnTo>
                    <a:pt x="487" y="512"/>
                  </a:lnTo>
                  <a:lnTo>
                    <a:pt x="478" y="524"/>
                  </a:lnTo>
                  <a:lnTo>
                    <a:pt x="464" y="533"/>
                  </a:lnTo>
                  <a:lnTo>
                    <a:pt x="448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4" name="Freeform 8"/>
            <p:cNvSpPr>
              <a:spLocks/>
            </p:cNvSpPr>
            <p:nvPr userDrawn="1"/>
          </p:nvSpPr>
          <p:spPr bwMode="auto">
            <a:xfrm>
              <a:off x="2219326" y="-1244600"/>
              <a:ext cx="906463" cy="850900"/>
            </a:xfrm>
            <a:custGeom>
              <a:avLst/>
              <a:gdLst>
                <a:gd name="T0" fmla="*/ 48 w 571"/>
                <a:gd name="T1" fmla="*/ 0 h 536"/>
                <a:gd name="T2" fmla="*/ 65 w 571"/>
                <a:gd name="T3" fmla="*/ 4 h 536"/>
                <a:gd name="T4" fmla="*/ 79 w 571"/>
                <a:gd name="T5" fmla="*/ 12 h 536"/>
                <a:gd name="T6" fmla="*/ 89 w 571"/>
                <a:gd name="T7" fmla="*/ 26 h 536"/>
                <a:gd name="T8" fmla="*/ 280 w 571"/>
                <a:gd name="T9" fmla="*/ 431 h 536"/>
                <a:gd name="T10" fmla="*/ 285 w 571"/>
                <a:gd name="T11" fmla="*/ 440 h 536"/>
                <a:gd name="T12" fmla="*/ 484 w 571"/>
                <a:gd name="T13" fmla="*/ 26 h 536"/>
                <a:gd name="T14" fmla="*/ 494 w 571"/>
                <a:gd name="T15" fmla="*/ 12 h 536"/>
                <a:gd name="T16" fmla="*/ 508 w 571"/>
                <a:gd name="T17" fmla="*/ 2 h 536"/>
                <a:gd name="T18" fmla="*/ 526 w 571"/>
                <a:gd name="T19" fmla="*/ 0 h 536"/>
                <a:gd name="T20" fmla="*/ 541 w 571"/>
                <a:gd name="T21" fmla="*/ 2 h 536"/>
                <a:gd name="T22" fmla="*/ 554 w 571"/>
                <a:gd name="T23" fmla="*/ 9 h 536"/>
                <a:gd name="T24" fmla="*/ 564 w 571"/>
                <a:gd name="T25" fmla="*/ 21 h 536"/>
                <a:gd name="T26" fmla="*/ 571 w 571"/>
                <a:gd name="T27" fmla="*/ 35 h 536"/>
                <a:gd name="T28" fmla="*/ 571 w 571"/>
                <a:gd name="T29" fmla="*/ 51 h 536"/>
                <a:gd name="T30" fmla="*/ 568 w 571"/>
                <a:gd name="T31" fmla="*/ 67 h 536"/>
                <a:gd name="T32" fmla="*/ 337 w 571"/>
                <a:gd name="T33" fmla="*/ 536 h 536"/>
                <a:gd name="T34" fmla="*/ 233 w 571"/>
                <a:gd name="T35" fmla="*/ 536 h 536"/>
                <a:gd name="T36" fmla="*/ 6 w 571"/>
                <a:gd name="T37" fmla="*/ 67 h 536"/>
                <a:gd name="T38" fmla="*/ 0 w 571"/>
                <a:gd name="T39" fmla="*/ 51 h 536"/>
                <a:gd name="T40" fmla="*/ 2 w 571"/>
                <a:gd name="T41" fmla="*/ 35 h 536"/>
                <a:gd name="T42" fmla="*/ 7 w 571"/>
                <a:gd name="T43" fmla="*/ 21 h 536"/>
                <a:gd name="T44" fmla="*/ 18 w 571"/>
                <a:gd name="T45" fmla="*/ 9 h 536"/>
                <a:gd name="T46" fmla="*/ 32 w 571"/>
                <a:gd name="T47" fmla="*/ 2 h 536"/>
                <a:gd name="T48" fmla="*/ 48 w 571"/>
                <a:gd name="T49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571" h="536">
                  <a:moveTo>
                    <a:pt x="48" y="0"/>
                  </a:moveTo>
                  <a:lnTo>
                    <a:pt x="65" y="4"/>
                  </a:lnTo>
                  <a:lnTo>
                    <a:pt x="79" y="12"/>
                  </a:lnTo>
                  <a:lnTo>
                    <a:pt x="89" y="26"/>
                  </a:lnTo>
                  <a:lnTo>
                    <a:pt x="280" y="431"/>
                  </a:lnTo>
                  <a:lnTo>
                    <a:pt x="285" y="440"/>
                  </a:lnTo>
                  <a:lnTo>
                    <a:pt x="484" y="26"/>
                  </a:lnTo>
                  <a:lnTo>
                    <a:pt x="494" y="12"/>
                  </a:lnTo>
                  <a:lnTo>
                    <a:pt x="508" y="2"/>
                  </a:lnTo>
                  <a:lnTo>
                    <a:pt x="526" y="0"/>
                  </a:lnTo>
                  <a:lnTo>
                    <a:pt x="541" y="2"/>
                  </a:lnTo>
                  <a:lnTo>
                    <a:pt x="554" y="9"/>
                  </a:lnTo>
                  <a:lnTo>
                    <a:pt x="564" y="21"/>
                  </a:lnTo>
                  <a:lnTo>
                    <a:pt x="571" y="35"/>
                  </a:lnTo>
                  <a:lnTo>
                    <a:pt x="571" y="51"/>
                  </a:lnTo>
                  <a:lnTo>
                    <a:pt x="568" y="67"/>
                  </a:lnTo>
                  <a:lnTo>
                    <a:pt x="337" y="536"/>
                  </a:lnTo>
                  <a:lnTo>
                    <a:pt x="233" y="536"/>
                  </a:lnTo>
                  <a:lnTo>
                    <a:pt x="6" y="67"/>
                  </a:lnTo>
                  <a:lnTo>
                    <a:pt x="0" y="51"/>
                  </a:lnTo>
                  <a:lnTo>
                    <a:pt x="2" y="35"/>
                  </a:lnTo>
                  <a:lnTo>
                    <a:pt x="7" y="21"/>
                  </a:lnTo>
                  <a:lnTo>
                    <a:pt x="18" y="9"/>
                  </a:lnTo>
                  <a:lnTo>
                    <a:pt x="32" y="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5" name="Freeform 9"/>
            <p:cNvSpPr>
              <a:spLocks noEditPoints="1"/>
            </p:cNvSpPr>
            <p:nvPr userDrawn="1"/>
          </p:nvSpPr>
          <p:spPr bwMode="auto">
            <a:xfrm>
              <a:off x="3125788" y="-1244600"/>
              <a:ext cx="1017588" cy="850900"/>
            </a:xfrm>
            <a:custGeom>
              <a:avLst/>
              <a:gdLst>
                <a:gd name="T0" fmla="*/ 321 w 641"/>
                <a:gd name="T1" fmla="*/ 70 h 536"/>
                <a:gd name="T2" fmla="*/ 201 w 641"/>
                <a:gd name="T3" fmla="*/ 328 h 536"/>
                <a:gd name="T4" fmla="*/ 443 w 641"/>
                <a:gd name="T5" fmla="*/ 328 h 536"/>
                <a:gd name="T6" fmla="*/ 321 w 641"/>
                <a:gd name="T7" fmla="*/ 70 h 536"/>
                <a:gd name="T8" fmla="*/ 264 w 641"/>
                <a:gd name="T9" fmla="*/ 0 h 536"/>
                <a:gd name="T10" fmla="*/ 381 w 641"/>
                <a:gd name="T11" fmla="*/ 0 h 536"/>
                <a:gd name="T12" fmla="*/ 641 w 641"/>
                <a:gd name="T13" fmla="*/ 536 h 536"/>
                <a:gd name="T14" fmla="*/ 538 w 641"/>
                <a:gd name="T15" fmla="*/ 536 h 536"/>
                <a:gd name="T16" fmla="*/ 482 w 641"/>
                <a:gd name="T17" fmla="*/ 414 h 536"/>
                <a:gd name="T18" fmla="*/ 480 w 641"/>
                <a:gd name="T19" fmla="*/ 410 h 536"/>
                <a:gd name="T20" fmla="*/ 161 w 641"/>
                <a:gd name="T21" fmla="*/ 410 h 536"/>
                <a:gd name="T22" fmla="*/ 103 w 641"/>
                <a:gd name="T23" fmla="*/ 536 h 536"/>
                <a:gd name="T24" fmla="*/ 0 w 641"/>
                <a:gd name="T25" fmla="*/ 536 h 536"/>
                <a:gd name="T26" fmla="*/ 264 w 641"/>
                <a:gd name="T27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1" h="536">
                  <a:moveTo>
                    <a:pt x="321" y="70"/>
                  </a:moveTo>
                  <a:lnTo>
                    <a:pt x="201" y="328"/>
                  </a:lnTo>
                  <a:lnTo>
                    <a:pt x="443" y="328"/>
                  </a:lnTo>
                  <a:lnTo>
                    <a:pt x="321" y="70"/>
                  </a:lnTo>
                  <a:close/>
                  <a:moveTo>
                    <a:pt x="264" y="0"/>
                  </a:moveTo>
                  <a:lnTo>
                    <a:pt x="381" y="0"/>
                  </a:lnTo>
                  <a:lnTo>
                    <a:pt x="641" y="536"/>
                  </a:lnTo>
                  <a:lnTo>
                    <a:pt x="538" y="536"/>
                  </a:lnTo>
                  <a:lnTo>
                    <a:pt x="482" y="414"/>
                  </a:lnTo>
                  <a:lnTo>
                    <a:pt x="480" y="410"/>
                  </a:lnTo>
                  <a:lnTo>
                    <a:pt x="161" y="410"/>
                  </a:lnTo>
                  <a:lnTo>
                    <a:pt x="103" y="536"/>
                  </a:lnTo>
                  <a:lnTo>
                    <a:pt x="0" y="536"/>
                  </a:lnTo>
                  <a:lnTo>
                    <a:pt x="264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6" name="Freeform 10"/>
            <p:cNvSpPr>
              <a:spLocks/>
            </p:cNvSpPr>
            <p:nvPr userDrawn="1"/>
          </p:nvSpPr>
          <p:spPr bwMode="auto">
            <a:xfrm>
              <a:off x="4106863" y="-1244600"/>
              <a:ext cx="928688" cy="850900"/>
            </a:xfrm>
            <a:custGeom>
              <a:avLst/>
              <a:gdLst>
                <a:gd name="T0" fmla="*/ 42 w 585"/>
                <a:gd name="T1" fmla="*/ 0 h 536"/>
                <a:gd name="T2" fmla="*/ 545 w 585"/>
                <a:gd name="T3" fmla="*/ 0 h 536"/>
                <a:gd name="T4" fmla="*/ 560 w 585"/>
                <a:gd name="T5" fmla="*/ 2 h 536"/>
                <a:gd name="T6" fmla="*/ 574 w 585"/>
                <a:gd name="T7" fmla="*/ 12 h 536"/>
                <a:gd name="T8" fmla="*/ 583 w 585"/>
                <a:gd name="T9" fmla="*/ 25 h 536"/>
                <a:gd name="T10" fmla="*/ 585 w 585"/>
                <a:gd name="T11" fmla="*/ 40 h 536"/>
                <a:gd name="T12" fmla="*/ 583 w 585"/>
                <a:gd name="T13" fmla="*/ 56 h 536"/>
                <a:gd name="T14" fmla="*/ 574 w 585"/>
                <a:gd name="T15" fmla="*/ 70 h 536"/>
                <a:gd name="T16" fmla="*/ 560 w 585"/>
                <a:gd name="T17" fmla="*/ 79 h 536"/>
                <a:gd name="T18" fmla="*/ 545 w 585"/>
                <a:gd name="T19" fmla="*/ 82 h 536"/>
                <a:gd name="T20" fmla="*/ 342 w 585"/>
                <a:gd name="T21" fmla="*/ 82 h 536"/>
                <a:gd name="T22" fmla="*/ 342 w 585"/>
                <a:gd name="T23" fmla="*/ 536 h 536"/>
                <a:gd name="T24" fmla="*/ 244 w 585"/>
                <a:gd name="T25" fmla="*/ 536 h 536"/>
                <a:gd name="T26" fmla="*/ 244 w 585"/>
                <a:gd name="T27" fmla="*/ 82 h 536"/>
                <a:gd name="T28" fmla="*/ 42 w 585"/>
                <a:gd name="T29" fmla="*/ 82 h 536"/>
                <a:gd name="T30" fmla="*/ 26 w 585"/>
                <a:gd name="T31" fmla="*/ 79 h 536"/>
                <a:gd name="T32" fmla="*/ 12 w 585"/>
                <a:gd name="T33" fmla="*/ 70 h 536"/>
                <a:gd name="T34" fmla="*/ 4 w 585"/>
                <a:gd name="T35" fmla="*/ 56 h 536"/>
                <a:gd name="T36" fmla="*/ 0 w 585"/>
                <a:gd name="T37" fmla="*/ 40 h 536"/>
                <a:gd name="T38" fmla="*/ 4 w 585"/>
                <a:gd name="T39" fmla="*/ 25 h 536"/>
                <a:gd name="T40" fmla="*/ 12 w 585"/>
                <a:gd name="T41" fmla="*/ 12 h 536"/>
                <a:gd name="T42" fmla="*/ 26 w 585"/>
                <a:gd name="T43" fmla="*/ 2 h 536"/>
                <a:gd name="T44" fmla="*/ 42 w 585"/>
                <a:gd name="T45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585" h="536">
                  <a:moveTo>
                    <a:pt x="42" y="0"/>
                  </a:moveTo>
                  <a:lnTo>
                    <a:pt x="545" y="0"/>
                  </a:lnTo>
                  <a:lnTo>
                    <a:pt x="560" y="2"/>
                  </a:lnTo>
                  <a:lnTo>
                    <a:pt x="574" y="12"/>
                  </a:lnTo>
                  <a:lnTo>
                    <a:pt x="583" y="25"/>
                  </a:lnTo>
                  <a:lnTo>
                    <a:pt x="585" y="40"/>
                  </a:lnTo>
                  <a:lnTo>
                    <a:pt x="583" y="56"/>
                  </a:lnTo>
                  <a:lnTo>
                    <a:pt x="574" y="70"/>
                  </a:lnTo>
                  <a:lnTo>
                    <a:pt x="560" y="79"/>
                  </a:lnTo>
                  <a:lnTo>
                    <a:pt x="545" y="82"/>
                  </a:lnTo>
                  <a:lnTo>
                    <a:pt x="342" y="82"/>
                  </a:lnTo>
                  <a:lnTo>
                    <a:pt x="342" y="536"/>
                  </a:lnTo>
                  <a:lnTo>
                    <a:pt x="244" y="536"/>
                  </a:lnTo>
                  <a:lnTo>
                    <a:pt x="244" y="82"/>
                  </a:lnTo>
                  <a:lnTo>
                    <a:pt x="42" y="82"/>
                  </a:lnTo>
                  <a:lnTo>
                    <a:pt x="26" y="79"/>
                  </a:lnTo>
                  <a:lnTo>
                    <a:pt x="12" y="70"/>
                  </a:lnTo>
                  <a:lnTo>
                    <a:pt x="4" y="56"/>
                  </a:lnTo>
                  <a:lnTo>
                    <a:pt x="0" y="40"/>
                  </a:lnTo>
                  <a:lnTo>
                    <a:pt x="4" y="25"/>
                  </a:lnTo>
                  <a:lnTo>
                    <a:pt x="12" y="12"/>
                  </a:lnTo>
                  <a:lnTo>
                    <a:pt x="26" y="2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7" name="Freeform 11"/>
            <p:cNvSpPr>
              <a:spLocks/>
            </p:cNvSpPr>
            <p:nvPr userDrawn="1"/>
          </p:nvSpPr>
          <p:spPr bwMode="auto">
            <a:xfrm>
              <a:off x="5214938" y="-1244600"/>
              <a:ext cx="906463" cy="873125"/>
            </a:xfrm>
            <a:custGeom>
              <a:avLst/>
              <a:gdLst>
                <a:gd name="T0" fmla="*/ 49 w 571"/>
                <a:gd name="T1" fmla="*/ 0 h 550"/>
                <a:gd name="T2" fmla="*/ 68 w 571"/>
                <a:gd name="T3" fmla="*/ 4 h 550"/>
                <a:gd name="T4" fmla="*/ 84 w 571"/>
                <a:gd name="T5" fmla="*/ 14 h 550"/>
                <a:gd name="T6" fmla="*/ 94 w 571"/>
                <a:gd name="T7" fmla="*/ 30 h 550"/>
                <a:gd name="T8" fmla="*/ 98 w 571"/>
                <a:gd name="T9" fmla="*/ 49 h 550"/>
                <a:gd name="T10" fmla="*/ 98 w 571"/>
                <a:gd name="T11" fmla="*/ 299 h 550"/>
                <a:gd name="T12" fmla="*/ 98 w 571"/>
                <a:gd name="T13" fmla="*/ 320 h 550"/>
                <a:gd name="T14" fmla="*/ 101 w 571"/>
                <a:gd name="T15" fmla="*/ 342 h 550"/>
                <a:gd name="T16" fmla="*/ 105 w 571"/>
                <a:gd name="T17" fmla="*/ 363 h 550"/>
                <a:gd name="T18" fmla="*/ 112 w 571"/>
                <a:gd name="T19" fmla="*/ 384 h 550"/>
                <a:gd name="T20" fmla="*/ 122 w 571"/>
                <a:gd name="T21" fmla="*/ 403 h 550"/>
                <a:gd name="T22" fmla="*/ 136 w 571"/>
                <a:gd name="T23" fmla="*/ 421 h 550"/>
                <a:gd name="T24" fmla="*/ 156 w 571"/>
                <a:gd name="T25" fmla="*/ 437 h 550"/>
                <a:gd name="T26" fmla="*/ 180 w 571"/>
                <a:gd name="T27" fmla="*/ 449 h 550"/>
                <a:gd name="T28" fmla="*/ 208 w 571"/>
                <a:gd name="T29" fmla="*/ 459 h 550"/>
                <a:gd name="T30" fmla="*/ 245 w 571"/>
                <a:gd name="T31" fmla="*/ 464 h 550"/>
                <a:gd name="T32" fmla="*/ 286 w 571"/>
                <a:gd name="T33" fmla="*/ 466 h 550"/>
                <a:gd name="T34" fmla="*/ 328 w 571"/>
                <a:gd name="T35" fmla="*/ 464 h 550"/>
                <a:gd name="T36" fmla="*/ 363 w 571"/>
                <a:gd name="T37" fmla="*/ 459 h 550"/>
                <a:gd name="T38" fmla="*/ 391 w 571"/>
                <a:gd name="T39" fmla="*/ 449 h 550"/>
                <a:gd name="T40" fmla="*/ 416 w 571"/>
                <a:gd name="T41" fmla="*/ 437 h 550"/>
                <a:gd name="T42" fmla="*/ 435 w 571"/>
                <a:gd name="T43" fmla="*/ 421 h 550"/>
                <a:gd name="T44" fmla="*/ 449 w 571"/>
                <a:gd name="T45" fmla="*/ 403 h 550"/>
                <a:gd name="T46" fmla="*/ 459 w 571"/>
                <a:gd name="T47" fmla="*/ 384 h 550"/>
                <a:gd name="T48" fmla="*/ 466 w 571"/>
                <a:gd name="T49" fmla="*/ 363 h 550"/>
                <a:gd name="T50" fmla="*/ 470 w 571"/>
                <a:gd name="T51" fmla="*/ 342 h 550"/>
                <a:gd name="T52" fmla="*/ 473 w 571"/>
                <a:gd name="T53" fmla="*/ 320 h 550"/>
                <a:gd name="T54" fmla="*/ 473 w 571"/>
                <a:gd name="T55" fmla="*/ 299 h 550"/>
                <a:gd name="T56" fmla="*/ 473 w 571"/>
                <a:gd name="T57" fmla="*/ 49 h 550"/>
                <a:gd name="T58" fmla="*/ 477 w 571"/>
                <a:gd name="T59" fmla="*/ 30 h 550"/>
                <a:gd name="T60" fmla="*/ 487 w 571"/>
                <a:gd name="T61" fmla="*/ 14 h 550"/>
                <a:gd name="T62" fmla="*/ 503 w 571"/>
                <a:gd name="T63" fmla="*/ 4 h 550"/>
                <a:gd name="T64" fmla="*/ 522 w 571"/>
                <a:gd name="T65" fmla="*/ 0 h 550"/>
                <a:gd name="T66" fmla="*/ 541 w 571"/>
                <a:gd name="T67" fmla="*/ 4 h 550"/>
                <a:gd name="T68" fmla="*/ 557 w 571"/>
                <a:gd name="T69" fmla="*/ 14 h 550"/>
                <a:gd name="T70" fmla="*/ 567 w 571"/>
                <a:gd name="T71" fmla="*/ 30 h 550"/>
                <a:gd name="T72" fmla="*/ 571 w 571"/>
                <a:gd name="T73" fmla="*/ 49 h 550"/>
                <a:gd name="T74" fmla="*/ 571 w 571"/>
                <a:gd name="T75" fmla="*/ 306 h 550"/>
                <a:gd name="T76" fmla="*/ 567 w 571"/>
                <a:gd name="T77" fmla="*/ 358 h 550"/>
                <a:gd name="T78" fmla="*/ 557 w 571"/>
                <a:gd name="T79" fmla="*/ 402 h 550"/>
                <a:gd name="T80" fmla="*/ 540 w 571"/>
                <a:gd name="T81" fmla="*/ 442 h 550"/>
                <a:gd name="T82" fmla="*/ 513 w 571"/>
                <a:gd name="T83" fmla="*/ 475 h 550"/>
                <a:gd name="T84" fmla="*/ 482 w 571"/>
                <a:gd name="T85" fmla="*/ 501 h 550"/>
                <a:gd name="T86" fmla="*/ 444 w 571"/>
                <a:gd name="T87" fmla="*/ 522 h 550"/>
                <a:gd name="T88" fmla="*/ 398 w 571"/>
                <a:gd name="T89" fmla="*/ 538 h 550"/>
                <a:gd name="T90" fmla="*/ 346 w 571"/>
                <a:gd name="T91" fmla="*/ 547 h 550"/>
                <a:gd name="T92" fmla="*/ 286 w 571"/>
                <a:gd name="T93" fmla="*/ 550 h 550"/>
                <a:gd name="T94" fmla="*/ 225 w 571"/>
                <a:gd name="T95" fmla="*/ 547 h 550"/>
                <a:gd name="T96" fmla="*/ 173 w 571"/>
                <a:gd name="T97" fmla="*/ 538 h 550"/>
                <a:gd name="T98" fmla="*/ 128 w 571"/>
                <a:gd name="T99" fmla="*/ 522 h 550"/>
                <a:gd name="T100" fmla="*/ 89 w 571"/>
                <a:gd name="T101" fmla="*/ 501 h 550"/>
                <a:gd name="T102" fmla="*/ 58 w 571"/>
                <a:gd name="T103" fmla="*/ 475 h 550"/>
                <a:gd name="T104" fmla="*/ 32 w 571"/>
                <a:gd name="T105" fmla="*/ 442 h 550"/>
                <a:gd name="T106" fmla="*/ 14 w 571"/>
                <a:gd name="T107" fmla="*/ 402 h 550"/>
                <a:gd name="T108" fmla="*/ 4 w 571"/>
                <a:gd name="T109" fmla="*/ 358 h 550"/>
                <a:gd name="T110" fmla="*/ 0 w 571"/>
                <a:gd name="T111" fmla="*/ 306 h 550"/>
                <a:gd name="T112" fmla="*/ 0 w 571"/>
                <a:gd name="T113" fmla="*/ 49 h 550"/>
                <a:gd name="T114" fmla="*/ 4 w 571"/>
                <a:gd name="T115" fmla="*/ 30 h 550"/>
                <a:gd name="T116" fmla="*/ 14 w 571"/>
                <a:gd name="T117" fmla="*/ 14 h 550"/>
                <a:gd name="T118" fmla="*/ 30 w 571"/>
                <a:gd name="T119" fmla="*/ 4 h 550"/>
                <a:gd name="T120" fmla="*/ 49 w 571"/>
                <a:gd name="T121" fmla="*/ 0 h 5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71" h="550">
                  <a:moveTo>
                    <a:pt x="49" y="0"/>
                  </a:moveTo>
                  <a:lnTo>
                    <a:pt x="68" y="4"/>
                  </a:lnTo>
                  <a:lnTo>
                    <a:pt x="84" y="14"/>
                  </a:lnTo>
                  <a:lnTo>
                    <a:pt x="94" y="30"/>
                  </a:lnTo>
                  <a:lnTo>
                    <a:pt x="98" y="49"/>
                  </a:lnTo>
                  <a:lnTo>
                    <a:pt x="98" y="299"/>
                  </a:lnTo>
                  <a:lnTo>
                    <a:pt x="98" y="320"/>
                  </a:lnTo>
                  <a:lnTo>
                    <a:pt x="101" y="342"/>
                  </a:lnTo>
                  <a:lnTo>
                    <a:pt x="105" y="363"/>
                  </a:lnTo>
                  <a:lnTo>
                    <a:pt x="112" y="384"/>
                  </a:lnTo>
                  <a:lnTo>
                    <a:pt x="122" y="403"/>
                  </a:lnTo>
                  <a:lnTo>
                    <a:pt x="136" y="421"/>
                  </a:lnTo>
                  <a:lnTo>
                    <a:pt x="156" y="437"/>
                  </a:lnTo>
                  <a:lnTo>
                    <a:pt x="180" y="449"/>
                  </a:lnTo>
                  <a:lnTo>
                    <a:pt x="208" y="459"/>
                  </a:lnTo>
                  <a:lnTo>
                    <a:pt x="245" y="464"/>
                  </a:lnTo>
                  <a:lnTo>
                    <a:pt x="286" y="466"/>
                  </a:lnTo>
                  <a:lnTo>
                    <a:pt x="328" y="464"/>
                  </a:lnTo>
                  <a:lnTo>
                    <a:pt x="363" y="459"/>
                  </a:lnTo>
                  <a:lnTo>
                    <a:pt x="391" y="449"/>
                  </a:lnTo>
                  <a:lnTo>
                    <a:pt x="416" y="437"/>
                  </a:lnTo>
                  <a:lnTo>
                    <a:pt x="435" y="421"/>
                  </a:lnTo>
                  <a:lnTo>
                    <a:pt x="449" y="403"/>
                  </a:lnTo>
                  <a:lnTo>
                    <a:pt x="459" y="384"/>
                  </a:lnTo>
                  <a:lnTo>
                    <a:pt x="466" y="363"/>
                  </a:lnTo>
                  <a:lnTo>
                    <a:pt x="470" y="342"/>
                  </a:lnTo>
                  <a:lnTo>
                    <a:pt x="473" y="320"/>
                  </a:lnTo>
                  <a:lnTo>
                    <a:pt x="473" y="299"/>
                  </a:lnTo>
                  <a:lnTo>
                    <a:pt x="473" y="49"/>
                  </a:lnTo>
                  <a:lnTo>
                    <a:pt x="477" y="30"/>
                  </a:lnTo>
                  <a:lnTo>
                    <a:pt x="487" y="14"/>
                  </a:lnTo>
                  <a:lnTo>
                    <a:pt x="503" y="4"/>
                  </a:lnTo>
                  <a:lnTo>
                    <a:pt x="522" y="0"/>
                  </a:lnTo>
                  <a:lnTo>
                    <a:pt x="541" y="4"/>
                  </a:lnTo>
                  <a:lnTo>
                    <a:pt x="557" y="14"/>
                  </a:lnTo>
                  <a:lnTo>
                    <a:pt x="567" y="30"/>
                  </a:lnTo>
                  <a:lnTo>
                    <a:pt x="571" y="49"/>
                  </a:lnTo>
                  <a:lnTo>
                    <a:pt x="571" y="306"/>
                  </a:lnTo>
                  <a:lnTo>
                    <a:pt x="567" y="358"/>
                  </a:lnTo>
                  <a:lnTo>
                    <a:pt x="557" y="402"/>
                  </a:lnTo>
                  <a:lnTo>
                    <a:pt x="540" y="442"/>
                  </a:lnTo>
                  <a:lnTo>
                    <a:pt x="513" y="475"/>
                  </a:lnTo>
                  <a:lnTo>
                    <a:pt x="482" y="501"/>
                  </a:lnTo>
                  <a:lnTo>
                    <a:pt x="444" y="522"/>
                  </a:lnTo>
                  <a:lnTo>
                    <a:pt x="398" y="538"/>
                  </a:lnTo>
                  <a:lnTo>
                    <a:pt x="346" y="547"/>
                  </a:lnTo>
                  <a:lnTo>
                    <a:pt x="286" y="550"/>
                  </a:lnTo>
                  <a:lnTo>
                    <a:pt x="225" y="547"/>
                  </a:lnTo>
                  <a:lnTo>
                    <a:pt x="173" y="538"/>
                  </a:lnTo>
                  <a:lnTo>
                    <a:pt x="128" y="522"/>
                  </a:lnTo>
                  <a:lnTo>
                    <a:pt x="89" y="501"/>
                  </a:lnTo>
                  <a:lnTo>
                    <a:pt x="58" y="475"/>
                  </a:lnTo>
                  <a:lnTo>
                    <a:pt x="32" y="442"/>
                  </a:lnTo>
                  <a:lnTo>
                    <a:pt x="14" y="402"/>
                  </a:lnTo>
                  <a:lnTo>
                    <a:pt x="4" y="358"/>
                  </a:lnTo>
                  <a:lnTo>
                    <a:pt x="0" y="306"/>
                  </a:lnTo>
                  <a:lnTo>
                    <a:pt x="0" y="49"/>
                  </a:lnTo>
                  <a:lnTo>
                    <a:pt x="4" y="30"/>
                  </a:lnTo>
                  <a:lnTo>
                    <a:pt x="14" y="14"/>
                  </a:lnTo>
                  <a:lnTo>
                    <a:pt x="30" y="4"/>
                  </a:lnTo>
                  <a:lnTo>
                    <a:pt x="49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8" name="Freeform 12"/>
            <p:cNvSpPr>
              <a:spLocks noEditPoints="1"/>
            </p:cNvSpPr>
            <p:nvPr userDrawn="1"/>
          </p:nvSpPr>
          <p:spPr bwMode="auto">
            <a:xfrm>
              <a:off x="6384926" y="-1244600"/>
              <a:ext cx="873125" cy="850900"/>
            </a:xfrm>
            <a:custGeom>
              <a:avLst/>
              <a:gdLst>
                <a:gd name="T0" fmla="*/ 96 w 550"/>
                <a:gd name="T1" fmla="*/ 79 h 536"/>
                <a:gd name="T2" fmla="*/ 96 w 550"/>
                <a:gd name="T3" fmla="*/ 241 h 536"/>
                <a:gd name="T4" fmla="*/ 307 w 550"/>
                <a:gd name="T5" fmla="*/ 241 h 536"/>
                <a:gd name="T6" fmla="*/ 342 w 550"/>
                <a:gd name="T7" fmla="*/ 241 h 536"/>
                <a:gd name="T8" fmla="*/ 372 w 550"/>
                <a:gd name="T9" fmla="*/ 238 h 536"/>
                <a:gd name="T10" fmla="*/ 398 w 550"/>
                <a:gd name="T11" fmla="*/ 231 h 536"/>
                <a:gd name="T12" fmla="*/ 417 w 550"/>
                <a:gd name="T13" fmla="*/ 222 h 536"/>
                <a:gd name="T14" fmla="*/ 431 w 550"/>
                <a:gd name="T15" fmla="*/ 206 h 536"/>
                <a:gd name="T16" fmla="*/ 440 w 550"/>
                <a:gd name="T17" fmla="*/ 187 h 536"/>
                <a:gd name="T18" fmla="*/ 443 w 550"/>
                <a:gd name="T19" fmla="*/ 161 h 536"/>
                <a:gd name="T20" fmla="*/ 440 w 550"/>
                <a:gd name="T21" fmla="*/ 135 h 536"/>
                <a:gd name="T22" fmla="*/ 431 w 550"/>
                <a:gd name="T23" fmla="*/ 114 h 536"/>
                <a:gd name="T24" fmla="*/ 417 w 550"/>
                <a:gd name="T25" fmla="*/ 100 h 536"/>
                <a:gd name="T26" fmla="*/ 398 w 550"/>
                <a:gd name="T27" fmla="*/ 89 h 536"/>
                <a:gd name="T28" fmla="*/ 372 w 550"/>
                <a:gd name="T29" fmla="*/ 84 h 536"/>
                <a:gd name="T30" fmla="*/ 342 w 550"/>
                <a:gd name="T31" fmla="*/ 80 h 536"/>
                <a:gd name="T32" fmla="*/ 307 w 550"/>
                <a:gd name="T33" fmla="*/ 79 h 536"/>
                <a:gd name="T34" fmla="*/ 96 w 550"/>
                <a:gd name="T35" fmla="*/ 79 h 536"/>
                <a:gd name="T36" fmla="*/ 0 w 550"/>
                <a:gd name="T37" fmla="*/ 0 h 536"/>
                <a:gd name="T38" fmla="*/ 323 w 550"/>
                <a:gd name="T39" fmla="*/ 0 h 536"/>
                <a:gd name="T40" fmla="*/ 377 w 550"/>
                <a:gd name="T41" fmla="*/ 2 h 536"/>
                <a:gd name="T42" fmla="*/ 422 w 550"/>
                <a:gd name="T43" fmla="*/ 9 h 536"/>
                <a:gd name="T44" fmla="*/ 459 w 550"/>
                <a:gd name="T45" fmla="*/ 19 h 536"/>
                <a:gd name="T46" fmla="*/ 489 w 550"/>
                <a:gd name="T47" fmla="*/ 37 h 536"/>
                <a:gd name="T48" fmla="*/ 511 w 550"/>
                <a:gd name="T49" fmla="*/ 58 h 536"/>
                <a:gd name="T50" fmla="*/ 527 w 550"/>
                <a:gd name="T51" fmla="*/ 86 h 536"/>
                <a:gd name="T52" fmla="*/ 537 w 550"/>
                <a:gd name="T53" fmla="*/ 119 h 536"/>
                <a:gd name="T54" fmla="*/ 539 w 550"/>
                <a:gd name="T55" fmla="*/ 157 h 536"/>
                <a:gd name="T56" fmla="*/ 537 w 550"/>
                <a:gd name="T57" fmla="*/ 194 h 536"/>
                <a:gd name="T58" fmla="*/ 527 w 550"/>
                <a:gd name="T59" fmla="*/ 225 h 536"/>
                <a:gd name="T60" fmla="*/ 513 w 550"/>
                <a:gd name="T61" fmla="*/ 252 h 536"/>
                <a:gd name="T62" fmla="*/ 494 w 550"/>
                <a:gd name="T63" fmla="*/ 272 h 536"/>
                <a:gd name="T64" fmla="*/ 471 w 550"/>
                <a:gd name="T65" fmla="*/ 290 h 536"/>
                <a:gd name="T66" fmla="*/ 447 w 550"/>
                <a:gd name="T67" fmla="*/ 302 h 536"/>
                <a:gd name="T68" fmla="*/ 419 w 550"/>
                <a:gd name="T69" fmla="*/ 311 h 536"/>
                <a:gd name="T70" fmla="*/ 393 w 550"/>
                <a:gd name="T71" fmla="*/ 314 h 536"/>
                <a:gd name="T72" fmla="*/ 384 w 550"/>
                <a:gd name="T73" fmla="*/ 314 h 536"/>
                <a:gd name="T74" fmla="*/ 550 w 550"/>
                <a:gd name="T75" fmla="*/ 536 h 536"/>
                <a:gd name="T76" fmla="*/ 431 w 550"/>
                <a:gd name="T77" fmla="*/ 536 h 536"/>
                <a:gd name="T78" fmla="*/ 274 w 550"/>
                <a:gd name="T79" fmla="*/ 323 h 536"/>
                <a:gd name="T80" fmla="*/ 272 w 550"/>
                <a:gd name="T81" fmla="*/ 321 h 536"/>
                <a:gd name="T82" fmla="*/ 96 w 550"/>
                <a:gd name="T83" fmla="*/ 321 h 536"/>
                <a:gd name="T84" fmla="*/ 96 w 550"/>
                <a:gd name="T85" fmla="*/ 536 h 536"/>
                <a:gd name="T86" fmla="*/ 0 w 550"/>
                <a:gd name="T87" fmla="*/ 536 h 536"/>
                <a:gd name="T88" fmla="*/ 0 w 550"/>
                <a:gd name="T89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0" h="536">
                  <a:moveTo>
                    <a:pt x="96" y="79"/>
                  </a:moveTo>
                  <a:lnTo>
                    <a:pt x="96" y="241"/>
                  </a:lnTo>
                  <a:lnTo>
                    <a:pt x="307" y="241"/>
                  </a:lnTo>
                  <a:lnTo>
                    <a:pt x="342" y="241"/>
                  </a:lnTo>
                  <a:lnTo>
                    <a:pt x="372" y="238"/>
                  </a:lnTo>
                  <a:lnTo>
                    <a:pt x="398" y="231"/>
                  </a:lnTo>
                  <a:lnTo>
                    <a:pt x="417" y="222"/>
                  </a:lnTo>
                  <a:lnTo>
                    <a:pt x="431" y="206"/>
                  </a:lnTo>
                  <a:lnTo>
                    <a:pt x="440" y="187"/>
                  </a:lnTo>
                  <a:lnTo>
                    <a:pt x="443" y="161"/>
                  </a:lnTo>
                  <a:lnTo>
                    <a:pt x="440" y="135"/>
                  </a:lnTo>
                  <a:lnTo>
                    <a:pt x="431" y="114"/>
                  </a:lnTo>
                  <a:lnTo>
                    <a:pt x="417" y="100"/>
                  </a:lnTo>
                  <a:lnTo>
                    <a:pt x="398" y="89"/>
                  </a:lnTo>
                  <a:lnTo>
                    <a:pt x="372" y="84"/>
                  </a:lnTo>
                  <a:lnTo>
                    <a:pt x="342" y="80"/>
                  </a:lnTo>
                  <a:lnTo>
                    <a:pt x="307" y="79"/>
                  </a:lnTo>
                  <a:lnTo>
                    <a:pt x="96" y="79"/>
                  </a:lnTo>
                  <a:close/>
                  <a:moveTo>
                    <a:pt x="0" y="0"/>
                  </a:moveTo>
                  <a:lnTo>
                    <a:pt x="323" y="0"/>
                  </a:lnTo>
                  <a:lnTo>
                    <a:pt x="377" y="2"/>
                  </a:lnTo>
                  <a:lnTo>
                    <a:pt x="422" y="9"/>
                  </a:lnTo>
                  <a:lnTo>
                    <a:pt x="459" y="19"/>
                  </a:lnTo>
                  <a:lnTo>
                    <a:pt x="489" y="37"/>
                  </a:lnTo>
                  <a:lnTo>
                    <a:pt x="511" y="58"/>
                  </a:lnTo>
                  <a:lnTo>
                    <a:pt x="527" y="86"/>
                  </a:lnTo>
                  <a:lnTo>
                    <a:pt x="537" y="119"/>
                  </a:lnTo>
                  <a:lnTo>
                    <a:pt x="539" y="157"/>
                  </a:lnTo>
                  <a:lnTo>
                    <a:pt x="537" y="194"/>
                  </a:lnTo>
                  <a:lnTo>
                    <a:pt x="527" y="225"/>
                  </a:lnTo>
                  <a:lnTo>
                    <a:pt x="513" y="252"/>
                  </a:lnTo>
                  <a:lnTo>
                    <a:pt x="494" y="272"/>
                  </a:lnTo>
                  <a:lnTo>
                    <a:pt x="471" y="290"/>
                  </a:lnTo>
                  <a:lnTo>
                    <a:pt x="447" y="302"/>
                  </a:lnTo>
                  <a:lnTo>
                    <a:pt x="419" y="311"/>
                  </a:lnTo>
                  <a:lnTo>
                    <a:pt x="393" y="314"/>
                  </a:lnTo>
                  <a:lnTo>
                    <a:pt x="384" y="314"/>
                  </a:lnTo>
                  <a:lnTo>
                    <a:pt x="550" y="536"/>
                  </a:lnTo>
                  <a:lnTo>
                    <a:pt x="431" y="536"/>
                  </a:lnTo>
                  <a:lnTo>
                    <a:pt x="274" y="323"/>
                  </a:lnTo>
                  <a:lnTo>
                    <a:pt x="272" y="321"/>
                  </a:lnTo>
                  <a:lnTo>
                    <a:pt x="96" y="321"/>
                  </a:lnTo>
                  <a:lnTo>
                    <a:pt x="96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9" name="Freeform 13"/>
            <p:cNvSpPr>
              <a:spLocks/>
            </p:cNvSpPr>
            <p:nvPr userDrawn="1"/>
          </p:nvSpPr>
          <p:spPr bwMode="auto">
            <a:xfrm>
              <a:off x="7477126" y="-1244600"/>
              <a:ext cx="774700" cy="850900"/>
            </a:xfrm>
            <a:custGeom>
              <a:avLst/>
              <a:gdLst>
                <a:gd name="T0" fmla="*/ 0 w 488"/>
                <a:gd name="T1" fmla="*/ 0 h 536"/>
                <a:gd name="T2" fmla="*/ 438 w 488"/>
                <a:gd name="T3" fmla="*/ 0 h 536"/>
                <a:gd name="T4" fmla="*/ 453 w 488"/>
                <a:gd name="T5" fmla="*/ 2 h 536"/>
                <a:gd name="T6" fmla="*/ 467 w 488"/>
                <a:gd name="T7" fmla="*/ 12 h 536"/>
                <a:gd name="T8" fmla="*/ 476 w 488"/>
                <a:gd name="T9" fmla="*/ 25 h 536"/>
                <a:gd name="T10" fmla="*/ 480 w 488"/>
                <a:gd name="T11" fmla="*/ 40 h 536"/>
                <a:gd name="T12" fmla="*/ 476 w 488"/>
                <a:gd name="T13" fmla="*/ 56 h 536"/>
                <a:gd name="T14" fmla="*/ 467 w 488"/>
                <a:gd name="T15" fmla="*/ 70 h 536"/>
                <a:gd name="T16" fmla="*/ 453 w 488"/>
                <a:gd name="T17" fmla="*/ 79 h 536"/>
                <a:gd name="T18" fmla="*/ 438 w 488"/>
                <a:gd name="T19" fmla="*/ 82 h 536"/>
                <a:gd name="T20" fmla="*/ 97 w 488"/>
                <a:gd name="T21" fmla="*/ 82 h 536"/>
                <a:gd name="T22" fmla="*/ 97 w 488"/>
                <a:gd name="T23" fmla="*/ 218 h 536"/>
                <a:gd name="T24" fmla="*/ 333 w 488"/>
                <a:gd name="T25" fmla="*/ 218 h 536"/>
                <a:gd name="T26" fmla="*/ 349 w 488"/>
                <a:gd name="T27" fmla="*/ 222 h 536"/>
                <a:gd name="T28" fmla="*/ 361 w 488"/>
                <a:gd name="T29" fmla="*/ 231 h 536"/>
                <a:gd name="T30" fmla="*/ 370 w 488"/>
                <a:gd name="T31" fmla="*/ 243 h 536"/>
                <a:gd name="T32" fmla="*/ 373 w 488"/>
                <a:gd name="T33" fmla="*/ 259 h 536"/>
                <a:gd name="T34" fmla="*/ 370 w 488"/>
                <a:gd name="T35" fmla="*/ 276 h 536"/>
                <a:gd name="T36" fmla="*/ 361 w 488"/>
                <a:gd name="T37" fmla="*/ 288 h 536"/>
                <a:gd name="T38" fmla="*/ 349 w 488"/>
                <a:gd name="T39" fmla="*/ 297 h 536"/>
                <a:gd name="T40" fmla="*/ 333 w 488"/>
                <a:gd name="T41" fmla="*/ 300 h 536"/>
                <a:gd name="T42" fmla="*/ 97 w 488"/>
                <a:gd name="T43" fmla="*/ 300 h 536"/>
                <a:gd name="T44" fmla="*/ 97 w 488"/>
                <a:gd name="T45" fmla="*/ 454 h 536"/>
                <a:gd name="T46" fmla="*/ 446 w 488"/>
                <a:gd name="T47" fmla="*/ 454 h 536"/>
                <a:gd name="T48" fmla="*/ 464 w 488"/>
                <a:gd name="T49" fmla="*/ 457 h 536"/>
                <a:gd name="T50" fmla="*/ 476 w 488"/>
                <a:gd name="T51" fmla="*/ 466 h 536"/>
                <a:gd name="T52" fmla="*/ 485 w 488"/>
                <a:gd name="T53" fmla="*/ 478 h 536"/>
                <a:gd name="T54" fmla="*/ 488 w 488"/>
                <a:gd name="T55" fmla="*/ 494 h 536"/>
                <a:gd name="T56" fmla="*/ 485 w 488"/>
                <a:gd name="T57" fmla="*/ 512 h 536"/>
                <a:gd name="T58" fmla="*/ 476 w 488"/>
                <a:gd name="T59" fmla="*/ 524 h 536"/>
                <a:gd name="T60" fmla="*/ 464 w 488"/>
                <a:gd name="T61" fmla="*/ 533 h 536"/>
                <a:gd name="T62" fmla="*/ 446 w 488"/>
                <a:gd name="T63" fmla="*/ 536 h 536"/>
                <a:gd name="T64" fmla="*/ 0 w 488"/>
                <a:gd name="T65" fmla="*/ 536 h 536"/>
                <a:gd name="T66" fmla="*/ 0 w 488"/>
                <a:gd name="T67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488" h="536">
                  <a:moveTo>
                    <a:pt x="0" y="0"/>
                  </a:moveTo>
                  <a:lnTo>
                    <a:pt x="438" y="0"/>
                  </a:lnTo>
                  <a:lnTo>
                    <a:pt x="453" y="2"/>
                  </a:lnTo>
                  <a:lnTo>
                    <a:pt x="467" y="12"/>
                  </a:lnTo>
                  <a:lnTo>
                    <a:pt x="476" y="25"/>
                  </a:lnTo>
                  <a:lnTo>
                    <a:pt x="480" y="40"/>
                  </a:lnTo>
                  <a:lnTo>
                    <a:pt x="476" y="56"/>
                  </a:lnTo>
                  <a:lnTo>
                    <a:pt x="467" y="70"/>
                  </a:lnTo>
                  <a:lnTo>
                    <a:pt x="453" y="79"/>
                  </a:lnTo>
                  <a:lnTo>
                    <a:pt x="438" y="82"/>
                  </a:lnTo>
                  <a:lnTo>
                    <a:pt x="97" y="82"/>
                  </a:lnTo>
                  <a:lnTo>
                    <a:pt x="97" y="218"/>
                  </a:lnTo>
                  <a:lnTo>
                    <a:pt x="333" y="218"/>
                  </a:lnTo>
                  <a:lnTo>
                    <a:pt x="349" y="222"/>
                  </a:lnTo>
                  <a:lnTo>
                    <a:pt x="361" y="231"/>
                  </a:lnTo>
                  <a:lnTo>
                    <a:pt x="370" y="243"/>
                  </a:lnTo>
                  <a:lnTo>
                    <a:pt x="373" y="259"/>
                  </a:lnTo>
                  <a:lnTo>
                    <a:pt x="370" y="276"/>
                  </a:lnTo>
                  <a:lnTo>
                    <a:pt x="361" y="288"/>
                  </a:lnTo>
                  <a:lnTo>
                    <a:pt x="349" y="297"/>
                  </a:lnTo>
                  <a:lnTo>
                    <a:pt x="333" y="300"/>
                  </a:lnTo>
                  <a:lnTo>
                    <a:pt x="97" y="300"/>
                  </a:lnTo>
                  <a:lnTo>
                    <a:pt x="97" y="454"/>
                  </a:lnTo>
                  <a:lnTo>
                    <a:pt x="446" y="454"/>
                  </a:lnTo>
                  <a:lnTo>
                    <a:pt x="464" y="457"/>
                  </a:lnTo>
                  <a:lnTo>
                    <a:pt x="476" y="466"/>
                  </a:lnTo>
                  <a:lnTo>
                    <a:pt x="485" y="478"/>
                  </a:lnTo>
                  <a:lnTo>
                    <a:pt x="488" y="494"/>
                  </a:lnTo>
                  <a:lnTo>
                    <a:pt x="485" y="512"/>
                  </a:lnTo>
                  <a:lnTo>
                    <a:pt x="476" y="524"/>
                  </a:lnTo>
                  <a:lnTo>
                    <a:pt x="464" y="533"/>
                  </a:lnTo>
                  <a:lnTo>
                    <a:pt x="446" y="536"/>
                  </a:lnTo>
                  <a:lnTo>
                    <a:pt x="0" y="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0" name="Freeform 14"/>
            <p:cNvSpPr>
              <a:spLocks/>
            </p:cNvSpPr>
            <p:nvPr userDrawn="1"/>
          </p:nvSpPr>
          <p:spPr bwMode="auto">
            <a:xfrm>
              <a:off x="3233738" y="-1751013"/>
              <a:ext cx="152400" cy="146050"/>
            </a:xfrm>
            <a:custGeom>
              <a:avLst/>
              <a:gdLst>
                <a:gd name="T0" fmla="*/ 51 w 96"/>
                <a:gd name="T1" fmla="*/ 0 h 92"/>
                <a:gd name="T2" fmla="*/ 53 w 96"/>
                <a:gd name="T3" fmla="*/ 0 h 92"/>
                <a:gd name="T4" fmla="*/ 70 w 96"/>
                <a:gd name="T5" fmla="*/ 5 h 92"/>
                <a:gd name="T6" fmla="*/ 84 w 96"/>
                <a:gd name="T7" fmla="*/ 15 h 92"/>
                <a:gd name="T8" fmla="*/ 93 w 96"/>
                <a:gd name="T9" fmla="*/ 31 h 92"/>
                <a:gd name="T10" fmla="*/ 96 w 96"/>
                <a:gd name="T11" fmla="*/ 49 h 92"/>
                <a:gd name="T12" fmla="*/ 91 w 96"/>
                <a:gd name="T13" fmla="*/ 66 h 92"/>
                <a:gd name="T14" fmla="*/ 81 w 96"/>
                <a:gd name="T15" fmla="*/ 80 h 92"/>
                <a:gd name="T16" fmla="*/ 65 w 96"/>
                <a:gd name="T17" fmla="*/ 91 h 92"/>
                <a:gd name="T18" fmla="*/ 47 w 96"/>
                <a:gd name="T19" fmla="*/ 92 h 92"/>
                <a:gd name="T20" fmla="*/ 44 w 96"/>
                <a:gd name="T21" fmla="*/ 92 h 92"/>
                <a:gd name="T22" fmla="*/ 26 w 96"/>
                <a:gd name="T23" fmla="*/ 87 h 92"/>
                <a:gd name="T24" fmla="*/ 12 w 96"/>
                <a:gd name="T25" fmla="*/ 77 h 92"/>
                <a:gd name="T26" fmla="*/ 4 w 96"/>
                <a:gd name="T27" fmla="*/ 61 h 92"/>
                <a:gd name="T28" fmla="*/ 0 w 96"/>
                <a:gd name="T29" fmla="*/ 43 h 92"/>
                <a:gd name="T30" fmla="*/ 5 w 96"/>
                <a:gd name="T31" fmla="*/ 26 h 92"/>
                <a:gd name="T32" fmla="*/ 16 w 96"/>
                <a:gd name="T33" fmla="*/ 12 h 92"/>
                <a:gd name="T34" fmla="*/ 32 w 96"/>
                <a:gd name="T35" fmla="*/ 2 h 92"/>
                <a:gd name="T36" fmla="*/ 51 w 96"/>
                <a:gd name="T37" fmla="*/ 0 h 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96" h="92">
                  <a:moveTo>
                    <a:pt x="51" y="0"/>
                  </a:moveTo>
                  <a:lnTo>
                    <a:pt x="53" y="0"/>
                  </a:lnTo>
                  <a:lnTo>
                    <a:pt x="70" y="5"/>
                  </a:lnTo>
                  <a:lnTo>
                    <a:pt x="84" y="15"/>
                  </a:lnTo>
                  <a:lnTo>
                    <a:pt x="93" y="31"/>
                  </a:lnTo>
                  <a:lnTo>
                    <a:pt x="96" y="49"/>
                  </a:lnTo>
                  <a:lnTo>
                    <a:pt x="91" y="66"/>
                  </a:lnTo>
                  <a:lnTo>
                    <a:pt x="81" y="80"/>
                  </a:lnTo>
                  <a:lnTo>
                    <a:pt x="65" y="91"/>
                  </a:lnTo>
                  <a:lnTo>
                    <a:pt x="47" y="92"/>
                  </a:lnTo>
                  <a:lnTo>
                    <a:pt x="44" y="92"/>
                  </a:lnTo>
                  <a:lnTo>
                    <a:pt x="26" y="87"/>
                  </a:lnTo>
                  <a:lnTo>
                    <a:pt x="12" y="77"/>
                  </a:lnTo>
                  <a:lnTo>
                    <a:pt x="4" y="61"/>
                  </a:lnTo>
                  <a:lnTo>
                    <a:pt x="0" y="43"/>
                  </a:lnTo>
                  <a:lnTo>
                    <a:pt x="5" y="26"/>
                  </a:lnTo>
                  <a:lnTo>
                    <a:pt x="16" y="12"/>
                  </a:lnTo>
                  <a:lnTo>
                    <a:pt x="32" y="2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1" name="Freeform 15"/>
            <p:cNvSpPr>
              <a:spLocks/>
            </p:cNvSpPr>
            <p:nvPr userDrawn="1"/>
          </p:nvSpPr>
          <p:spPr bwMode="auto">
            <a:xfrm>
              <a:off x="3719513" y="-2219325"/>
              <a:ext cx="219075" cy="263525"/>
            </a:xfrm>
            <a:custGeom>
              <a:avLst/>
              <a:gdLst>
                <a:gd name="T0" fmla="*/ 40 w 138"/>
                <a:gd name="T1" fmla="*/ 0 h 166"/>
                <a:gd name="T2" fmla="*/ 57 w 138"/>
                <a:gd name="T3" fmla="*/ 2 h 166"/>
                <a:gd name="T4" fmla="*/ 73 w 138"/>
                <a:gd name="T5" fmla="*/ 9 h 166"/>
                <a:gd name="T6" fmla="*/ 85 w 138"/>
                <a:gd name="T7" fmla="*/ 22 h 166"/>
                <a:gd name="T8" fmla="*/ 132 w 138"/>
                <a:gd name="T9" fmla="*/ 96 h 166"/>
                <a:gd name="T10" fmla="*/ 138 w 138"/>
                <a:gd name="T11" fmla="*/ 113 h 166"/>
                <a:gd name="T12" fmla="*/ 138 w 138"/>
                <a:gd name="T13" fmla="*/ 131 h 166"/>
                <a:gd name="T14" fmla="*/ 129 w 138"/>
                <a:gd name="T15" fmla="*/ 146 h 166"/>
                <a:gd name="T16" fmla="*/ 115 w 138"/>
                <a:gd name="T17" fmla="*/ 159 h 166"/>
                <a:gd name="T18" fmla="*/ 99 w 138"/>
                <a:gd name="T19" fmla="*/ 166 h 166"/>
                <a:gd name="T20" fmla="*/ 80 w 138"/>
                <a:gd name="T21" fmla="*/ 164 h 166"/>
                <a:gd name="T22" fmla="*/ 64 w 138"/>
                <a:gd name="T23" fmla="*/ 157 h 166"/>
                <a:gd name="T24" fmla="*/ 52 w 138"/>
                <a:gd name="T25" fmla="*/ 143 h 166"/>
                <a:gd name="T26" fmla="*/ 5 w 138"/>
                <a:gd name="T27" fmla="*/ 70 h 166"/>
                <a:gd name="T28" fmla="*/ 0 w 138"/>
                <a:gd name="T29" fmla="*/ 52 h 166"/>
                <a:gd name="T30" fmla="*/ 0 w 138"/>
                <a:gd name="T31" fmla="*/ 35 h 166"/>
                <a:gd name="T32" fmla="*/ 8 w 138"/>
                <a:gd name="T33" fmla="*/ 17 h 166"/>
                <a:gd name="T34" fmla="*/ 22 w 138"/>
                <a:gd name="T35" fmla="*/ 7 h 166"/>
                <a:gd name="T36" fmla="*/ 40 w 138"/>
                <a:gd name="T37" fmla="*/ 0 h 1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38" h="166">
                  <a:moveTo>
                    <a:pt x="40" y="0"/>
                  </a:moveTo>
                  <a:lnTo>
                    <a:pt x="57" y="2"/>
                  </a:lnTo>
                  <a:lnTo>
                    <a:pt x="73" y="9"/>
                  </a:lnTo>
                  <a:lnTo>
                    <a:pt x="85" y="22"/>
                  </a:lnTo>
                  <a:lnTo>
                    <a:pt x="132" y="96"/>
                  </a:lnTo>
                  <a:lnTo>
                    <a:pt x="138" y="113"/>
                  </a:lnTo>
                  <a:lnTo>
                    <a:pt x="138" y="131"/>
                  </a:lnTo>
                  <a:lnTo>
                    <a:pt x="129" y="146"/>
                  </a:lnTo>
                  <a:lnTo>
                    <a:pt x="115" y="159"/>
                  </a:lnTo>
                  <a:lnTo>
                    <a:pt x="99" y="166"/>
                  </a:lnTo>
                  <a:lnTo>
                    <a:pt x="80" y="164"/>
                  </a:lnTo>
                  <a:lnTo>
                    <a:pt x="64" y="157"/>
                  </a:lnTo>
                  <a:lnTo>
                    <a:pt x="52" y="143"/>
                  </a:lnTo>
                  <a:lnTo>
                    <a:pt x="5" y="70"/>
                  </a:lnTo>
                  <a:lnTo>
                    <a:pt x="0" y="52"/>
                  </a:lnTo>
                  <a:lnTo>
                    <a:pt x="0" y="35"/>
                  </a:lnTo>
                  <a:lnTo>
                    <a:pt x="8" y="17"/>
                  </a:lnTo>
                  <a:lnTo>
                    <a:pt x="22" y="7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2" name="Freeform 16"/>
            <p:cNvSpPr>
              <a:spLocks/>
            </p:cNvSpPr>
            <p:nvPr userDrawn="1"/>
          </p:nvSpPr>
          <p:spPr bwMode="auto">
            <a:xfrm>
              <a:off x="4289426" y="-2582863"/>
              <a:ext cx="222250" cy="407988"/>
            </a:xfrm>
            <a:custGeom>
              <a:avLst/>
              <a:gdLst>
                <a:gd name="T0" fmla="*/ 53 w 140"/>
                <a:gd name="T1" fmla="*/ 0 h 257"/>
                <a:gd name="T2" fmla="*/ 68 w 140"/>
                <a:gd name="T3" fmla="*/ 7 h 257"/>
                <a:gd name="T4" fmla="*/ 82 w 140"/>
                <a:gd name="T5" fmla="*/ 19 h 257"/>
                <a:gd name="T6" fmla="*/ 89 w 140"/>
                <a:gd name="T7" fmla="*/ 35 h 257"/>
                <a:gd name="T8" fmla="*/ 140 w 140"/>
                <a:gd name="T9" fmla="*/ 199 h 257"/>
                <a:gd name="T10" fmla="*/ 140 w 140"/>
                <a:gd name="T11" fmla="*/ 218 h 257"/>
                <a:gd name="T12" fmla="*/ 135 w 140"/>
                <a:gd name="T13" fmla="*/ 234 h 257"/>
                <a:gd name="T14" fmla="*/ 122 w 140"/>
                <a:gd name="T15" fmla="*/ 248 h 257"/>
                <a:gd name="T16" fmla="*/ 105 w 140"/>
                <a:gd name="T17" fmla="*/ 255 h 257"/>
                <a:gd name="T18" fmla="*/ 88 w 140"/>
                <a:gd name="T19" fmla="*/ 257 h 257"/>
                <a:gd name="T20" fmla="*/ 70 w 140"/>
                <a:gd name="T21" fmla="*/ 250 h 257"/>
                <a:gd name="T22" fmla="*/ 58 w 140"/>
                <a:gd name="T23" fmla="*/ 239 h 257"/>
                <a:gd name="T24" fmla="*/ 49 w 140"/>
                <a:gd name="T25" fmla="*/ 222 h 257"/>
                <a:gd name="T26" fmla="*/ 0 w 140"/>
                <a:gd name="T27" fmla="*/ 58 h 257"/>
                <a:gd name="T28" fmla="*/ 0 w 140"/>
                <a:gd name="T29" fmla="*/ 40 h 257"/>
                <a:gd name="T30" fmla="*/ 5 w 140"/>
                <a:gd name="T31" fmla="*/ 23 h 257"/>
                <a:gd name="T32" fmla="*/ 18 w 140"/>
                <a:gd name="T33" fmla="*/ 11 h 257"/>
                <a:gd name="T34" fmla="*/ 33 w 140"/>
                <a:gd name="T35" fmla="*/ 2 h 257"/>
                <a:gd name="T36" fmla="*/ 53 w 140"/>
                <a:gd name="T37" fmla="*/ 0 h 2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40" h="257">
                  <a:moveTo>
                    <a:pt x="53" y="0"/>
                  </a:moveTo>
                  <a:lnTo>
                    <a:pt x="68" y="7"/>
                  </a:lnTo>
                  <a:lnTo>
                    <a:pt x="82" y="19"/>
                  </a:lnTo>
                  <a:lnTo>
                    <a:pt x="89" y="35"/>
                  </a:lnTo>
                  <a:lnTo>
                    <a:pt x="140" y="199"/>
                  </a:lnTo>
                  <a:lnTo>
                    <a:pt x="140" y="218"/>
                  </a:lnTo>
                  <a:lnTo>
                    <a:pt x="135" y="234"/>
                  </a:lnTo>
                  <a:lnTo>
                    <a:pt x="122" y="248"/>
                  </a:lnTo>
                  <a:lnTo>
                    <a:pt x="105" y="255"/>
                  </a:lnTo>
                  <a:lnTo>
                    <a:pt x="88" y="257"/>
                  </a:lnTo>
                  <a:lnTo>
                    <a:pt x="70" y="250"/>
                  </a:lnTo>
                  <a:lnTo>
                    <a:pt x="58" y="239"/>
                  </a:lnTo>
                  <a:lnTo>
                    <a:pt x="49" y="222"/>
                  </a:lnTo>
                  <a:lnTo>
                    <a:pt x="0" y="58"/>
                  </a:lnTo>
                  <a:lnTo>
                    <a:pt x="0" y="40"/>
                  </a:lnTo>
                  <a:lnTo>
                    <a:pt x="5" y="23"/>
                  </a:lnTo>
                  <a:lnTo>
                    <a:pt x="18" y="11"/>
                  </a:lnTo>
                  <a:lnTo>
                    <a:pt x="33" y="2"/>
                  </a:lnTo>
                  <a:lnTo>
                    <a:pt x="53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3" name="Freeform 17"/>
            <p:cNvSpPr>
              <a:spLocks/>
            </p:cNvSpPr>
            <p:nvPr userDrawn="1"/>
          </p:nvSpPr>
          <p:spPr bwMode="auto">
            <a:xfrm>
              <a:off x="4910138" y="-2876550"/>
              <a:ext cx="188913" cy="561975"/>
            </a:xfrm>
            <a:custGeom>
              <a:avLst/>
              <a:gdLst>
                <a:gd name="T0" fmla="*/ 44 w 119"/>
                <a:gd name="T1" fmla="*/ 0 h 354"/>
                <a:gd name="T2" fmla="*/ 63 w 119"/>
                <a:gd name="T3" fmla="*/ 4 h 354"/>
                <a:gd name="T4" fmla="*/ 77 w 119"/>
                <a:gd name="T5" fmla="*/ 12 h 354"/>
                <a:gd name="T6" fmla="*/ 87 w 119"/>
                <a:gd name="T7" fmla="*/ 26 h 354"/>
                <a:gd name="T8" fmla="*/ 93 w 119"/>
                <a:gd name="T9" fmla="*/ 44 h 354"/>
                <a:gd name="T10" fmla="*/ 119 w 119"/>
                <a:gd name="T11" fmla="*/ 306 h 354"/>
                <a:gd name="T12" fmla="*/ 115 w 119"/>
                <a:gd name="T13" fmla="*/ 323 h 354"/>
                <a:gd name="T14" fmla="*/ 107 w 119"/>
                <a:gd name="T15" fmla="*/ 339 h 354"/>
                <a:gd name="T16" fmla="*/ 93 w 119"/>
                <a:gd name="T17" fmla="*/ 349 h 354"/>
                <a:gd name="T18" fmla="*/ 75 w 119"/>
                <a:gd name="T19" fmla="*/ 354 h 354"/>
                <a:gd name="T20" fmla="*/ 58 w 119"/>
                <a:gd name="T21" fmla="*/ 351 h 354"/>
                <a:gd name="T22" fmla="*/ 42 w 119"/>
                <a:gd name="T23" fmla="*/ 342 h 354"/>
                <a:gd name="T24" fmla="*/ 32 w 119"/>
                <a:gd name="T25" fmla="*/ 328 h 354"/>
                <a:gd name="T26" fmla="*/ 26 w 119"/>
                <a:gd name="T27" fmla="*/ 311 h 354"/>
                <a:gd name="T28" fmla="*/ 0 w 119"/>
                <a:gd name="T29" fmla="*/ 49 h 354"/>
                <a:gd name="T30" fmla="*/ 4 w 119"/>
                <a:gd name="T31" fmla="*/ 32 h 354"/>
                <a:gd name="T32" fmla="*/ 12 w 119"/>
                <a:gd name="T33" fmla="*/ 16 h 354"/>
                <a:gd name="T34" fmla="*/ 26 w 119"/>
                <a:gd name="T35" fmla="*/ 5 h 354"/>
                <a:gd name="T36" fmla="*/ 44 w 119"/>
                <a:gd name="T37" fmla="*/ 0 h 3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19" h="354">
                  <a:moveTo>
                    <a:pt x="44" y="0"/>
                  </a:moveTo>
                  <a:lnTo>
                    <a:pt x="63" y="4"/>
                  </a:lnTo>
                  <a:lnTo>
                    <a:pt x="77" y="12"/>
                  </a:lnTo>
                  <a:lnTo>
                    <a:pt x="87" y="26"/>
                  </a:lnTo>
                  <a:lnTo>
                    <a:pt x="93" y="44"/>
                  </a:lnTo>
                  <a:lnTo>
                    <a:pt x="119" y="306"/>
                  </a:lnTo>
                  <a:lnTo>
                    <a:pt x="115" y="323"/>
                  </a:lnTo>
                  <a:lnTo>
                    <a:pt x="107" y="339"/>
                  </a:lnTo>
                  <a:lnTo>
                    <a:pt x="93" y="349"/>
                  </a:lnTo>
                  <a:lnTo>
                    <a:pt x="75" y="354"/>
                  </a:lnTo>
                  <a:lnTo>
                    <a:pt x="58" y="351"/>
                  </a:lnTo>
                  <a:lnTo>
                    <a:pt x="42" y="342"/>
                  </a:lnTo>
                  <a:lnTo>
                    <a:pt x="32" y="328"/>
                  </a:lnTo>
                  <a:lnTo>
                    <a:pt x="26" y="311"/>
                  </a:lnTo>
                  <a:lnTo>
                    <a:pt x="0" y="49"/>
                  </a:lnTo>
                  <a:lnTo>
                    <a:pt x="4" y="32"/>
                  </a:lnTo>
                  <a:lnTo>
                    <a:pt x="12" y="16"/>
                  </a:lnTo>
                  <a:lnTo>
                    <a:pt x="26" y="5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4" name="Freeform 18"/>
            <p:cNvSpPr>
              <a:spLocks/>
            </p:cNvSpPr>
            <p:nvPr userDrawn="1"/>
          </p:nvSpPr>
          <p:spPr bwMode="auto">
            <a:xfrm>
              <a:off x="5541963" y="-3081338"/>
              <a:ext cx="174625" cy="703263"/>
            </a:xfrm>
            <a:custGeom>
              <a:avLst/>
              <a:gdLst>
                <a:gd name="T0" fmla="*/ 68 w 110"/>
                <a:gd name="T1" fmla="*/ 0 h 443"/>
                <a:gd name="T2" fmla="*/ 86 w 110"/>
                <a:gd name="T3" fmla="*/ 5 h 443"/>
                <a:gd name="T4" fmla="*/ 100 w 110"/>
                <a:gd name="T5" fmla="*/ 16 h 443"/>
                <a:gd name="T6" fmla="*/ 107 w 110"/>
                <a:gd name="T7" fmla="*/ 31 h 443"/>
                <a:gd name="T8" fmla="*/ 110 w 110"/>
                <a:gd name="T9" fmla="*/ 51 h 443"/>
                <a:gd name="T10" fmla="*/ 93 w 110"/>
                <a:gd name="T11" fmla="*/ 401 h 443"/>
                <a:gd name="T12" fmla="*/ 87 w 110"/>
                <a:gd name="T13" fmla="*/ 419 h 443"/>
                <a:gd name="T14" fmla="*/ 75 w 110"/>
                <a:gd name="T15" fmla="*/ 433 h 443"/>
                <a:gd name="T16" fmla="*/ 61 w 110"/>
                <a:gd name="T17" fmla="*/ 442 h 443"/>
                <a:gd name="T18" fmla="*/ 42 w 110"/>
                <a:gd name="T19" fmla="*/ 443 h 443"/>
                <a:gd name="T20" fmla="*/ 25 w 110"/>
                <a:gd name="T21" fmla="*/ 438 h 443"/>
                <a:gd name="T22" fmla="*/ 11 w 110"/>
                <a:gd name="T23" fmla="*/ 426 h 443"/>
                <a:gd name="T24" fmla="*/ 2 w 110"/>
                <a:gd name="T25" fmla="*/ 412 h 443"/>
                <a:gd name="T26" fmla="*/ 0 w 110"/>
                <a:gd name="T27" fmla="*/ 393 h 443"/>
                <a:gd name="T28" fmla="*/ 18 w 110"/>
                <a:gd name="T29" fmla="*/ 42 h 443"/>
                <a:gd name="T30" fmla="*/ 23 w 110"/>
                <a:gd name="T31" fmla="*/ 24 h 443"/>
                <a:gd name="T32" fmla="*/ 33 w 110"/>
                <a:gd name="T33" fmla="*/ 10 h 443"/>
                <a:gd name="T34" fmla="*/ 49 w 110"/>
                <a:gd name="T35" fmla="*/ 2 h 443"/>
                <a:gd name="T36" fmla="*/ 68 w 110"/>
                <a:gd name="T37" fmla="*/ 0 h 4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10" h="443">
                  <a:moveTo>
                    <a:pt x="68" y="0"/>
                  </a:moveTo>
                  <a:lnTo>
                    <a:pt x="86" y="5"/>
                  </a:lnTo>
                  <a:lnTo>
                    <a:pt x="100" y="16"/>
                  </a:lnTo>
                  <a:lnTo>
                    <a:pt x="107" y="31"/>
                  </a:lnTo>
                  <a:lnTo>
                    <a:pt x="110" y="51"/>
                  </a:lnTo>
                  <a:lnTo>
                    <a:pt x="93" y="401"/>
                  </a:lnTo>
                  <a:lnTo>
                    <a:pt x="87" y="419"/>
                  </a:lnTo>
                  <a:lnTo>
                    <a:pt x="75" y="433"/>
                  </a:lnTo>
                  <a:lnTo>
                    <a:pt x="61" y="442"/>
                  </a:lnTo>
                  <a:lnTo>
                    <a:pt x="42" y="443"/>
                  </a:lnTo>
                  <a:lnTo>
                    <a:pt x="25" y="438"/>
                  </a:lnTo>
                  <a:lnTo>
                    <a:pt x="11" y="426"/>
                  </a:lnTo>
                  <a:lnTo>
                    <a:pt x="2" y="412"/>
                  </a:lnTo>
                  <a:lnTo>
                    <a:pt x="0" y="393"/>
                  </a:lnTo>
                  <a:lnTo>
                    <a:pt x="18" y="42"/>
                  </a:lnTo>
                  <a:lnTo>
                    <a:pt x="23" y="24"/>
                  </a:lnTo>
                  <a:lnTo>
                    <a:pt x="33" y="10"/>
                  </a:lnTo>
                  <a:lnTo>
                    <a:pt x="49" y="2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5" name="Freeform 19"/>
            <p:cNvSpPr>
              <a:spLocks/>
            </p:cNvSpPr>
            <p:nvPr userDrawn="1"/>
          </p:nvSpPr>
          <p:spPr bwMode="auto">
            <a:xfrm>
              <a:off x="6140451" y="-3203575"/>
              <a:ext cx="271463" cy="831850"/>
            </a:xfrm>
            <a:custGeom>
              <a:avLst/>
              <a:gdLst>
                <a:gd name="T0" fmla="*/ 119 w 171"/>
                <a:gd name="T1" fmla="*/ 0 h 524"/>
                <a:gd name="T2" fmla="*/ 136 w 171"/>
                <a:gd name="T3" fmla="*/ 0 h 524"/>
                <a:gd name="T4" fmla="*/ 154 w 171"/>
                <a:gd name="T5" fmla="*/ 9 h 524"/>
                <a:gd name="T6" fmla="*/ 166 w 171"/>
                <a:gd name="T7" fmla="*/ 21 h 524"/>
                <a:gd name="T8" fmla="*/ 171 w 171"/>
                <a:gd name="T9" fmla="*/ 37 h 524"/>
                <a:gd name="T10" fmla="*/ 171 w 171"/>
                <a:gd name="T11" fmla="*/ 56 h 524"/>
                <a:gd name="T12" fmla="*/ 91 w 171"/>
                <a:gd name="T13" fmla="*/ 489 h 524"/>
                <a:gd name="T14" fmla="*/ 84 w 171"/>
                <a:gd name="T15" fmla="*/ 506 h 524"/>
                <a:gd name="T16" fmla="*/ 70 w 171"/>
                <a:gd name="T17" fmla="*/ 517 h 524"/>
                <a:gd name="T18" fmla="*/ 54 w 171"/>
                <a:gd name="T19" fmla="*/ 524 h 524"/>
                <a:gd name="T20" fmla="*/ 37 w 171"/>
                <a:gd name="T21" fmla="*/ 524 h 524"/>
                <a:gd name="T22" fmla="*/ 19 w 171"/>
                <a:gd name="T23" fmla="*/ 517 h 524"/>
                <a:gd name="T24" fmla="*/ 7 w 171"/>
                <a:gd name="T25" fmla="*/ 503 h 524"/>
                <a:gd name="T26" fmla="*/ 0 w 171"/>
                <a:gd name="T27" fmla="*/ 487 h 524"/>
                <a:gd name="T28" fmla="*/ 2 w 171"/>
                <a:gd name="T29" fmla="*/ 468 h 524"/>
                <a:gd name="T30" fmla="*/ 82 w 171"/>
                <a:gd name="T31" fmla="*/ 35 h 524"/>
                <a:gd name="T32" fmla="*/ 89 w 171"/>
                <a:gd name="T33" fmla="*/ 19 h 524"/>
                <a:gd name="T34" fmla="*/ 101 w 171"/>
                <a:gd name="T35" fmla="*/ 7 h 524"/>
                <a:gd name="T36" fmla="*/ 119 w 171"/>
                <a:gd name="T37" fmla="*/ 0 h 5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71" h="524">
                  <a:moveTo>
                    <a:pt x="119" y="0"/>
                  </a:moveTo>
                  <a:lnTo>
                    <a:pt x="136" y="0"/>
                  </a:lnTo>
                  <a:lnTo>
                    <a:pt x="154" y="9"/>
                  </a:lnTo>
                  <a:lnTo>
                    <a:pt x="166" y="21"/>
                  </a:lnTo>
                  <a:lnTo>
                    <a:pt x="171" y="37"/>
                  </a:lnTo>
                  <a:lnTo>
                    <a:pt x="171" y="56"/>
                  </a:lnTo>
                  <a:lnTo>
                    <a:pt x="91" y="489"/>
                  </a:lnTo>
                  <a:lnTo>
                    <a:pt x="84" y="506"/>
                  </a:lnTo>
                  <a:lnTo>
                    <a:pt x="70" y="517"/>
                  </a:lnTo>
                  <a:lnTo>
                    <a:pt x="54" y="524"/>
                  </a:lnTo>
                  <a:lnTo>
                    <a:pt x="37" y="524"/>
                  </a:lnTo>
                  <a:lnTo>
                    <a:pt x="19" y="517"/>
                  </a:lnTo>
                  <a:lnTo>
                    <a:pt x="7" y="503"/>
                  </a:lnTo>
                  <a:lnTo>
                    <a:pt x="0" y="487"/>
                  </a:lnTo>
                  <a:lnTo>
                    <a:pt x="2" y="468"/>
                  </a:lnTo>
                  <a:lnTo>
                    <a:pt x="82" y="35"/>
                  </a:lnTo>
                  <a:lnTo>
                    <a:pt x="89" y="19"/>
                  </a:lnTo>
                  <a:lnTo>
                    <a:pt x="101" y="7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6" name="Freeform 20"/>
            <p:cNvSpPr>
              <a:spLocks/>
            </p:cNvSpPr>
            <p:nvPr userDrawn="1"/>
          </p:nvSpPr>
          <p:spPr bwMode="auto">
            <a:xfrm>
              <a:off x="6724651" y="-3240088"/>
              <a:ext cx="404813" cy="950913"/>
            </a:xfrm>
            <a:custGeom>
              <a:avLst/>
              <a:gdLst>
                <a:gd name="T0" fmla="*/ 206 w 255"/>
                <a:gd name="T1" fmla="*/ 0 h 599"/>
                <a:gd name="T2" fmla="*/ 226 w 255"/>
                <a:gd name="T3" fmla="*/ 4 h 599"/>
                <a:gd name="T4" fmla="*/ 241 w 255"/>
                <a:gd name="T5" fmla="*/ 13 h 599"/>
                <a:gd name="T6" fmla="*/ 252 w 255"/>
                <a:gd name="T7" fmla="*/ 27 h 599"/>
                <a:gd name="T8" fmla="*/ 255 w 255"/>
                <a:gd name="T9" fmla="*/ 44 h 599"/>
                <a:gd name="T10" fmla="*/ 254 w 255"/>
                <a:gd name="T11" fmla="*/ 62 h 599"/>
                <a:gd name="T12" fmla="*/ 90 w 255"/>
                <a:gd name="T13" fmla="*/ 569 h 599"/>
                <a:gd name="T14" fmla="*/ 81 w 255"/>
                <a:gd name="T15" fmla="*/ 585 h 599"/>
                <a:gd name="T16" fmla="*/ 65 w 255"/>
                <a:gd name="T17" fmla="*/ 596 h 599"/>
                <a:gd name="T18" fmla="*/ 49 w 255"/>
                <a:gd name="T19" fmla="*/ 599 h 599"/>
                <a:gd name="T20" fmla="*/ 30 w 255"/>
                <a:gd name="T21" fmla="*/ 597 h 599"/>
                <a:gd name="T22" fmla="*/ 14 w 255"/>
                <a:gd name="T23" fmla="*/ 587 h 599"/>
                <a:gd name="T24" fmla="*/ 4 w 255"/>
                <a:gd name="T25" fmla="*/ 573 h 599"/>
                <a:gd name="T26" fmla="*/ 0 w 255"/>
                <a:gd name="T27" fmla="*/ 556 h 599"/>
                <a:gd name="T28" fmla="*/ 2 w 255"/>
                <a:gd name="T29" fmla="*/ 538 h 599"/>
                <a:gd name="T30" fmla="*/ 166 w 255"/>
                <a:gd name="T31" fmla="*/ 30 h 599"/>
                <a:gd name="T32" fmla="*/ 175 w 255"/>
                <a:gd name="T33" fmla="*/ 16 h 599"/>
                <a:gd name="T34" fmla="*/ 191 w 255"/>
                <a:gd name="T35" fmla="*/ 6 h 599"/>
                <a:gd name="T36" fmla="*/ 206 w 255"/>
                <a:gd name="T37" fmla="*/ 0 h 5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5" h="599">
                  <a:moveTo>
                    <a:pt x="206" y="0"/>
                  </a:moveTo>
                  <a:lnTo>
                    <a:pt x="226" y="4"/>
                  </a:lnTo>
                  <a:lnTo>
                    <a:pt x="241" y="13"/>
                  </a:lnTo>
                  <a:lnTo>
                    <a:pt x="252" y="27"/>
                  </a:lnTo>
                  <a:lnTo>
                    <a:pt x="255" y="44"/>
                  </a:lnTo>
                  <a:lnTo>
                    <a:pt x="254" y="62"/>
                  </a:lnTo>
                  <a:lnTo>
                    <a:pt x="90" y="569"/>
                  </a:lnTo>
                  <a:lnTo>
                    <a:pt x="81" y="585"/>
                  </a:lnTo>
                  <a:lnTo>
                    <a:pt x="65" y="596"/>
                  </a:lnTo>
                  <a:lnTo>
                    <a:pt x="49" y="599"/>
                  </a:lnTo>
                  <a:lnTo>
                    <a:pt x="30" y="597"/>
                  </a:lnTo>
                  <a:lnTo>
                    <a:pt x="14" y="587"/>
                  </a:lnTo>
                  <a:lnTo>
                    <a:pt x="4" y="573"/>
                  </a:lnTo>
                  <a:lnTo>
                    <a:pt x="0" y="556"/>
                  </a:lnTo>
                  <a:lnTo>
                    <a:pt x="2" y="538"/>
                  </a:lnTo>
                  <a:lnTo>
                    <a:pt x="166" y="30"/>
                  </a:lnTo>
                  <a:lnTo>
                    <a:pt x="175" y="16"/>
                  </a:lnTo>
                  <a:lnTo>
                    <a:pt x="191" y="6"/>
                  </a:lnTo>
                  <a:lnTo>
                    <a:pt x="206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7" name="Freeform 21"/>
            <p:cNvSpPr>
              <a:spLocks/>
            </p:cNvSpPr>
            <p:nvPr userDrawn="1"/>
          </p:nvSpPr>
          <p:spPr bwMode="auto">
            <a:xfrm>
              <a:off x="7299326" y="-3173413"/>
              <a:ext cx="558800" cy="1039813"/>
            </a:xfrm>
            <a:custGeom>
              <a:avLst/>
              <a:gdLst>
                <a:gd name="T0" fmla="*/ 309 w 352"/>
                <a:gd name="T1" fmla="*/ 0 h 655"/>
                <a:gd name="T2" fmla="*/ 326 w 352"/>
                <a:gd name="T3" fmla="*/ 6 h 655"/>
                <a:gd name="T4" fmla="*/ 342 w 352"/>
                <a:gd name="T5" fmla="*/ 18 h 655"/>
                <a:gd name="T6" fmla="*/ 349 w 352"/>
                <a:gd name="T7" fmla="*/ 32 h 655"/>
                <a:gd name="T8" fmla="*/ 352 w 352"/>
                <a:gd name="T9" fmla="*/ 49 h 655"/>
                <a:gd name="T10" fmla="*/ 347 w 352"/>
                <a:gd name="T11" fmla="*/ 68 h 655"/>
                <a:gd name="T12" fmla="*/ 87 w 352"/>
                <a:gd name="T13" fmla="*/ 630 h 655"/>
                <a:gd name="T14" fmla="*/ 77 w 352"/>
                <a:gd name="T15" fmla="*/ 644 h 655"/>
                <a:gd name="T16" fmla="*/ 61 w 352"/>
                <a:gd name="T17" fmla="*/ 653 h 655"/>
                <a:gd name="T18" fmla="*/ 43 w 352"/>
                <a:gd name="T19" fmla="*/ 655 h 655"/>
                <a:gd name="T20" fmla="*/ 26 w 352"/>
                <a:gd name="T21" fmla="*/ 650 h 655"/>
                <a:gd name="T22" fmla="*/ 10 w 352"/>
                <a:gd name="T23" fmla="*/ 639 h 655"/>
                <a:gd name="T24" fmla="*/ 3 w 352"/>
                <a:gd name="T25" fmla="*/ 623 h 655"/>
                <a:gd name="T26" fmla="*/ 0 w 352"/>
                <a:gd name="T27" fmla="*/ 606 h 655"/>
                <a:gd name="T28" fmla="*/ 5 w 352"/>
                <a:gd name="T29" fmla="*/ 589 h 655"/>
                <a:gd name="T30" fmla="*/ 265 w 352"/>
                <a:gd name="T31" fmla="*/ 27 h 655"/>
                <a:gd name="T32" fmla="*/ 276 w 352"/>
                <a:gd name="T33" fmla="*/ 11 h 655"/>
                <a:gd name="T34" fmla="*/ 291 w 352"/>
                <a:gd name="T35" fmla="*/ 4 h 655"/>
                <a:gd name="T36" fmla="*/ 309 w 352"/>
                <a:gd name="T37" fmla="*/ 0 h 6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52" h="655">
                  <a:moveTo>
                    <a:pt x="309" y="0"/>
                  </a:moveTo>
                  <a:lnTo>
                    <a:pt x="326" y="6"/>
                  </a:lnTo>
                  <a:lnTo>
                    <a:pt x="342" y="18"/>
                  </a:lnTo>
                  <a:lnTo>
                    <a:pt x="349" y="32"/>
                  </a:lnTo>
                  <a:lnTo>
                    <a:pt x="352" y="49"/>
                  </a:lnTo>
                  <a:lnTo>
                    <a:pt x="347" y="68"/>
                  </a:lnTo>
                  <a:lnTo>
                    <a:pt x="87" y="630"/>
                  </a:lnTo>
                  <a:lnTo>
                    <a:pt x="77" y="644"/>
                  </a:lnTo>
                  <a:lnTo>
                    <a:pt x="61" y="653"/>
                  </a:lnTo>
                  <a:lnTo>
                    <a:pt x="43" y="655"/>
                  </a:lnTo>
                  <a:lnTo>
                    <a:pt x="26" y="650"/>
                  </a:lnTo>
                  <a:lnTo>
                    <a:pt x="10" y="639"/>
                  </a:lnTo>
                  <a:lnTo>
                    <a:pt x="3" y="623"/>
                  </a:lnTo>
                  <a:lnTo>
                    <a:pt x="0" y="606"/>
                  </a:lnTo>
                  <a:lnTo>
                    <a:pt x="5" y="589"/>
                  </a:lnTo>
                  <a:lnTo>
                    <a:pt x="265" y="27"/>
                  </a:lnTo>
                  <a:lnTo>
                    <a:pt x="276" y="11"/>
                  </a:lnTo>
                  <a:lnTo>
                    <a:pt x="291" y="4"/>
                  </a:lnTo>
                  <a:lnTo>
                    <a:pt x="309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8" name="Freeform 22"/>
            <p:cNvSpPr>
              <a:spLocks/>
            </p:cNvSpPr>
            <p:nvPr userDrawn="1"/>
          </p:nvSpPr>
          <p:spPr bwMode="auto">
            <a:xfrm>
              <a:off x="7864476" y="-3006725"/>
              <a:ext cx="720725" cy="1103313"/>
            </a:xfrm>
            <a:custGeom>
              <a:avLst/>
              <a:gdLst>
                <a:gd name="T0" fmla="*/ 417 w 454"/>
                <a:gd name="T1" fmla="*/ 0 h 695"/>
                <a:gd name="T2" fmla="*/ 433 w 454"/>
                <a:gd name="T3" fmla="*/ 7 h 695"/>
                <a:gd name="T4" fmla="*/ 447 w 454"/>
                <a:gd name="T5" fmla="*/ 21 h 695"/>
                <a:gd name="T6" fmla="*/ 454 w 454"/>
                <a:gd name="T7" fmla="*/ 37 h 695"/>
                <a:gd name="T8" fmla="*/ 454 w 454"/>
                <a:gd name="T9" fmla="*/ 54 h 695"/>
                <a:gd name="T10" fmla="*/ 447 w 454"/>
                <a:gd name="T11" fmla="*/ 72 h 695"/>
                <a:gd name="T12" fmla="*/ 84 w 454"/>
                <a:gd name="T13" fmla="*/ 676 h 695"/>
                <a:gd name="T14" fmla="*/ 70 w 454"/>
                <a:gd name="T15" fmla="*/ 688 h 695"/>
                <a:gd name="T16" fmla="*/ 54 w 454"/>
                <a:gd name="T17" fmla="*/ 695 h 695"/>
                <a:gd name="T18" fmla="*/ 37 w 454"/>
                <a:gd name="T19" fmla="*/ 695 h 695"/>
                <a:gd name="T20" fmla="*/ 19 w 454"/>
                <a:gd name="T21" fmla="*/ 688 h 695"/>
                <a:gd name="T22" fmla="*/ 7 w 454"/>
                <a:gd name="T23" fmla="*/ 676 h 695"/>
                <a:gd name="T24" fmla="*/ 0 w 454"/>
                <a:gd name="T25" fmla="*/ 660 h 695"/>
                <a:gd name="T26" fmla="*/ 0 w 454"/>
                <a:gd name="T27" fmla="*/ 642 h 695"/>
                <a:gd name="T28" fmla="*/ 7 w 454"/>
                <a:gd name="T29" fmla="*/ 625 h 695"/>
                <a:gd name="T30" fmla="*/ 370 w 454"/>
                <a:gd name="T31" fmla="*/ 21 h 695"/>
                <a:gd name="T32" fmla="*/ 382 w 454"/>
                <a:gd name="T33" fmla="*/ 7 h 695"/>
                <a:gd name="T34" fmla="*/ 400 w 454"/>
                <a:gd name="T35" fmla="*/ 0 h 695"/>
                <a:gd name="T36" fmla="*/ 417 w 454"/>
                <a:gd name="T37" fmla="*/ 0 h 6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454" h="695">
                  <a:moveTo>
                    <a:pt x="417" y="0"/>
                  </a:moveTo>
                  <a:lnTo>
                    <a:pt x="433" y="7"/>
                  </a:lnTo>
                  <a:lnTo>
                    <a:pt x="447" y="21"/>
                  </a:lnTo>
                  <a:lnTo>
                    <a:pt x="454" y="37"/>
                  </a:lnTo>
                  <a:lnTo>
                    <a:pt x="454" y="54"/>
                  </a:lnTo>
                  <a:lnTo>
                    <a:pt x="447" y="72"/>
                  </a:lnTo>
                  <a:lnTo>
                    <a:pt x="84" y="676"/>
                  </a:lnTo>
                  <a:lnTo>
                    <a:pt x="70" y="688"/>
                  </a:lnTo>
                  <a:lnTo>
                    <a:pt x="54" y="695"/>
                  </a:lnTo>
                  <a:lnTo>
                    <a:pt x="37" y="695"/>
                  </a:lnTo>
                  <a:lnTo>
                    <a:pt x="19" y="688"/>
                  </a:lnTo>
                  <a:lnTo>
                    <a:pt x="7" y="676"/>
                  </a:lnTo>
                  <a:lnTo>
                    <a:pt x="0" y="660"/>
                  </a:lnTo>
                  <a:lnTo>
                    <a:pt x="0" y="642"/>
                  </a:lnTo>
                  <a:lnTo>
                    <a:pt x="7" y="625"/>
                  </a:lnTo>
                  <a:lnTo>
                    <a:pt x="370" y="21"/>
                  </a:lnTo>
                  <a:lnTo>
                    <a:pt x="382" y="7"/>
                  </a:lnTo>
                  <a:lnTo>
                    <a:pt x="400" y="0"/>
                  </a:lnTo>
                  <a:lnTo>
                    <a:pt x="417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29" name="Freeform 23"/>
            <p:cNvSpPr>
              <a:spLocks/>
            </p:cNvSpPr>
            <p:nvPr userDrawn="1"/>
          </p:nvSpPr>
          <p:spPr bwMode="auto">
            <a:xfrm>
              <a:off x="8393113" y="-2740025"/>
              <a:ext cx="909638" cy="1138238"/>
            </a:xfrm>
            <a:custGeom>
              <a:avLst/>
              <a:gdLst>
                <a:gd name="T0" fmla="*/ 522 w 573"/>
                <a:gd name="T1" fmla="*/ 0 h 717"/>
                <a:gd name="T2" fmla="*/ 540 w 573"/>
                <a:gd name="T3" fmla="*/ 1 h 717"/>
                <a:gd name="T4" fmla="*/ 557 w 573"/>
                <a:gd name="T5" fmla="*/ 10 h 717"/>
                <a:gd name="T6" fmla="*/ 568 w 573"/>
                <a:gd name="T7" fmla="*/ 24 h 717"/>
                <a:gd name="T8" fmla="*/ 573 w 573"/>
                <a:gd name="T9" fmla="*/ 40 h 717"/>
                <a:gd name="T10" fmla="*/ 571 w 573"/>
                <a:gd name="T11" fmla="*/ 57 h 717"/>
                <a:gd name="T12" fmla="*/ 562 w 573"/>
                <a:gd name="T13" fmla="*/ 75 h 717"/>
                <a:gd name="T14" fmla="*/ 81 w 573"/>
                <a:gd name="T15" fmla="*/ 700 h 717"/>
                <a:gd name="T16" fmla="*/ 67 w 573"/>
                <a:gd name="T17" fmla="*/ 712 h 717"/>
                <a:gd name="T18" fmla="*/ 51 w 573"/>
                <a:gd name="T19" fmla="*/ 717 h 717"/>
                <a:gd name="T20" fmla="*/ 32 w 573"/>
                <a:gd name="T21" fmla="*/ 715 h 717"/>
                <a:gd name="T22" fmla="*/ 16 w 573"/>
                <a:gd name="T23" fmla="*/ 707 h 717"/>
                <a:gd name="T24" fmla="*/ 5 w 573"/>
                <a:gd name="T25" fmla="*/ 693 h 717"/>
                <a:gd name="T26" fmla="*/ 0 w 573"/>
                <a:gd name="T27" fmla="*/ 675 h 717"/>
                <a:gd name="T28" fmla="*/ 2 w 573"/>
                <a:gd name="T29" fmla="*/ 658 h 717"/>
                <a:gd name="T30" fmla="*/ 11 w 573"/>
                <a:gd name="T31" fmla="*/ 642 h 717"/>
                <a:gd name="T32" fmla="*/ 491 w 573"/>
                <a:gd name="T33" fmla="*/ 15 h 717"/>
                <a:gd name="T34" fmla="*/ 506 w 573"/>
                <a:gd name="T35" fmla="*/ 3 h 717"/>
                <a:gd name="T36" fmla="*/ 522 w 573"/>
                <a:gd name="T37" fmla="*/ 0 h 7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73" h="717">
                  <a:moveTo>
                    <a:pt x="522" y="0"/>
                  </a:moveTo>
                  <a:lnTo>
                    <a:pt x="540" y="1"/>
                  </a:lnTo>
                  <a:lnTo>
                    <a:pt x="557" y="10"/>
                  </a:lnTo>
                  <a:lnTo>
                    <a:pt x="568" y="24"/>
                  </a:lnTo>
                  <a:lnTo>
                    <a:pt x="573" y="40"/>
                  </a:lnTo>
                  <a:lnTo>
                    <a:pt x="571" y="57"/>
                  </a:lnTo>
                  <a:lnTo>
                    <a:pt x="562" y="75"/>
                  </a:lnTo>
                  <a:lnTo>
                    <a:pt x="81" y="700"/>
                  </a:lnTo>
                  <a:lnTo>
                    <a:pt x="67" y="712"/>
                  </a:lnTo>
                  <a:lnTo>
                    <a:pt x="51" y="717"/>
                  </a:lnTo>
                  <a:lnTo>
                    <a:pt x="32" y="715"/>
                  </a:lnTo>
                  <a:lnTo>
                    <a:pt x="16" y="707"/>
                  </a:lnTo>
                  <a:lnTo>
                    <a:pt x="5" y="693"/>
                  </a:lnTo>
                  <a:lnTo>
                    <a:pt x="0" y="675"/>
                  </a:lnTo>
                  <a:lnTo>
                    <a:pt x="2" y="658"/>
                  </a:lnTo>
                  <a:lnTo>
                    <a:pt x="11" y="642"/>
                  </a:lnTo>
                  <a:lnTo>
                    <a:pt x="491" y="15"/>
                  </a:lnTo>
                  <a:lnTo>
                    <a:pt x="506" y="3"/>
                  </a:lnTo>
                  <a:lnTo>
                    <a:pt x="522" y="0"/>
                  </a:lnTo>
                  <a:close/>
                </a:path>
              </a:pathLst>
            </a:custGeom>
            <a:solidFill>
              <a:srgbClr val="F36A25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sp>
        <p:nvSpPr>
          <p:cNvPr id="3" name="Text Placeholder 2"/>
          <p:cNvSpPr>
            <a:spLocks noGrp="1"/>
          </p:cNvSpPr>
          <p:nvPr userDrawn="1">
            <p:ph type="body" idx="1"/>
          </p:nvPr>
        </p:nvSpPr>
        <p:spPr>
          <a:xfrm>
            <a:off x="380010" y="1481446"/>
            <a:ext cx="838398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 userDrawn="1">
            <p:ph type="sldNum" sz="quarter" idx="4"/>
          </p:nvPr>
        </p:nvSpPr>
        <p:spPr>
          <a:xfrm>
            <a:off x="8122757" y="6363712"/>
            <a:ext cx="8616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>
                <a:solidFill>
                  <a:schemeClr val="accent2"/>
                </a:solidFill>
              </a:defRPr>
            </a:lvl1pPr>
          </a:lstStyle>
          <a:p>
            <a:fld id="{F6728BC2-ACA3-447C-A909-F3F49211C0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380010" y="-4950"/>
            <a:ext cx="6222671" cy="12241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00464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704" r:id="rId3"/>
    <p:sldLayoutId id="2147483705" r:id="rId4"/>
    <p:sldLayoutId id="2147483694" r:id="rId5"/>
    <p:sldLayoutId id="2147483698" r:id="rId6"/>
    <p:sldLayoutId id="2147483699" r:id="rId7"/>
    <p:sldLayoutId id="2147483695" r:id="rId8"/>
    <p:sldLayoutId id="2147483703" r:id="rId9"/>
    <p:sldLayoutId id="2147483701" r:id="rId10"/>
    <p:sldLayoutId id="2147483702" r:id="rId11"/>
    <p:sldLayoutId id="2147483696" r:id="rId12"/>
    <p:sldLayoutId id="2147483697" r:id="rId13"/>
    <p:sldLayoutId id="2147483706" r:id="rId14"/>
    <p:sldLayoutId id="2147483707" r:id="rId15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 spc="10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chemeClr val="accent1"/>
        </a:buClr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chemeClr val="accent1"/>
        </a:buClr>
        <a:buFont typeface="Arial" panose="020B0604020202020204" pitchFamily="34" charset="0"/>
        <a:buChar char="–"/>
        <a:defRPr sz="24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anose="020B0604020202020204" pitchFamily="34" charset="0"/>
        <a:buChar char="–"/>
        <a:defRPr sz="18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anose="020B0604020202020204" pitchFamily="34" charset="0"/>
        <a:buChar char="»"/>
        <a:defRPr sz="18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Components - Advanced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7A1EBCD-4831-59E4-AF54-61F13329BB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React</a:t>
            </a:r>
          </a:p>
        </p:txBody>
      </p:sp>
    </p:spTree>
    <p:extLst>
      <p:ext uri="{BB962C8B-B14F-4D97-AF65-F5344CB8AC3E}">
        <p14:creationId xmlns:p14="http://schemas.microsoft.com/office/powerpoint/2010/main" val="23937962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28BC2-ACA3-447C-A909-F3F49211C066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C8A36B9-6DAA-9178-3579-608F2BF23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6D359-271F-7BC2-20B4-ACE4AE76B8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Controlled vs Uncontrolled Components</a:t>
            </a:r>
          </a:p>
          <a:p>
            <a:r>
              <a:rPr lang="en-US" dirty="0"/>
              <a:t>Higher-Order Components</a:t>
            </a:r>
          </a:p>
        </p:txBody>
      </p:sp>
    </p:spTree>
    <p:extLst>
      <p:ext uri="{BB962C8B-B14F-4D97-AF65-F5344CB8AC3E}">
        <p14:creationId xmlns:p14="http://schemas.microsoft.com/office/powerpoint/2010/main" val="39759983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7EF1B-6214-51BF-D160-DCBEB29EF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BFE6DED-1C86-2A6B-CEF1-695239D54CA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122757" y="6363712"/>
            <a:ext cx="861671" cy="365125"/>
          </a:xfr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spcAft>
                <a:spcPts val="600"/>
              </a:spcAft>
            </a:pPr>
            <a:fld id="{00000000-1234-1234-1234-123412341234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sp>
        <p:nvSpPr>
          <p:cNvPr id="4" name="Google Shape;212;p15">
            <a:extLst>
              <a:ext uri="{FF2B5EF4-FFF2-40B4-BE49-F238E27FC236}">
                <a16:creationId xmlns:a16="http://schemas.microsoft.com/office/drawing/2014/main" id="{2E991E97-8612-A1CC-EAC8-757E0EF42BD5}"/>
              </a:ext>
            </a:extLst>
          </p:cNvPr>
          <p:cNvSpPr txBox="1">
            <a:spLocks/>
          </p:cNvSpPr>
          <p:nvPr/>
        </p:nvSpPr>
        <p:spPr>
          <a:xfrm>
            <a:off x="157163" y="2493034"/>
            <a:ext cx="8826500" cy="3591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457200" indent="-228600" algn="ctr">
              <a:spcBef>
                <a:spcPts val="560"/>
              </a:spcBef>
              <a:buClr>
                <a:schemeClr val="accent1"/>
              </a:buClr>
              <a:buSzPts val="2800"/>
            </a:pPr>
            <a:r>
              <a:rPr lang="en-US" sz="40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Controlled vs Uncontrolled Components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117EE6-BC0A-D8BA-3290-58295FA522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8472" y="0"/>
            <a:ext cx="2355528" cy="864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5784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BB408-387A-61C9-DF4B-B74171B1A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6FA082-D66A-E2CF-E1ED-871ED077C9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82B10C-FC9F-B6A2-BE5A-76F5E0F2B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010" y="1481446"/>
            <a:ext cx="8383980" cy="5247391"/>
          </a:xfrm>
        </p:spPr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i="1" dirty="0"/>
              <a:t>controlled </a:t>
            </a:r>
            <a:r>
              <a:rPr lang="en-US" dirty="0"/>
              <a:t>component is a form input (like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&lt;input&gt;,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textarea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or &lt;select&gt;</a:t>
            </a:r>
            <a:r>
              <a:rPr lang="en-US" dirty="0"/>
              <a:t>) whose value is driven by React state, rather than managed internally by the DOM</a:t>
            </a:r>
          </a:p>
          <a:p>
            <a:r>
              <a:rPr lang="en-US" dirty="0"/>
              <a:t>Controlled components typically pair a state variable (holding a current value) with an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onChange</a:t>
            </a:r>
            <a:r>
              <a:rPr lang="en-US" dirty="0"/>
              <a:t> handler (updating that state every time the user types).</a:t>
            </a:r>
          </a:p>
          <a:p>
            <a:r>
              <a:rPr lang="en-US" dirty="0"/>
              <a:t>This keeps the input’s displayed value, and </a:t>
            </a:r>
            <a:r>
              <a:rPr lang="en-US" dirty="0" err="1"/>
              <a:t>React’s</a:t>
            </a:r>
            <a:r>
              <a:rPr lang="en-US" dirty="0"/>
              <a:t> state perfectly in sync.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A37F4E1-397F-B6B1-DABF-0D8E548E5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Controlled Components</a:t>
            </a:r>
          </a:p>
        </p:txBody>
      </p:sp>
    </p:spTree>
    <p:extLst>
      <p:ext uri="{BB962C8B-B14F-4D97-AF65-F5344CB8AC3E}">
        <p14:creationId xmlns:p14="http://schemas.microsoft.com/office/powerpoint/2010/main" val="1475835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0A0DB-BF59-FC06-7BE1-9289881E3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EB72E0-857D-A51F-D2BA-699E3C03DE5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F0855F-5731-0BC0-01A8-90A1ADF831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010" y="1481446"/>
            <a:ext cx="8383980" cy="524739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An </a:t>
            </a:r>
            <a:r>
              <a:rPr lang="en-US" b="1" i="1" dirty="0"/>
              <a:t>uncontrolled </a:t>
            </a:r>
            <a:r>
              <a:rPr lang="en-US" dirty="0"/>
              <a:t>component lets the DOM itself manage the input’s value.</a:t>
            </a:r>
          </a:p>
          <a:p>
            <a:r>
              <a:rPr lang="en-US" dirty="0"/>
              <a:t>React only reads that value when explicitly asked to using a </a:t>
            </a:r>
            <a:r>
              <a:rPr lang="en-US" b="1" i="1" dirty="0"/>
              <a:t>ref</a:t>
            </a:r>
            <a:endParaRPr lang="en-US" dirty="0"/>
          </a:p>
          <a:p>
            <a:r>
              <a:rPr lang="en-US" b="1" i="1" dirty="0"/>
              <a:t>Refs</a:t>
            </a:r>
            <a:r>
              <a:rPr lang="en-US" dirty="0"/>
              <a:t>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from ‘react’</a:t>
            </a:r>
            <a:r>
              <a:rPr lang="en-US" dirty="0"/>
              <a:t>) provide a way to directly reference a DOM element, letting you read it’s current value on demand.</a:t>
            </a:r>
          </a:p>
          <a:p>
            <a:pPr lvl="1"/>
            <a:r>
              <a:rPr lang="en-US" dirty="0"/>
              <a:t>This means that React doesn’t have to potentially re-render on every keystroke</a:t>
            </a:r>
          </a:p>
          <a:p>
            <a:r>
              <a:rPr lang="en-US" dirty="0"/>
              <a:t>Using a controlled component, there is not value prop tied to state, instead you attach a ref to the element via the ref attribute, and read the value as needed, such as on form submission/button press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ref.current.value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162F05B-692F-DB85-896C-8773201B0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Uncontrolled Components</a:t>
            </a:r>
          </a:p>
        </p:txBody>
      </p:sp>
    </p:spTree>
    <p:extLst>
      <p:ext uri="{BB962C8B-B14F-4D97-AF65-F5344CB8AC3E}">
        <p14:creationId xmlns:p14="http://schemas.microsoft.com/office/powerpoint/2010/main" val="1675026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97DAF-C7E4-E8E2-1A13-CA658DBAF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6EC785-AA7E-F4B9-D1E4-2057887458F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65FF71-51E0-14BF-B24F-B0C6CB2CC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010" y="1481446"/>
            <a:ext cx="8383980" cy="5247391"/>
          </a:xfrm>
        </p:spPr>
        <p:txBody>
          <a:bodyPr>
            <a:normAutofit fontScale="92500"/>
          </a:bodyPr>
          <a:lstStyle/>
          <a:p>
            <a:r>
              <a:rPr lang="en-US" dirty="0"/>
              <a:t>When binding application data and HTML rendered data, Controlled components are the standard, recommended approach in most applications</a:t>
            </a:r>
          </a:p>
          <a:p>
            <a:r>
              <a:rPr lang="en-US" dirty="0"/>
              <a:t>Uncontrolled components still have a few legitimate use cases:</a:t>
            </a:r>
          </a:p>
          <a:p>
            <a:pPr lvl="1"/>
            <a:r>
              <a:rPr lang="en-US" dirty="0"/>
              <a:t>Simple forms when real-time reactivity isn’t needed</a:t>
            </a:r>
          </a:p>
          <a:p>
            <a:pPr lvl="1"/>
            <a:r>
              <a:rPr lang="en-US" dirty="0"/>
              <a:t>Integrating with non-react libraries that expect DOM access</a:t>
            </a:r>
          </a:p>
          <a:p>
            <a:pPr lvl="1"/>
            <a:r>
              <a:rPr lang="en-US" dirty="0"/>
              <a:t>File inputs which browsers require to be controlled for security reasons.</a:t>
            </a:r>
          </a:p>
          <a:p>
            <a:r>
              <a:rPr lang="en-US" dirty="0"/>
              <a:t>Note: Mixing both approaches for a single input can be a source of bugs – your input should be either controlled or uncontrolled, not both.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D87574F-5519-77DC-9C64-9098C0367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Controlled vs Uncontrolled</a:t>
            </a:r>
          </a:p>
        </p:txBody>
      </p:sp>
    </p:spTree>
    <p:extLst>
      <p:ext uri="{BB962C8B-B14F-4D97-AF65-F5344CB8AC3E}">
        <p14:creationId xmlns:p14="http://schemas.microsoft.com/office/powerpoint/2010/main" val="46961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11B43-255B-013E-FF6A-B746E5186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48002A-2C3C-E1E9-931E-5044BC6DF6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122757" y="6363712"/>
            <a:ext cx="861671" cy="365125"/>
          </a:xfr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spcAft>
                <a:spcPts val="600"/>
              </a:spcAft>
            </a:pPr>
            <a:fld id="{00000000-1234-1234-1234-123412341234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sp>
        <p:nvSpPr>
          <p:cNvPr id="4" name="Google Shape;212;p15">
            <a:extLst>
              <a:ext uri="{FF2B5EF4-FFF2-40B4-BE49-F238E27FC236}">
                <a16:creationId xmlns:a16="http://schemas.microsoft.com/office/drawing/2014/main" id="{C8AC6C46-01C9-4812-4949-F1A8E399626B}"/>
              </a:ext>
            </a:extLst>
          </p:cNvPr>
          <p:cNvSpPr txBox="1">
            <a:spLocks/>
          </p:cNvSpPr>
          <p:nvPr/>
        </p:nvSpPr>
        <p:spPr>
          <a:xfrm>
            <a:off x="157163" y="2493034"/>
            <a:ext cx="8826500" cy="3591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457200" indent="-228600" algn="ctr">
              <a:spcBef>
                <a:spcPts val="560"/>
              </a:spcBef>
              <a:buClr>
                <a:schemeClr val="accent1"/>
              </a:buClr>
              <a:buSzPts val="2800"/>
            </a:pPr>
            <a:r>
              <a:rPr lang="en-US" sz="40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Higher-Order Components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0B4BA7-8DB6-D9CA-BD03-6EE0AC43D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8472" y="0"/>
            <a:ext cx="2355528" cy="864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588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104B9-B9C6-14A1-441D-AC2E8419B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1052CA-CE52-BE46-65C6-DBD761839C9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7C0B7E-22A1-5555-FD6B-78AF84BC31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Higher-Order Component (HOC) is a function that takes a component as input, and returns a new, enhanced component as output.</a:t>
            </a:r>
          </a:p>
          <a:p>
            <a:r>
              <a:rPr lang="en-US" dirty="0"/>
              <a:t>The name comes from a similar concept in JavaScript “Higher-Order Function” which takes a function as an argument returns a function</a:t>
            </a:r>
          </a:p>
          <a:p>
            <a:r>
              <a:rPr lang="en-US" dirty="0"/>
              <a:t>A common naming convention for Higher-Order Components is prefixing them with ‘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en-US" dirty="0">
                <a:latin typeface="+mj-lt"/>
                <a:cs typeface="Courier New" panose="02070309020205020404" pitchFamily="49" charset="0"/>
              </a:rPr>
              <a:t>’ (e.g.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withAuth</a:t>
            </a:r>
            <a:r>
              <a:rPr lang="en-US" dirty="0">
                <a:latin typeface="+mj-lt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withLogging</a:t>
            </a:r>
            <a:r>
              <a:rPr lang="en-US" dirty="0">
                <a:latin typeface="+mj-lt"/>
                <a:cs typeface="Courier New" panose="02070309020205020404" pitchFamily="49" charset="0"/>
              </a:rPr>
              <a:t>, etc…)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EB2FFDA-B415-E6A8-A864-8E4ECA12F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Higher-Order Components</a:t>
            </a:r>
          </a:p>
        </p:txBody>
      </p:sp>
    </p:spTree>
    <p:extLst>
      <p:ext uri="{BB962C8B-B14F-4D97-AF65-F5344CB8AC3E}">
        <p14:creationId xmlns:p14="http://schemas.microsoft.com/office/powerpoint/2010/main" val="219201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D0B61-AD2C-5497-017A-885CA3007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CB7E97-46DD-B11D-D15B-8D224B8AA2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0677B5-C4FF-B68A-3E30-4AA5658190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modern React, custom Hooks have largely replaced HOCs for sharing logic across components.</a:t>
            </a:r>
          </a:p>
          <a:p>
            <a:r>
              <a:rPr lang="en-US" dirty="0">
                <a:latin typeface="+mj-lt"/>
                <a:cs typeface="Courier New" panose="02070309020205020404" pitchFamily="49" charset="0"/>
              </a:rPr>
              <a:t>Hooks are simpler to read, easier to follow and don’t require wrapping components in extra layers.</a:t>
            </a:r>
          </a:p>
          <a:p>
            <a:r>
              <a:rPr lang="en-US" dirty="0">
                <a:latin typeface="+mj-lt"/>
                <a:cs typeface="Courier New" panose="02070309020205020404" pitchFamily="49" charset="0"/>
              </a:rPr>
              <a:t>HOCs are a pattern you will see in older React codebases that use Class Components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5A2346C-874D-F988-577B-B1BFD1B61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Higher-Order Components</a:t>
            </a:r>
          </a:p>
        </p:txBody>
      </p:sp>
    </p:spTree>
    <p:extLst>
      <p:ext uri="{BB962C8B-B14F-4D97-AF65-F5344CB8AC3E}">
        <p14:creationId xmlns:p14="http://schemas.microsoft.com/office/powerpoint/2010/main" val="3822603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A9EDF-382F-EE1C-A7CA-CC9FC3F7B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088C61-DF83-CB44-918B-A450204E5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28BC2-ACA3-447C-A909-F3F49211C066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3401793"/>
      </p:ext>
    </p:extLst>
  </p:cSld>
  <p:clrMapOvr>
    <a:masterClrMapping/>
  </p:clrMapOvr>
</p:sld>
</file>

<file path=ppt/theme/theme1.xml><?xml version="1.0" encoding="utf-8"?>
<a:theme xmlns:a="http://schemas.openxmlformats.org/drawingml/2006/main" name="2_Custom Design">
  <a:themeElements>
    <a:clrScheme name="Revature">
      <a:dk1>
        <a:sysClr val="windowText" lastClr="000000"/>
      </a:dk1>
      <a:lt1>
        <a:srgbClr val="FFFFFF"/>
      </a:lt1>
      <a:dk2>
        <a:srgbClr val="474C55"/>
      </a:dk2>
      <a:lt2>
        <a:srgbClr val="F2F2F2"/>
      </a:lt2>
      <a:accent1>
        <a:srgbClr val="F36A25"/>
      </a:accent1>
      <a:accent2>
        <a:srgbClr val="A0A1A0"/>
      </a:accent2>
      <a:accent3>
        <a:srgbClr val="474C55"/>
      </a:accent3>
      <a:accent4>
        <a:srgbClr val="F7A528"/>
      </a:accent4>
      <a:accent5>
        <a:srgbClr val="73A5C2"/>
      </a:accent5>
      <a:accent6>
        <a:srgbClr val="F36A25"/>
      </a:accent6>
      <a:hlink>
        <a:srgbClr val="F36A25"/>
      </a:hlink>
      <a:folHlink>
        <a:srgbClr val="F36A25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vature Template  101416" id="{E7AE9B54-ECDF-468C-BAC8-D7E5033F34EC}" vid="{F6400A2A-47B1-4620-B2AC-EFF1DCD888C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Revature Template  101416</Template>
  <TotalTime>9854</TotalTime>
  <Words>429</Words>
  <Application>Microsoft Office PowerPoint</Application>
  <PresentationFormat>On-screen Show (4:3)</PresentationFormat>
  <Paragraphs>42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 New</vt:lpstr>
      <vt:lpstr>2_Custom Design</vt:lpstr>
      <vt:lpstr>React</vt:lpstr>
      <vt:lpstr>Outline</vt:lpstr>
      <vt:lpstr>PowerPoint Presentation</vt:lpstr>
      <vt:lpstr>Controlled Components</vt:lpstr>
      <vt:lpstr>Uncontrolled Components</vt:lpstr>
      <vt:lpstr>Controlled vs Uncontrolled</vt:lpstr>
      <vt:lpstr>PowerPoint Presentation</vt:lpstr>
      <vt:lpstr>Higher-Order Components</vt:lpstr>
      <vt:lpstr>Higher-Order Components</vt:lpstr>
      <vt:lpstr>PowerPoint Presentation</vt:lpstr>
    </vt:vector>
  </TitlesOfParts>
  <Company>Persistence Holdings, LLC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account 10</dc:creator>
  <cp:lastModifiedBy>Joseph Highe</cp:lastModifiedBy>
  <cp:revision>27</cp:revision>
  <cp:lastPrinted>2016-06-20T20:58:50Z</cp:lastPrinted>
  <dcterms:created xsi:type="dcterms:W3CDTF">2016-11-09T18:19:08Z</dcterms:created>
  <dcterms:modified xsi:type="dcterms:W3CDTF">2026-08-15T13:30:53Z</dcterms:modified>
</cp:coreProperties>
</file>