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494" r:id="rId4"/>
    <p:sldId id="491" r:id="rId5"/>
    <p:sldId id="495" r:id="rId6"/>
    <p:sldId id="498" r:id="rId7"/>
    <p:sldId id="506" r:id="rId8"/>
    <p:sldId id="507" r:id="rId9"/>
    <p:sldId id="508" r:id="rId10"/>
    <p:sldId id="358" r:id="rId11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 userDrawn="1">
          <p15:clr>
            <a:srgbClr val="A4A3A4"/>
          </p15:clr>
        </p15:guide>
        <p15:guide id="2" pos="2282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regg" initials="G" lastIdx="13" clrIdx="0"/>
  <p:cmAuthor id="1" name="Tatiana" initials="T" lastIdx="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AC545C"/>
    <a:srgbClr val="B07750"/>
    <a:srgbClr val="474C55"/>
    <a:srgbClr val="669A91"/>
    <a:srgbClr val="9171A7"/>
    <a:srgbClr val="CCCC00"/>
    <a:srgbClr val="33CCCC"/>
    <a:srgbClr val="9966FF"/>
    <a:srgbClr val="6168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389" autoAdjust="0"/>
  </p:normalViewPr>
  <p:slideViewPr>
    <p:cSldViewPr snapToGrid="0">
      <p:cViewPr varScale="1">
        <p:scale>
          <a:sx n="59" d="100"/>
          <a:sy n="59" d="100"/>
        </p:scale>
        <p:origin x="1698" y="72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outlineViewPr>
    <p:cViewPr>
      <p:scale>
        <a:sx n="33" d="100"/>
        <a:sy n="33" d="100"/>
      </p:scale>
      <p:origin x="0" y="-890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3504" y="-48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CA869C63-99CE-7C40-A7E9-3930C61B23AB}" type="datetimeFigureOut">
              <a:t>8/21/2026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155B6EDB-6C4A-2346-91D8-76F2620B19F2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524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E3E59D94-626A-4CE8-9932-5221A04BF234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9" tIns="46579" rIns="93159" bIns="4657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59" tIns="46579" rIns="93159" bIns="465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043CB7BC-4AFB-4847-AC93-5F4E37C870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140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9014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preserve="1" userDrawn="1">
  <p:cSld name="Section_Title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E5519-BCE2-45F2-2CB8-0E6D0DAE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664" y="2816925"/>
            <a:ext cx="6222671" cy="1224150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619CA9B-AF8F-87A7-664B-F95C0134414C}"/>
              </a:ext>
            </a:extLst>
          </p:cNvPr>
          <p:cNvGrpSpPr/>
          <p:nvPr userDrawn="1"/>
        </p:nvGrpSpPr>
        <p:grpSpPr>
          <a:xfrm>
            <a:off x="6681759" y="0"/>
            <a:ext cx="2462241" cy="773113"/>
            <a:chOff x="7264458" y="365740"/>
            <a:chExt cx="1553307" cy="487719"/>
          </a:xfrm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2A9D49A4-C029-2001-5A0F-3F2082CAD22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9A9B437-540E-333F-9B54-390C0EE615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645A3999-205C-7640-E332-1C3336AC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B55F5EA6-ACB4-F73B-8708-83192579DB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F2B4DF57-055A-A5B3-F9EA-D5A8751833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2D5EF9E0-0962-BE13-EA0D-E37FC7AD8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EB24C6E3-9AC5-E695-8BED-7BE61A5CB6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47756FA6-C29B-BFEB-7653-543BD807F2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38A89EE8-B866-AAED-26C2-BE18B4FBF0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5DB3E0E0-34C3-52AE-7CD3-F1AB984B2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F6622341-E269-B3DE-12CB-68A866A7FB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2B18E42-6F06-C998-AC7F-4559FE8283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9889642E-9A28-1238-56CF-BB1CC02E4B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DB97D7BD-2CAD-CF0D-7625-C390C88021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51BD1B0C-B2D3-C1B8-799E-D42AB3B0AA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403D9FBC-D098-4A6C-D21D-AD6C28E57C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01D3E76D-1730-AFA4-D967-418E4B74EA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912810A0-76DC-7E83-8BFC-C1A4F60F8D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13258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 userDrawn="1"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 userDrawn="1"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 userDrawn="1"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 userDrawn="1"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 userDrawn="1"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 userDrawn="1"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 userDrawn="1"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  <p:sldLayoutId id="2147483707" r:id="rId15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Components - Advanced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7A1EBCD-4831-59E4-AF54-61F13329BB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React</a:t>
            </a:r>
          </a:p>
        </p:txBody>
      </p:sp>
    </p:spTree>
    <p:extLst>
      <p:ext uri="{BB962C8B-B14F-4D97-AF65-F5344CB8AC3E}">
        <p14:creationId xmlns:p14="http://schemas.microsoft.com/office/powerpoint/2010/main" val="239379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C8A36B9-6DAA-9178-3579-608F2BF23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6D359-271F-7BC2-20B4-ACE4AE76B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Controlled vs Uncontrolled Components</a:t>
            </a:r>
          </a:p>
          <a:p>
            <a:r>
              <a:rPr lang="en-US" dirty="0"/>
              <a:t>Higher-Order Components</a:t>
            </a:r>
          </a:p>
        </p:txBody>
      </p:sp>
    </p:spTree>
    <p:extLst>
      <p:ext uri="{BB962C8B-B14F-4D97-AF65-F5344CB8AC3E}">
        <p14:creationId xmlns:p14="http://schemas.microsoft.com/office/powerpoint/2010/main" val="3975998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7EF1B-6214-51BF-D160-DCBEB29EF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FE6DED-1C86-2A6B-CEF1-695239D54CA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2E991E97-8612-A1CC-EAC8-757E0EF42BD5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Controlled vs Uncontrolled Components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117EE6-BC0A-D8BA-3290-58295FA52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578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BB408-387A-61C9-DF4B-B74171B1A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6FA082-D66A-E2CF-E1ED-871ED077C9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82B10C-FC9F-B6A2-BE5A-76F5E0F2B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i="1" dirty="0"/>
              <a:t>controlled </a:t>
            </a:r>
            <a:r>
              <a:rPr lang="en-US" dirty="0"/>
              <a:t>component is a form input (like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&lt;input&gt;,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textarea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or &lt;select&gt;</a:t>
            </a:r>
            <a:r>
              <a:rPr lang="en-US" dirty="0"/>
              <a:t>) whose value is driven by React state, rather than managed internally by the DOM</a:t>
            </a:r>
          </a:p>
          <a:p>
            <a:r>
              <a:rPr lang="en-US" dirty="0"/>
              <a:t>Controlled components typically pair a state variable (holding a current value) with an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onChange</a:t>
            </a:r>
            <a:r>
              <a:rPr lang="en-US" dirty="0"/>
              <a:t> handler (updating that state every time the user types).</a:t>
            </a:r>
          </a:p>
          <a:p>
            <a:r>
              <a:rPr lang="en-US" dirty="0"/>
              <a:t>This keeps the input’s displayed value, and </a:t>
            </a:r>
            <a:r>
              <a:rPr lang="en-US" dirty="0" err="1"/>
              <a:t>React’s</a:t>
            </a:r>
            <a:r>
              <a:rPr lang="en-US" dirty="0"/>
              <a:t> state perfectly in sync.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A37F4E1-397F-B6B1-DABF-0D8E548E5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Controlled Components</a:t>
            </a:r>
          </a:p>
        </p:txBody>
      </p:sp>
    </p:spTree>
    <p:extLst>
      <p:ext uri="{BB962C8B-B14F-4D97-AF65-F5344CB8AC3E}">
        <p14:creationId xmlns:p14="http://schemas.microsoft.com/office/powerpoint/2010/main" val="1475835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0A0DB-BF59-FC06-7BE1-9289881E3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EB72E0-857D-A51F-D2BA-699E3C03DE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F0855F-5731-0BC0-01A8-90A1ADF83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An </a:t>
            </a:r>
            <a:r>
              <a:rPr lang="en-US" b="1" i="1" dirty="0"/>
              <a:t>uncontrolled </a:t>
            </a:r>
            <a:r>
              <a:rPr lang="en-US" dirty="0"/>
              <a:t>component lets the DOM itself manage the input’s value.</a:t>
            </a:r>
          </a:p>
          <a:p>
            <a:r>
              <a:rPr lang="en-US" dirty="0"/>
              <a:t>React only reads that value when explicitly asked to using a </a:t>
            </a:r>
            <a:r>
              <a:rPr lang="en-US" b="1" i="1" dirty="0"/>
              <a:t>ref</a:t>
            </a:r>
          </a:p>
          <a:p>
            <a:pPr lvl="1"/>
            <a:r>
              <a:rPr lang="en-US" dirty="0"/>
              <a:t>Declare a Referenced variable using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useRef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from ‘react’</a:t>
            </a:r>
            <a:endParaRPr lang="en-US" dirty="0"/>
          </a:p>
          <a:p>
            <a:r>
              <a:rPr lang="en-US" dirty="0"/>
              <a:t>The ref provides a way to directly reference a DOM element, letting you read it’s current value on demand.</a:t>
            </a:r>
          </a:p>
          <a:p>
            <a:pPr lvl="1"/>
            <a:r>
              <a:rPr lang="en-US" dirty="0"/>
              <a:t>This means that React doesn’t have to potentially re-render on every keystroke</a:t>
            </a:r>
          </a:p>
          <a:p>
            <a:r>
              <a:rPr lang="en-US" dirty="0"/>
              <a:t>Using </a:t>
            </a:r>
            <a:r>
              <a:rPr lang="en-US"/>
              <a:t>an uncontrolled </a:t>
            </a:r>
            <a:r>
              <a:rPr lang="en-US" dirty="0"/>
              <a:t>component, there is not value prop tied to state, instead you attach a ref to the element via the ref attribute, and read the value as needed, such as on form submission/button press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ref.current.value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162F05B-692F-DB85-896C-8773201B0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Uncontrolled Components</a:t>
            </a:r>
          </a:p>
        </p:txBody>
      </p:sp>
    </p:spTree>
    <p:extLst>
      <p:ext uri="{BB962C8B-B14F-4D97-AF65-F5344CB8AC3E}">
        <p14:creationId xmlns:p14="http://schemas.microsoft.com/office/powerpoint/2010/main" val="1675026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97DAF-C7E4-E8E2-1A13-CA658DBAF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EC785-AA7E-F4B9-D1E4-2057887458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65FF71-51E0-14BF-B24F-B0C6CB2CC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When binding application data and HTML rendered data, Controlled components are the standard, recommended approach in most applications</a:t>
            </a:r>
          </a:p>
          <a:p>
            <a:r>
              <a:rPr lang="en-US" dirty="0"/>
              <a:t>Uncontrolled components still have a few legitimate use cases:</a:t>
            </a:r>
          </a:p>
          <a:p>
            <a:pPr lvl="1"/>
            <a:r>
              <a:rPr lang="en-US" dirty="0"/>
              <a:t>Simple forms when real-time reactivity isn’t needed (i.e. if you want active form validation – use a controlled component instead)</a:t>
            </a:r>
          </a:p>
          <a:p>
            <a:pPr lvl="1"/>
            <a:r>
              <a:rPr lang="en-US" dirty="0"/>
              <a:t>Integrating with non-react libraries that expect DOM access</a:t>
            </a:r>
          </a:p>
          <a:p>
            <a:pPr lvl="1"/>
            <a:r>
              <a:rPr lang="en-US" dirty="0"/>
              <a:t>File inputs which browsers require to be controlled for security reasons.</a:t>
            </a:r>
          </a:p>
          <a:p>
            <a:r>
              <a:rPr lang="en-US" dirty="0"/>
              <a:t>Note: Mixing both approaches for a single input can be a source of bugs – your input should be either controlled or uncontrolled, not both.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D87574F-5519-77DC-9C64-9098C0367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Controlled vs Uncontrolled</a:t>
            </a:r>
          </a:p>
        </p:txBody>
      </p:sp>
    </p:spTree>
    <p:extLst>
      <p:ext uri="{BB962C8B-B14F-4D97-AF65-F5344CB8AC3E}">
        <p14:creationId xmlns:p14="http://schemas.microsoft.com/office/powerpoint/2010/main" val="46961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11B43-255B-013E-FF6A-B746E5186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48002A-2C3C-E1E9-931E-5044BC6DF6D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C8AC6C46-01C9-4812-4949-F1A8E399626B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Higher-Order Components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0B4BA7-8DB6-D9CA-BD03-6EE0AC43D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588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104B9-B9C6-14A1-441D-AC2E8419B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1052CA-CE52-BE46-65C6-DBD761839C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7C0B7E-22A1-5555-FD6B-78AF84BC3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Higher-Order Component (HOC) is a function that takes a component as input, and returns a new, enhanced component as output.</a:t>
            </a:r>
          </a:p>
          <a:p>
            <a:r>
              <a:rPr lang="en-US" dirty="0"/>
              <a:t>The name comes from a similar concept in JavaScript “Higher-Order Function” which takes a function as an argument returns a function</a:t>
            </a:r>
          </a:p>
          <a:p>
            <a:r>
              <a:rPr lang="en-US" dirty="0"/>
              <a:t>A common naming convention for Higher-Order Components is prefixing them with ‘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’ (e.g.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withAuth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withLogging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, etc…)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B2FFDA-B415-E6A8-A864-8E4ECA12F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Higher-Order Components</a:t>
            </a:r>
          </a:p>
        </p:txBody>
      </p:sp>
    </p:spTree>
    <p:extLst>
      <p:ext uri="{BB962C8B-B14F-4D97-AF65-F5344CB8AC3E}">
        <p14:creationId xmlns:p14="http://schemas.microsoft.com/office/powerpoint/2010/main" val="2192011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D0B61-AD2C-5497-017A-885CA3007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CB7E97-46DD-B11D-D15B-8D224B8AA2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677B5-C4FF-B68A-3E30-4AA565819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modern React, custom Hooks have largely replaced HOCs for sharing logic across components.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Hooks are simpler to read, easier to follow and don’t require wrapping components in extra layers.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HOCs are a pattern you will see in older React codebases that use Class Components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5A2346C-874D-F988-577B-B1BFD1B61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Higher-Order Components</a:t>
            </a:r>
          </a:p>
        </p:txBody>
      </p:sp>
    </p:spTree>
    <p:extLst>
      <p:ext uri="{BB962C8B-B14F-4D97-AF65-F5344CB8AC3E}">
        <p14:creationId xmlns:p14="http://schemas.microsoft.com/office/powerpoint/2010/main" val="3822603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A9EDF-382F-EE1C-A7CA-CC9FC3F7B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088C61-DF83-CB44-918B-A450204E5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401793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 Template  101416" id="{E7AE9B54-ECDF-468C-BAC8-D7E5033F34EC}" vid="{F6400A2A-47B1-4620-B2AC-EFF1DCD888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 Template  101416</Template>
  <TotalTime>11469</TotalTime>
  <Words>452</Words>
  <Application>Microsoft Office PowerPoint</Application>
  <PresentationFormat>On-screen Show (4:3)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2_Custom Design</vt:lpstr>
      <vt:lpstr>React</vt:lpstr>
      <vt:lpstr>Outline</vt:lpstr>
      <vt:lpstr>PowerPoint Presentation</vt:lpstr>
      <vt:lpstr>Controlled Components</vt:lpstr>
      <vt:lpstr>Uncontrolled Components</vt:lpstr>
      <vt:lpstr>Controlled vs Uncontrolled</vt:lpstr>
      <vt:lpstr>PowerPoint Presentation</vt:lpstr>
      <vt:lpstr>Higher-Order Components</vt:lpstr>
      <vt:lpstr>Higher-Order Components</vt:lpstr>
      <vt:lpstr>PowerPoint Presentation</vt:lpstr>
    </vt:vector>
  </TitlesOfParts>
  <Company>Persistence Holdings, LLC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account 10</dc:creator>
  <cp:lastModifiedBy>Joseph Highe</cp:lastModifiedBy>
  <cp:revision>31</cp:revision>
  <cp:lastPrinted>2016-06-20T20:58:50Z</cp:lastPrinted>
  <dcterms:created xsi:type="dcterms:W3CDTF">2016-11-09T18:19:08Z</dcterms:created>
  <dcterms:modified xsi:type="dcterms:W3CDTF">2026-08-21T15:54:03Z</dcterms:modified>
</cp:coreProperties>
</file>