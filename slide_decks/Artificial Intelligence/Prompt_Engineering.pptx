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aveSubsetFonts="1">
  <p:sldMasterIdLst>
    <p:sldMasterId id="2147483690" r:id="rId1"/>
  </p:sldMasterIdLst>
  <p:notesMasterIdLst>
    <p:notesMasterId r:id="rId46"/>
  </p:notesMasterIdLst>
  <p:handoutMasterIdLst>
    <p:handoutMasterId r:id="rId47"/>
  </p:handoutMasterIdLst>
  <p:sldIdLst>
    <p:sldId id="256" r:id="rId2"/>
    <p:sldId id="343" r:id="rId3"/>
    <p:sldId id="357" r:id="rId4"/>
    <p:sldId id="257" r:id="rId5"/>
    <p:sldId id="444" r:id="rId6"/>
    <p:sldId id="442" r:id="rId7"/>
    <p:sldId id="443" r:id="rId8"/>
    <p:sldId id="447" r:id="rId9"/>
    <p:sldId id="448" r:id="rId10"/>
    <p:sldId id="445" r:id="rId11"/>
    <p:sldId id="446" r:id="rId12"/>
    <p:sldId id="451" r:id="rId13"/>
    <p:sldId id="452" r:id="rId14"/>
    <p:sldId id="449" r:id="rId15"/>
    <p:sldId id="450" r:id="rId16"/>
    <p:sldId id="455" r:id="rId17"/>
    <p:sldId id="456" r:id="rId18"/>
    <p:sldId id="457" r:id="rId19"/>
    <p:sldId id="458" r:id="rId20"/>
    <p:sldId id="459" r:id="rId21"/>
    <p:sldId id="441" r:id="rId22"/>
    <p:sldId id="453" r:id="rId23"/>
    <p:sldId id="454" r:id="rId24"/>
    <p:sldId id="463" r:id="rId25"/>
    <p:sldId id="464" r:id="rId26"/>
    <p:sldId id="465" r:id="rId27"/>
    <p:sldId id="461" r:id="rId28"/>
    <p:sldId id="462" r:id="rId29"/>
    <p:sldId id="468" r:id="rId30"/>
    <p:sldId id="470" r:id="rId31"/>
    <p:sldId id="469" r:id="rId32"/>
    <p:sldId id="466" r:id="rId33"/>
    <p:sldId id="467" r:id="rId34"/>
    <p:sldId id="473" r:id="rId35"/>
    <p:sldId id="474" r:id="rId36"/>
    <p:sldId id="471" r:id="rId37"/>
    <p:sldId id="472" r:id="rId38"/>
    <p:sldId id="476" r:id="rId39"/>
    <p:sldId id="475" r:id="rId40"/>
    <p:sldId id="477" r:id="rId41"/>
    <p:sldId id="478" r:id="rId42"/>
    <p:sldId id="479" r:id="rId43"/>
    <p:sldId id="480" r:id="rId44"/>
    <p:sldId id="358" r:id="rId45"/>
  </p:sldIdLst>
  <p:sldSz cx="9144000" cy="6858000" type="screen4x3"/>
  <p:notesSz cx="7010400" cy="92964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4176">
          <p15:clr>
            <a:srgbClr val="A4A3A4"/>
          </p15:clr>
        </p15:guide>
        <p15:guide id="2" orient="horz" pos="763">
          <p15:clr>
            <a:srgbClr val="A4A3A4"/>
          </p15:clr>
        </p15:guide>
        <p15:guide id="3" orient="horz" pos="288">
          <p15:clr>
            <a:srgbClr val="A4A3A4"/>
          </p15:clr>
        </p15:guide>
        <p15:guide id="4" orient="horz" pos="708">
          <p15:clr>
            <a:srgbClr val="A4A3A4"/>
          </p15:clr>
        </p15:guide>
        <p15:guide id="5" pos="240">
          <p15:clr>
            <a:srgbClr val="A4A3A4"/>
          </p15:clr>
        </p15:guide>
        <p15:guide id="6" pos="5035">
          <p15:clr>
            <a:srgbClr val="A4A3A4"/>
          </p15:clr>
        </p15:guide>
        <p15:guide id="7" pos="3437">
          <p15:clr>
            <a:srgbClr val="A4A3A4"/>
          </p15:clr>
        </p15:guide>
        <p15:guide id="8" pos="3495">
          <p15:clr>
            <a:srgbClr val="A4A3A4"/>
          </p15:clr>
        </p15:guide>
        <p15:guide id="9" pos="1825">
          <p15:clr>
            <a:srgbClr val="A4A3A4"/>
          </p15:clr>
        </p15:guide>
        <p15:guide id="10" pos="1882">
          <p15:clr>
            <a:srgbClr val="A4A3A4"/>
          </p15:clr>
        </p15:guide>
        <p15:guide id="11" pos="3399">
          <p15:clr>
            <a:srgbClr val="A4A3A4"/>
          </p15:clr>
        </p15:guide>
        <p15:guide id="12" pos="2122">
          <p15:clr>
            <a:srgbClr val="A4A3A4"/>
          </p15:clr>
        </p15:guide>
        <p15:guide id="13" orient="horz" pos="765">
          <p15:clr>
            <a:srgbClr val="A4A3A4"/>
          </p15:clr>
        </p15:guide>
        <p15:guide id="14" pos="2880">
          <p15:clr>
            <a:srgbClr val="A4A3A4"/>
          </p15:clr>
        </p15:guide>
        <p15:guide id="15" pos="1440">
          <p15:clr>
            <a:srgbClr val="A4A3A4"/>
          </p15:clr>
        </p15:guide>
        <p15:guide id="16" pos="4320">
          <p15:clr>
            <a:srgbClr val="A4A3A4"/>
          </p15:clr>
        </p15:guide>
      </p15:sldGuideLst>
    </p:ext>
    <p:ext uri="{2D200454-40CA-4A62-9FC3-DE9A4176ACB9}">
      <p15:notesGuideLst xmlns:p15="http://schemas.microsoft.com/office/powerpoint/2012/main">
        <p15:guide id="1" orient="horz" pos="3002" userDrawn="1">
          <p15:clr>
            <a:srgbClr val="A4A3A4"/>
          </p15:clr>
        </p15:guide>
        <p15:guide id="2" pos="2282" userDrawn="1">
          <p15:clr>
            <a:srgbClr val="A4A3A4"/>
          </p15:clr>
        </p15:guide>
        <p15:guide id="3" orient="horz" pos="2928" userDrawn="1">
          <p15:clr>
            <a:srgbClr val="A4A3A4"/>
          </p15:clr>
        </p15:guide>
        <p15:guide id="4" pos="2208" userDrawn="1">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Gregg" initials="G" lastIdx="13" clrIdx="0"/>
  <p:cmAuthor id="1" name="Tatiana" initials="T" lastIdx="13" clrIdx="1"/>
</p:cmAuthorLst>
</file>

<file path=ppt/presProps.xml><?xml version="1.0" encoding="utf-8"?>
<p:presentationPr xmlns:a="http://schemas.openxmlformats.org/drawingml/2006/main" xmlns:r="http://schemas.openxmlformats.org/officeDocument/2006/relationships" xmlns:p="http://schemas.openxmlformats.org/presentationml/2006/main">
  <p:prnPr/>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6600"/>
    <a:srgbClr val="474C55"/>
    <a:srgbClr val="669A91"/>
    <a:srgbClr val="9171A7"/>
    <a:srgbClr val="CCCC00"/>
    <a:srgbClr val="B07750"/>
    <a:srgbClr val="AC545C"/>
    <a:srgbClr val="33CCCC"/>
    <a:srgbClr val="9966FF"/>
    <a:srgbClr val="61687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987" autoAdjust="0"/>
    <p:restoredTop sz="86389" autoAdjust="0"/>
  </p:normalViewPr>
  <p:slideViewPr>
    <p:cSldViewPr snapToGrid="0">
      <p:cViewPr varScale="1">
        <p:scale>
          <a:sx n="59" d="100"/>
          <a:sy n="59" d="100"/>
        </p:scale>
        <p:origin x="1698" y="72"/>
      </p:cViewPr>
      <p:guideLst>
        <p:guide orient="horz" pos="4176"/>
        <p:guide orient="horz" pos="763"/>
        <p:guide orient="horz" pos="288"/>
        <p:guide orient="horz" pos="708"/>
        <p:guide pos="240"/>
        <p:guide pos="5035"/>
        <p:guide pos="3437"/>
        <p:guide pos="3495"/>
        <p:guide pos="1825"/>
        <p:guide pos="1882"/>
        <p:guide pos="3399"/>
        <p:guide pos="2122"/>
        <p:guide orient="horz" pos="765"/>
        <p:guide pos="2880"/>
        <p:guide pos="1440"/>
        <p:guide pos="4320"/>
      </p:guideLst>
    </p:cSldViewPr>
  </p:slideViewPr>
  <p:outlineViewPr>
    <p:cViewPr>
      <p:scale>
        <a:sx n="33" d="100"/>
        <a:sy n="33" d="100"/>
      </p:scale>
      <p:origin x="0" y="-8900"/>
    </p:cViewPr>
  </p:outlineViewPr>
  <p:notesTextViewPr>
    <p:cViewPr>
      <p:scale>
        <a:sx n="1" d="1"/>
        <a:sy n="1" d="1"/>
      </p:scale>
      <p:origin x="0" y="0"/>
    </p:cViewPr>
  </p:notesTextViewPr>
  <p:sorterViewPr>
    <p:cViewPr varScale="1">
      <p:scale>
        <a:sx n="1" d="1"/>
        <a:sy n="1" d="1"/>
      </p:scale>
      <p:origin x="0" y="0"/>
    </p:cViewPr>
  </p:sorterViewPr>
  <p:notesViewPr>
    <p:cSldViewPr snapToGrid="0">
      <p:cViewPr>
        <p:scale>
          <a:sx n="100" d="100"/>
          <a:sy n="100" d="100"/>
        </p:scale>
        <p:origin x="3504" y="-480"/>
      </p:cViewPr>
      <p:guideLst>
        <p:guide orient="horz" pos="3002"/>
        <p:guide pos="2282"/>
        <p:guide orient="horz" pos="2928"/>
        <p:guide pos="2208"/>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handoutMaster" Target="handoutMasters/handoutMaster1.xml"/><Relationship Id="rId50"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commentAuthors" Target="commentAuthors.xml"/><Relationship Id="rId8" Type="http://schemas.openxmlformats.org/officeDocument/2006/relationships/slide" Target="slides/slide7.xml"/><Relationship Id="rId51"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notesMaster" Target="notesMasters/notesMaster1.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0"/>
            <a:ext cx="3037840" cy="464820"/>
          </a:xfrm>
          <a:prstGeom prst="rect">
            <a:avLst/>
          </a:prstGeom>
        </p:spPr>
        <p:txBody>
          <a:bodyPr vert="horz" lIns="93159" tIns="46579" rIns="93159" bIns="46579" rtlCol="0"/>
          <a:lstStyle>
            <a:lvl1pPr algn="l">
              <a:defRPr sz="1200"/>
            </a:lvl1pPr>
          </a:lstStyle>
          <a:p>
            <a:endParaRPr lang="en-US" dirty="0"/>
          </a:p>
        </p:txBody>
      </p:sp>
      <p:sp>
        <p:nvSpPr>
          <p:cNvPr id="3" name="Date Placeholder 2"/>
          <p:cNvSpPr>
            <a:spLocks noGrp="1"/>
          </p:cNvSpPr>
          <p:nvPr>
            <p:ph type="dt" sz="quarter" idx="1"/>
          </p:nvPr>
        </p:nvSpPr>
        <p:spPr>
          <a:xfrm>
            <a:off x="3970938" y="0"/>
            <a:ext cx="3037840" cy="464820"/>
          </a:xfrm>
          <a:prstGeom prst="rect">
            <a:avLst/>
          </a:prstGeom>
        </p:spPr>
        <p:txBody>
          <a:bodyPr vert="horz" lIns="93159" tIns="46579" rIns="93159" bIns="46579" rtlCol="0"/>
          <a:lstStyle>
            <a:lvl1pPr algn="r">
              <a:defRPr sz="1200"/>
            </a:lvl1pPr>
          </a:lstStyle>
          <a:p>
            <a:fld id="{CA869C63-99CE-7C40-A7E9-3930C61B23AB}" type="datetimeFigureOut">
              <a:t>7/21/2026</a:t>
            </a:fld>
            <a:endParaRPr lang="en-US" dirty="0"/>
          </a:p>
        </p:txBody>
      </p:sp>
      <p:sp>
        <p:nvSpPr>
          <p:cNvPr id="4" name="Footer Placeholder 3"/>
          <p:cNvSpPr>
            <a:spLocks noGrp="1"/>
          </p:cNvSpPr>
          <p:nvPr>
            <p:ph type="ftr" sz="quarter" idx="2"/>
          </p:nvPr>
        </p:nvSpPr>
        <p:spPr>
          <a:xfrm>
            <a:off x="1" y="8829965"/>
            <a:ext cx="3037840" cy="464820"/>
          </a:xfrm>
          <a:prstGeom prst="rect">
            <a:avLst/>
          </a:prstGeom>
        </p:spPr>
        <p:txBody>
          <a:bodyPr vert="horz" lIns="93159" tIns="46579" rIns="93159" bIns="46579" rtlCol="0" anchor="b"/>
          <a:lstStyle>
            <a:lvl1pPr algn="l">
              <a:defRPr sz="1200"/>
            </a:lvl1pPr>
          </a:lstStyle>
          <a:p>
            <a:endParaRPr lang="en-US" dirty="0"/>
          </a:p>
        </p:txBody>
      </p:sp>
      <p:sp>
        <p:nvSpPr>
          <p:cNvPr id="5" name="Slide Number Placeholder 4"/>
          <p:cNvSpPr>
            <a:spLocks noGrp="1"/>
          </p:cNvSpPr>
          <p:nvPr>
            <p:ph type="sldNum" sz="quarter" idx="3"/>
          </p:nvPr>
        </p:nvSpPr>
        <p:spPr>
          <a:xfrm>
            <a:off x="3970938" y="8829965"/>
            <a:ext cx="3037840" cy="464820"/>
          </a:xfrm>
          <a:prstGeom prst="rect">
            <a:avLst/>
          </a:prstGeom>
        </p:spPr>
        <p:txBody>
          <a:bodyPr vert="horz" lIns="93159" tIns="46579" rIns="93159" bIns="46579" rtlCol="0" anchor="b"/>
          <a:lstStyle>
            <a:lvl1pPr algn="r">
              <a:defRPr sz="1200"/>
            </a:lvl1pPr>
          </a:lstStyle>
          <a:p>
            <a:fld id="{155B6EDB-6C4A-2346-91D8-76F2620B19F2}" type="slidenum">
              <a:t>‹#›</a:t>
            </a:fld>
            <a:endParaRPr lang="en-US" dirty="0"/>
          </a:p>
        </p:txBody>
      </p:sp>
    </p:spTree>
    <p:extLst>
      <p:ext uri="{BB962C8B-B14F-4D97-AF65-F5344CB8AC3E}">
        <p14:creationId xmlns:p14="http://schemas.microsoft.com/office/powerpoint/2010/main" val="3686524771"/>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0"/>
            <a:ext cx="3037840" cy="464820"/>
          </a:xfrm>
          <a:prstGeom prst="rect">
            <a:avLst/>
          </a:prstGeom>
        </p:spPr>
        <p:txBody>
          <a:bodyPr vert="horz" lIns="93159" tIns="46579" rIns="93159" bIns="46579" rtlCol="0"/>
          <a:lstStyle>
            <a:lvl1pPr algn="l">
              <a:defRPr sz="1200"/>
            </a:lvl1pPr>
          </a:lstStyle>
          <a:p>
            <a:endParaRPr lang="en-US" dirty="0"/>
          </a:p>
        </p:txBody>
      </p:sp>
      <p:sp>
        <p:nvSpPr>
          <p:cNvPr id="3" name="Date Placeholder 2"/>
          <p:cNvSpPr>
            <a:spLocks noGrp="1"/>
          </p:cNvSpPr>
          <p:nvPr>
            <p:ph type="dt" idx="1"/>
          </p:nvPr>
        </p:nvSpPr>
        <p:spPr>
          <a:xfrm>
            <a:off x="3970938" y="0"/>
            <a:ext cx="3037840" cy="464820"/>
          </a:xfrm>
          <a:prstGeom prst="rect">
            <a:avLst/>
          </a:prstGeom>
        </p:spPr>
        <p:txBody>
          <a:bodyPr vert="horz" lIns="93159" tIns="46579" rIns="93159" bIns="46579" rtlCol="0"/>
          <a:lstStyle>
            <a:lvl1pPr algn="r">
              <a:defRPr sz="1200"/>
            </a:lvl1pPr>
          </a:lstStyle>
          <a:p>
            <a:fld id="{E3E59D94-626A-4CE8-9932-5221A04BF234}" type="datetimeFigureOut">
              <a:rPr lang="en-US" smtClean="0"/>
              <a:t>7/21/2026</a:t>
            </a:fld>
            <a:endParaRPr lang="en-US" dirty="0"/>
          </a:p>
        </p:txBody>
      </p:sp>
      <p:sp>
        <p:nvSpPr>
          <p:cNvPr id="4" name="Slide Image Placeholder 3"/>
          <p:cNvSpPr>
            <a:spLocks noGrp="1" noRot="1" noChangeAspect="1"/>
          </p:cNvSpPr>
          <p:nvPr>
            <p:ph type="sldImg" idx="2"/>
          </p:nvPr>
        </p:nvSpPr>
        <p:spPr>
          <a:xfrm>
            <a:off x="1181100" y="696913"/>
            <a:ext cx="4648200" cy="3486150"/>
          </a:xfrm>
          <a:prstGeom prst="rect">
            <a:avLst/>
          </a:prstGeom>
          <a:noFill/>
          <a:ln w="12700">
            <a:solidFill>
              <a:prstClr val="black"/>
            </a:solidFill>
          </a:ln>
        </p:spPr>
        <p:txBody>
          <a:bodyPr vert="horz" lIns="93159" tIns="46579" rIns="93159" bIns="46579" rtlCol="0" anchor="ctr"/>
          <a:lstStyle/>
          <a:p>
            <a:endParaRPr lang="en-US" dirty="0"/>
          </a:p>
        </p:txBody>
      </p:sp>
      <p:sp>
        <p:nvSpPr>
          <p:cNvPr id="5" name="Notes Placeholder 4"/>
          <p:cNvSpPr>
            <a:spLocks noGrp="1"/>
          </p:cNvSpPr>
          <p:nvPr>
            <p:ph type="body" sz="quarter" idx="3"/>
          </p:nvPr>
        </p:nvSpPr>
        <p:spPr>
          <a:xfrm>
            <a:off x="701040" y="4415790"/>
            <a:ext cx="5608320" cy="4183380"/>
          </a:xfrm>
          <a:prstGeom prst="rect">
            <a:avLst/>
          </a:prstGeom>
        </p:spPr>
        <p:txBody>
          <a:bodyPr vert="horz" lIns="93159" tIns="46579" rIns="93159" bIns="46579"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1" y="8829965"/>
            <a:ext cx="3037840" cy="464820"/>
          </a:xfrm>
          <a:prstGeom prst="rect">
            <a:avLst/>
          </a:prstGeom>
        </p:spPr>
        <p:txBody>
          <a:bodyPr vert="horz" lIns="93159" tIns="46579" rIns="93159" bIns="46579" rtlCol="0" anchor="b"/>
          <a:lstStyle>
            <a:lvl1pPr algn="l">
              <a:defRPr sz="1200"/>
            </a:lvl1pPr>
          </a:lstStyle>
          <a:p>
            <a:endParaRPr lang="en-US" dirty="0"/>
          </a:p>
        </p:txBody>
      </p:sp>
      <p:sp>
        <p:nvSpPr>
          <p:cNvPr id="7" name="Slide Number Placeholder 6"/>
          <p:cNvSpPr>
            <a:spLocks noGrp="1"/>
          </p:cNvSpPr>
          <p:nvPr>
            <p:ph type="sldNum" sz="quarter" idx="5"/>
          </p:nvPr>
        </p:nvSpPr>
        <p:spPr>
          <a:xfrm>
            <a:off x="3970938" y="8829965"/>
            <a:ext cx="3037840" cy="464820"/>
          </a:xfrm>
          <a:prstGeom prst="rect">
            <a:avLst/>
          </a:prstGeom>
        </p:spPr>
        <p:txBody>
          <a:bodyPr vert="horz" lIns="93159" tIns="46579" rIns="93159" bIns="46579" rtlCol="0" anchor="b"/>
          <a:lstStyle>
            <a:lvl1pPr algn="r">
              <a:defRPr sz="1200"/>
            </a:lvl1pPr>
          </a:lstStyle>
          <a:p>
            <a:fld id="{043CB7BC-4AFB-4847-AC93-5F4E37C870A2}" type="slidenum">
              <a:rPr lang="en-US" smtClean="0"/>
              <a:t>‹#›</a:t>
            </a:fld>
            <a:endParaRPr lang="en-US" dirty="0"/>
          </a:p>
        </p:txBody>
      </p:sp>
    </p:spTree>
    <p:extLst>
      <p:ext uri="{BB962C8B-B14F-4D97-AF65-F5344CB8AC3E}">
        <p14:creationId xmlns:p14="http://schemas.microsoft.com/office/powerpoint/2010/main" val="1807914074"/>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7" name="Picture 6"/>
          <p:cNvPicPr>
            <a:picLocks noChangeAspect="1"/>
          </p:cNvPicPr>
          <p:nvPr userDrawn="1"/>
        </p:nvPicPr>
        <p:blipFill rotWithShape="1">
          <a:blip r:embed="rId2" cstate="print">
            <a:extLst>
              <a:ext uri="{28A0092B-C50C-407E-A947-70E740481C1C}">
                <a14:useLocalDpi xmlns:a14="http://schemas.microsoft.com/office/drawing/2010/main" val="0"/>
              </a:ext>
            </a:extLst>
          </a:blip>
          <a:srcRect t="33848" b="649"/>
          <a:stretch/>
        </p:blipFill>
        <p:spPr>
          <a:xfrm>
            <a:off x="-1" y="0"/>
            <a:ext cx="9144002" cy="5030078"/>
          </a:xfrm>
          <a:prstGeom prst="rect">
            <a:avLst/>
          </a:prstGeom>
        </p:spPr>
      </p:pic>
      <p:grpSp>
        <p:nvGrpSpPr>
          <p:cNvPr id="27" name="Group 26"/>
          <p:cNvGrpSpPr/>
          <p:nvPr userDrawn="1"/>
        </p:nvGrpSpPr>
        <p:grpSpPr>
          <a:xfrm>
            <a:off x="496176" y="5451818"/>
            <a:ext cx="3105481" cy="975083"/>
            <a:chOff x="2814452" y="4625522"/>
            <a:chExt cx="5459889" cy="1714337"/>
          </a:xfrm>
        </p:grpSpPr>
        <p:sp>
          <p:nvSpPr>
            <p:cNvPr id="9" name="Freeform 6"/>
            <p:cNvSpPr>
              <a:spLocks noEditPoints="1"/>
            </p:cNvSpPr>
            <p:nvPr userDrawn="1"/>
          </p:nvSpPr>
          <p:spPr bwMode="auto">
            <a:xfrm>
              <a:off x="2814452" y="5818063"/>
              <a:ext cx="523694" cy="508514"/>
            </a:xfrm>
            <a:custGeom>
              <a:avLst/>
              <a:gdLst>
                <a:gd name="T0" fmla="*/ 98 w 552"/>
                <a:gd name="T1" fmla="*/ 79 h 536"/>
                <a:gd name="T2" fmla="*/ 98 w 552"/>
                <a:gd name="T3" fmla="*/ 241 h 536"/>
                <a:gd name="T4" fmla="*/ 307 w 552"/>
                <a:gd name="T5" fmla="*/ 241 h 536"/>
                <a:gd name="T6" fmla="*/ 342 w 552"/>
                <a:gd name="T7" fmla="*/ 241 h 536"/>
                <a:gd name="T8" fmla="*/ 374 w 552"/>
                <a:gd name="T9" fmla="*/ 238 h 536"/>
                <a:gd name="T10" fmla="*/ 398 w 552"/>
                <a:gd name="T11" fmla="*/ 231 h 536"/>
                <a:gd name="T12" fmla="*/ 417 w 552"/>
                <a:gd name="T13" fmla="*/ 222 h 536"/>
                <a:gd name="T14" fmla="*/ 431 w 552"/>
                <a:gd name="T15" fmla="*/ 206 h 536"/>
                <a:gd name="T16" fmla="*/ 440 w 552"/>
                <a:gd name="T17" fmla="*/ 187 h 536"/>
                <a:gd name="T18" fmla="*/ 443 w 552"/>
                <a:gd name="T19" fmla="*/ 161 h 536"/>
                <a:gd name="T20" fmla="*/ 440 w 552"/>
                <a:gd name="T21" fmla="*/ 135 h 536"/>
                <a:gd name="T22" fmla="*/ 431 w 552"/>
                <a:gd name="T23" fmla="*/ 114 h 536"/>
                <a:gd name="T24" fmla="*/ 417 w 552"/>
                <a:gd name="T25" fmla="*/ 100 h 536"/>
                <a:gd name="T26" fmla="*/ 398 w 552"/>
                <a:gd name="T27" fmla="*/ 89 h 536"/>
                <a:gd name="T28" fmla="*/ 374 w 552"/>
                <a:gd name="T29" fmla="*/ 84 h 536"/>
                <a:gd name="T30" fmla="*/ 342 w 552"/>
                <a:gd name="T31" fmla="*/ 80 h 536"/>
                <a:gd name="T32" fmla="*/ 307 w 552"/>
                <a:gd name="T33" fmla="*/ 79 h 536"/>
                <a:gd name="T34" fmla="*/ 98 w 552"/>
                <a:gd name="T35" fmla="*/ 79 h 536"/>
                <a:gd name="T36" fmla="*/ 0 w 552"/>
                <a:gd name="T37" fmla="*/ 0 h 536"/>
                <a:gd name="T38" fmla="*/ 323 w 552"/>
                <a:gd name="T39" fmla="*/ 0 h 536"/>
                <a:gd name="T40" fmla="*/ 377 w 552"/>
                <a:gd name="T41" fmla="*/ 2 h 536"/>
                <a:gd name="T42" fmla="*/ 422 w 552"/>
                <a:gd name="T43" fmla="*/ 9 h 536"/>
                <a:gd name="T44" fmla="*/ 461 w 552"/>
                <a:gd name="T45" fmla="*/ 19 h 536"/>
                <a:gd name="T46" fmla="*/ 490 w 552"/>
                <a:gd name="T47" fmla="*/ 37 h 536"/>
                <a:gd name="T48" fmla="*/ 513 w 552"/>
                <a:gd name="T49" fmla="*/ 58 h 536"/>
                <a:gd name="T50" fmla="*/ 529 w 552"/>
                <a:gd name="T51" fmla="*/ 86 h 536"/>
                <a:gd name="T52" fmla="*/ 538 w 552"/>
                <a:gd name="T53" fmla="*/ 119 h 536"/>
                <a:gd name="T54" fmla="*/ 541 w 552"/>
                <a:gd name="T55" fmla="*/ 157 h 536"/>
                <a:gd name="T56" fmla="*/ 538 w 552"/>
                <a:gd name="T57" fmla="*/ 194 h 536"/>
                <a:gd name="T58" fmla="*/ 529 w 552"/>
                <a:gd name="T59" fmla="*/ 225 h 536"/>
                <a:gd name="T60" fmla="*/ 513 w 552"/>
                <a:gd name="T61" fmla="*/ 252 h 536"/>
                <a:gd name="T62" fmla="*/ 494 w 552"/>
                <a:gd name="T63" fmla="*/ 272 h 536"/>
                <a:gd name="T64" fmla="*/ 473 w 552"/>
                <a:gd name="T65" fmla="*/ 290 h 536"/>
                <a:gd name="T66" fmla="*/ 447 w 552"/>
                <a:gd name="T67" fmla="*/ 302 h 536"/>
                <a:gd name="T68" fmla="*/ 421 w 552"/>
                <a:gd name="T69" fmla="*/ 311 h 536"/>
                <a:gd name="T70" fmla="*/ 393 w 552"/>
                <a:gd name="T71" fmla="*/ 314 h 536"/>
                <a:gd name="T72" fmla="*/ 384 w 552"/>
                <a:gd name="T73" fmla="*/ 314 h 536"/>
                <a:gd name="T74" fmla="*/ 552 w 552"/>
                <a:gd name="T75" fmla="*/ 536 h 536"/>
                <a:gd name="T76" fmla="*/ 431 w 552"/>
                <a:gd name="T77" fmla="*/ 536 h 536"/>
                <a:gd name="T78" fmla="*/ 274 w 552"/>
                <a:gd name="T79" fmla="*/ 323 h 536"/>
                <a:gd name="T80" fmla="*/ 274 w 552"/>
                <a:gd name="T81" fmla="*/ 321 h 536"/>
                <a:gd name="T82" fmla="*/ 98 w 552"/>
                <a:gd name="T83" fmla="*/ 321 h 536"/>
                <a:gd name="T84" fmla="*/ 98 w 552"/>
                <a:gd name="T85" fmla="*/ 536 h 536"/>
                <a:gd name="T86" fmla="*/ 0 w 552"/>
                <a:gd name="T87" fmla="*/ 536 h 536"/>
                <a:gd name="T88" fmla="*/ 0 w 552"/>
                <a:gd name="T89"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552" h="536">
                  <a:moveTo>
                    <a:pt x="98" y="79"/>
                  </a:moveTo>
                  <a:lnTo>
                    <a:pt x="98" y="241"/>
                  </a:lnTo>
                  <a:lnTo>
                    <a:pt x="307" y="241"/>
                  </a:lnTo>
                  <a:lnTo>
                    <a:pt x="342" y="241"/>
                  </a:lnTo>
                  <a:lnTo>
                    <a:pt x="374" y="238"/>
                  </a:lnTo>
                  <a:lnTo>
                    <a:pt x="398" y="231"/>
                  </a:lnTo>
                  <a:lnTo>
                    <a:pt x="417" y="222"/>
                  </a:lnTo>
                  <a:lnTo>
                    <a:pt x="431" y="206"/>
                  </a:lnTo>
                  <a:lnTo>
                    <a:pt x="440" y="187"/>
                  </a:lnTo>
                  <a:lnTo>
                    <a:pt x="443" y="161"/>
                  </a:lnTo>
                  <a:lnTo>
                    <a:pt x="440" y="135"/>
                  </a:lnTo>
                  <a:lnTo>
                    <a:pt x="431" y="114"/>
                  </a:lnTo>
                  <a:lnTo>
                    <a:pt x="417" y="100"/>
                  </a:lnTo>
                  <a:lnTo>
                    <a:pt x="398" y="89"/>
                  </a:lnTo>
                  <a:lnTo>
                    <a:pt x="374" y="84"/>
                  </a:lnTo>
                  <a:lnTo>
                    <a:pt x="342" y="80"/>
                  </a:lnTo>
                  <a:lnTo>
                    <a:pt x="307" y="79"/>
                  </a:lnTo>
                  <a:lnTo>
                    <a:pt x="98" y="79"/>
                  </a:lnTo>
                  <a:close/>
                  <a:moveTo>
                    <a:pt x="0" y="0"/>
                  </a:moveTo>
                  <a:lnTo>
                    <a:pt x="323" y="0"/>
                  </a:lnTo>
                  <a:lnTo>
                    <a:pt x="377" y="2"/>
                  </a:lnTo>
                  <a:lnTo>
                    <a:pt x="422" y="9"/>
                  </a:lnTo>
                  <a:lnTo>
                    <a:pt x="461" y="19"/>
                  </a:lnTo>
                  <a:lnTo>
                    <a:pt x="490" y="37"/>
                  </a:lnTo>
                  <a:lnTo>
                    <a:pt x="513" y="58"/>
                  </a:lnTo>
                  <a:lnTo>
                    <a:pt x="529" y="86"/>
                  </a:lnTo>
                  <a:lnTo>
                    <a:pt x="538" y="119"/>
                  </a:lnTo>
                  <a:lnTo>
                    <a:pt x="541" y="157"/>
                  </a:lnTo>
                  <a:lnTo>
                    <a:pt x="538" y="194"/>
                  </a:lnTo>
                  <a:lnTo>
                    <a:pt x="529" y="225"/>
                  </a:lnTo>
                  <a:lnTo>
                    <a:pt x="513" y="252"/>
                  </a:lnTo>
                  <a:lnTo>
                    <a:pt x="494" y="272"/>
                  </a:lnTo>
                  <a:lnTo>
                    <a:pt x="473" y="290"/>
                  </a:lnTo>
                  <a:lnTo>
                    <a:pt x="447" y="302"/>
                  </a:lnTo>
                  <a:lnTo>
                    <a:pt x="421" y="311"/>
                  </a:lnTo>
                  <a:lnTo>
                    <a:pt x="393" y="314"/>
                  </a:lnTo>
                  <a:lnTo>
                    <a:pt x="384" y="314"/>
                  </a:lnTo>
                  <a:lnTo>
                    <a:pt x="552" y="536"/>
                  </a:lnTo>
                  <a:lnTo>
                    <a:pt x="431" y="536"/>
                  </a:lnTo>
                  <a:lnTo>
                    <a:pt x="274" y="323"/>
                  </a:lnTo>
                  <a:lnTo>
                    <a:pt x="274" y="321"/>
                  </a:lnTo>
                  <a:lnTo>
                    <a:pt x="98" y="321"/>
                  </a:lnTo>
                  <a:lnTo>
                    <a:pt x="98" y="536"/>
                  </a:lnTo>
                  <a:lnTo>
                    <a:pt x="0" y="536"/>
                  </a:lnTo>
                  <a:lnTo>
                    <a:pt x="0" y="0"/>
                  </a:lnTo>
                  <a:close/>
                </a:path>
              </a:pathLst>
            </a:custGeom>
            <a:solidFill>
              <a:schemeClr val="tx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0" name="Freeform 7"/>
            <p:cNvSpPr>
              <a:spLocks/>
            </p:cNvSpPr>
            <p:nvPr userDrawn="1"/>
          </p:nvSpPr>
          <p:spPr bwMode="auto">
            <a:xfrm>
              <a:off x="3467172" y="5818063"/>
              <a:ext cx="462976" cy="508514"/>
            </a:xfrm>
            <a:custGeom>
              <a:avLst/>
              <a:gdLst>
                <a:gd name="T0" fmla="*/ 0 w 488"/>
                <a:gd name="T1" fmla="*/ 0 h 536"/>
                <a:gd name="T2" fmla="*/ 440 w 488"/>
                <a:gd name="T3" fmla="*/ 0 h 536"/>
                <a:gd name="T4" fmla="*/ 455 w 488"/>
                <a:gd name="T5" fmla="*/ 2 h 536"/>
                <a:gd name="T6" fmla="*/ 467 w 488"/>
                <a:gd name="T7" fmla="*/ 12 h 536"/>
                <a:gd name="T8" fmla="*/ 476 w 488"/>
                <a:gd name="T9" fmla="*/ 25 h 536"/>
                <a:gd name="T10" fmla="*/ 480 w 488"/>
                <a:gd name="T11" fmla="*/ 40 h 536"/>
                <a:gd name="T12" fmla="*/ 476 w 488"/>
                <a:gd name="T13" fmla="*/ 56 h 536"/>
                <a:gd name="T14" fmla="*/ 467 w 488"/>
                <a:gd name="T15" fmla="*/ 70 h 536"/>
                <a:gd name="T16" fmla="*/ 455 w 488"/>
                <a:gd name="T17" fmla="*/ 79 h 536"/>
                <a:gd name="T18" fmla="*/ 440 w 488"/>
                <a:gd name="T19" fmla="*/ 82 h 536"/>
                <a:gd name="T20" fmla="*/ 97 w 488"/>
                <a:gd name="T21" fmla="*/ 82 h 536"/>
                <a:gd name="T22" fmla="*/ 97 w 488"/>
                <a:gd name="T23" fmla="*/ 218 h 536"/>
                <a:gd name="T24" fmla="*/ 354 w 488"/>
                <a:gd name="T25" fmla="*/ 218 h 536"/>
                <a:gd name="T26" fmla="*/ 370 w 488"/>
                <a:gd name="T27" fmla="*/ 222 h 536"/>
                <a:gd name="T28" fmla="*/ 384 w 488"/>
                <a:gd name="T29" fmla="*/ 231 h 536"/>
                <a:gd name="T30" fmla="*/ 392 w 488"/>
                <a:gd name="T31" fmla="*/ 243 h 536"/>
                <a:gd name="T32" fmla="*/ 396 w 488"/>
                <a:gd name="T33" fmla="*/ 259 h 536"/>
                <a:gd name="T34" fmla="*/ 392 w 488"/>
                <a:gd name="T35" fmla="*/ 276 h 536"/>
                <a:gd name="T36" fmla="*/ 384 w 488"/>
                <a:gd name="T37" fmla="*/ 288 h 536"/>
                <a:gd name="T38" fmla="*/ 370 w 488"/>
                <a:gd name="T39" fmla="*/ 297 h 536"/>
                <a:gd name="T40" fmla="*/ 354 w 488"/>
                <a:gd name="T41" fmla="*/ 300 h 536"/>
                <a:gd name="T42" fmla="*/ 97 w 488"/>
                <a:gd name="T43" fmla="*/ 300 h 536"/>
                <a:gd name="T44" fmla="*/ 97 w 488"/>
                <a:gd name="T45" fmla="*/ 454 h 536"/>
                <a:gd name="T46" fmla="*/ 448 w 488"/>
                <a:gd name="T47" fmla="*/ 454 h 536"/>
                <a:gd name="T48" fmla="*/ 464 w 488"/>
                <a:gd name="T49" fmla="*/ 457 h 536"/>
                <a:gd name="T50" fmla="*/ 478 w 488"/>
                <a:gd name="T51" fmla="*/ 466 h 536"/>
                <a:gd name="T52" fmla="*/ 487 w 488"/>
                <a:gd name="T53" fmla="*/ 478 h 536"/>
                <a:gd name="T54" fmla="*/ 488 w 488"/>
                <a:gd name="T55" fmla="*/ 494 h 536"/>
                <a:gd name="T56" fmla="*/ 487 w 488"/>
                <a:gd name="T57" fmla="*/ 512 h 536"/>
                <a:gd name="T58" fmla="*/ 478 w 488"/>
                <a:gd name="T59" fmla="*/ 524 h 536"/>
                <a:gd name="T60" fmla="*/ 464 w 488"/>
                <a:gd name="T61" fmla="*/ 533 h 536"/>
                <a:gd name="T62" fmla="*/ 448 w 488"/>
                <a:gd name="T63" fmla="*/ 536 h 536"/>
                <a:gd name="T64" fmla="*/ 0 w 488"/>
                <a:gd name="T65" fmla="*/ 536 h 536"/>
                <a:gd name="T66" fmla="*/ 0 w 488"/>
                <a:gd name="T67"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488" h="536">
                  <a:moveTo>
                    <a:pt x="0" y="0"/>
                  </a:moveTo>
                  <a:lnTo>
                    <a:pt x="440" y="0"/>
                  </a:lnTo>
                  <a:lnTo>
                    <a:pt x="455" y="2"/>
                  </a:lnTo>
                  <a:lnTo>
                    <a:pt x="467" y="12"/>
                  </a:lnTo>
                  <a:lnTo>
                    <a:pt x="476" y="25"/>
                  </a:lnTo>
                  <a:lnTo>
                    <a:pt x="480" y="40"/>
                  </a:lnTo>
                  <a:lnTo>
                    <a:pt x="476" y="56"/>
                  </a:lnTo>
                  <a:lnTo>
                    <a:pt x="467" y="70"/>
                  </a:lnTo>
                  <a:lnTo>
                    <a:pt x="455" y="79"/>
                  </a:lnTo>
                  <a:lnTo>
                    <a:pt x="440" y="82"/>
                  </a:lnTo>
                  <a:lnTo>
                    <a:pt x="97" y="82"/>
                  </a:lnTo>
                  <a:lnTo>
                    <a:pt x="97" y="218"/>
                  </a:lnTo>
                  <a:lnTo>
                    <a:pt x="354" y="218"/>
                  </a:lnTo>
                  <a:lnTo>
                    <a:pt x="370" y="222"/>
                  </a:lnTo>
                  <a:lnTo>
                    <a:pt x="384" y="231"/>
                  </a:lnTo>
                  <a:lnTo>
                    <a:pt x="392" y="243"/>
                  </a:lnTo>
                  <a:lnTo>
                    <a:pt x="396" y="259"/>
                  </a:lnTo>
                  <a:lnTo>
                    <a:pt x="392" y="276"/>
                  </a:lnTo>
                  <a:lnTo>
                    <a:pt x="384" y="288"/>
                  </a:lnTo>
                  <a:lnTo>
                    <a:pt x="370" y="297"/>
                  </a:lnTo>
                  <a:lnTo>
                    <a:pt x="354" y="300"/>
                  </a:lnTo>
                  <a:lnTo>
                    <a:pt x="97" y="300"/>
                  </a:lnTo>
                  <a:lnTo>
                    <a:pt x="97" y="454"/>
                  </a:lnTo>
                  <a:lnTo>
                    <a:pt x="448" y="454"/>
                  </a:lnTo>
                  <a:lnTo>
                    <a:pt x="464" y="457"/>
                  </a:lnTo>
                  <a:lnTo>
                    <a:pt x="478" y="466"/>
                  </a:lnTo>
                  <a:lnTo>
                    <a:pt x="487" y="478"/>
                  </a:lnTo>
                  <a:lnTo>
                    <a:pt x="488" y="494"/>
                  </a:lnTo>
                  <a:lnTo>
                    <a:pt x="487" y="512"/>
                  </a:lnTo>
                  <a:lnTo>
                    <a:pt x="478" y="524"/>
                  </a:lnTo>
                  <a:lnTo>
                    <a:pt x="464" y="533"/>
                  </a:lnTo>
                  <a:lnTo>
                    <a:pt x="448" y="536"/>
                  </a:lnTo>
                  <a:lnTo>
                    <a:pt x="0" y="536"/>
                  </a:lnTo>
                  <a:lnTo>
                    <a:pt x="0" y="0"/>
                  </a:lnTo>
                  <a:close/>
                </a:path>
              </a:pathLst>
            </a:custGeom>
            <a:solidFill>
              <a:schemeClr val="tx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1" name="Freeform 8"/>
            <p:cNvSpPr>
              <a:spLocks/>
            </p:cNvSpPr>
            <p:nvPr userDrawn="1"/>
          </p:nvSpPr>
          <p:spPr bwMode="auto">
            <a:xfrm>
              <a:off x="4041148" y="5818063"/>
              <a:ext cx="541720" cy="508514"/>
            </a:xfrm>
            <a:custGeom>
              <a:avLst/>
              <a:gdLst>
                <a:gd name="T0" fmla="*/ 48 w 571"/>
                <a:gd name="T1" fmla="*/ 0 h 536"/>
                <a:gd name="T2" fmla="*/ 65 w 571"/>
                <a:gd name="T3" fmla="*/ 4 h 536"/>
                <a:gd name="T4" fmla="*/ 79 w 571"/>
                <a:gd name="T5" fmla="*/ 12 h 536"/>
                <a:gd name="T6" fmla="*/ 89 w 571"/>
                <a:gd name="T7" fmla="*/ 26 h 536"/>
                <a:gd name="T8" fmla="*/ 280 w 571"/>
                <a:gd name="T9" fmla="*/ 431 h 536"/>
                <a:gd name="T10" fmla="*/ 285 w 571"/>
                <a:gd name="T11" fmla="*/ 440 h 536"/>
                <a:gd name="T12" fmla="*/ 484 w 571"/>
                <a:gd name="T13" fmla="*/ 26 h 536"/>
                <a:gd name="T14" fmla="*/ 494 w 571"/>
                <a:gd name="T15" fmla="*/ 12 h 536"/>
                <a:gd name="T16" fmla="*/ 508 w 571"/>
                <a:gd name="T17" fmla="*/ 2 h 536"/>
                <a:gd name="T18" fmla="*/ 526 w 571"/>
                <a:gd name="T19" fmla="*/ 0 h 536"/>
                <a:gd name="T20" fmla="*/ 541 w 571"/>
                <a:gd name="T21" fmla="*/ 2 h 536"/>
                <a:gd name="T22" fmla="*/ 554 w 571"/>
                <a:gd name="T23" fmla="*/ 9 h 536"/>
                <a:gd name="T24" fmla="*/ 564 w 571"/>
                <a:gd name="T25" fmla="*/ 21 h 536"/>
                <a:gd name="T26" fmla="*/ 571 w 571"/>
                <a:gd name="T27" fmla="*/ 35 h 536"/>
                <a:gd name="T28" fmla="*/ 571 w 571"/>
                <a:gd name="T29" fmla="*/ 51 h 536"/>
                <a:gd name="T30" fmla="*/ 568 w 571"/>
                <a:gd name="T31" fmla="*/ 67 h 536"/>
                <a:gd name="T32" fmla="*/ 337 w 571"/>
                <a:gd name="T33" fmla="*/ 536 h 536"/>
                <a:gd name="T34" fmla="*/ 233 w 571"/>
                <a:gd name="T35" fmla="*/ 536 h 536"/>
                <a:gd name="T36" fmla="*/ 6 w 571"/>
                <a:gd name="T37" fmla="*/ 67 h 536"/>
                <a:gd name="T38" fmla="*/ 0 w 571"/>
                <a:gd name="T39" fmla="*/ 51 h 536"/>
                <a:gd name="T40" fmla="*/ 2 w 571"/>
                <a:gd name="T41" fmla="*/ 35 h 536"/>
                <a:gd name="T42" fmla="*/ 7 w 571"/>
                <a:gd name="T43" fmla="*/ 21 h 536"/>
                <a:gd name="T44" fmla="*/ 18 w 571"/>
                <a:gd name="T45" fmla="*/ 9 h 536"/>
                <a:gd name="T46" fmla="*/ 32 w 571"/>
                <a:gd name="T47" fmla="*/ 2 h 536"/>
                <a:gd name="T48" fmla="*/ 48 w 571"/>
                <a:gd name="T49"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571" h="536">
                  <a:moveTo>
                    <a:pt x="48" y="0"/>
                  </a:moveTo>
                  <a:lnTo>
                    <a:pt x="65" y="4"/>
                  </a:lnTo>
                  <a:lnTo>
                    <a:pt x="79" y="12"/>
                  </a:lnTo>
                  <a:lnTo>
                    <a:pt x="89" y="26"/>
                  </a:lnTo>
                  <a:lnTo>
                    <a:pt x="280" y="431"/>
                  </a:lnTo>
                  <a:lnTo>
                    <a:pt x="285" y="440"/>
                  </a:lnTo>
                  <a:lnTo>
                    <a:pt x="484" y="26"/>
                  </a:lnTo>
                  <a:lnTo>
                    <a:pt x="494" y="12"/>
                  </a:lnTo>
                  <a:lnTo>
                    <a:pt x="508" y="2"/>
                  </a:lnTo>
                  <a:lnTo>
                    <a:pt x="526" y="0"/>
                  </a:lnTo>
                  <a:lnTo>
                    <a:pt x="541" y="2"/>
                  </a:lnTo>
                  <a:lnTo>
                    <a:pt x="554" y="9"/>
                  </a:lnTo>
                  <a:lnTo>
                    <a:pt x="564" y="21"/>
                  </a:lnTo>
                  <a:lnTo>
                    <a:pt x="571" y="35"/>
                  </a:lnTo>
                  <a:lnTo>
                    <a:pt x="571" y="51"/>
                  </a:lnTo>
                  <a:lnTo>
                    <a:pt x="568" y="67"/>
                  </a:lnTo>
                  <a:lnTo>
                    <a:pt x="337" y="536"/>
                  </a:lnTo>
                  <a:lnTo>
                    <a:pt x="233" y="536"/>
                  </a:lnTo>
                  <a:lnTo>
                    <a:pt x="6" y="67"/>
                  </a:lnTo>
                  <a:lnTo>
                    <a:pt x="0" y="51"/>
                  </a:lnTo>
                  <a:lnTo>
                    <a:pt x="2" y="35"/>
                  </a:lnTo>
                  <a:lnTo>
                    <a:pt x="7" y="21"/>
                  </a:lnTo>
                  <a:lnTo>
                    <a:pt x="18" y="9"/>
                  </a:lnTo>
                  <a:lnTo>
                    <a:pt x="32" y="2"/>
                  </a:lnTo>
                  <a:lnTo>
                    <a:pt x="48" y="0"/>
                  </a:lnTo>
                  <a:close/>
                </a:path>
              </a:pathLst>
            </a:custGeom>
            <a:solidFill>
              <a:schemeClr val="tx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2" name="Freeform 9"/>
            <p:cNvSpPr>
              <a:spLocks noEditPoints="1"/>
            </p:cNvSpPr>
            <p:nvPr userDrawn="1"/>
          </p:nvSpPr>
          <p:spPr bwMode="auto">
            <a:xfrm>
              <a:off x="4582868" y="5818063"/>
              <a:ext cx="608130" cy="508514"/>
            </a:xfrm>
            <a:custGeom>
              <a:avLst/>
              <a:gdLst>
                <a:gd name="T0" fmla="*/ 321 w 641"/>
                <a:gd name="T1" fmla="*/ 70 h 536"/>
                <a:gd name="T2" fmla="*/ 201 w 641"/>
                <a:gd name="T3" fmla="*/ 328 h 536"/>
                <a:gd name="T4" fmla="*/ 443 w 641"/>
                <a:gd name="T5" fmla="*/ 328 h 536"/>
                <a:gd name="T6" fmla="*/ 321 w 641"/>
                <a:gd name="T7" fmla="*/ 70 h 536"/>
                <a:gd name="T8" fmla="*/ 264 w 641"/>
                <a:gd name="T9" fmla="*/ 0 h 536"/>
                <a:gd name="T10" fmla="*/ 381 w 641"/>
                <a:gd name="T11" fmla="*/ 0 h 536"/>
                <a:gd name="T12" fmla="*/ 641 w 641"/>
                <a:gd name="T13" fmla="*/ 536 h 536"/>
                <a:gd name="T14" fmla="*/ 538 w 641"/>
                <a:gd name="T15" fmla="*/ 536 h 536"/>
                <a:gd name="T16" fmla="*/ 482 w 641"/>
                <a:gd name="T17" fmla="*/ 414 h 536"/>
                <a:gd name="T18" fmla="*/ 480 w 641"/>
                <a:gd name="T19" fmla="*/ 410 h 536"/>
                <a:gd name="T20" fmla="*/ 161 w 641"/>
                <a:gd name="T21" fmla="*/ 410 h 536"/>
                <a:gd name="T22" fmla="*/ 103 w 641"/>
                <a:gd name="T23" fmla="*/ 536 h 536"/>
                <a:gd name="T24" fmla="*/ 0 w 641"/>
                <a:gd name="T25" fmla="*/ 536 h 536"/>
                <a:gd name="T26" fmla="*/ 264 w 641"/>
                <a:gd name="T27"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641" h="536">
                  <a:moveTo>
                    <a:pt x="321" y="70"/>
                  </a:moveTo>
                  <a:lnTo>
                    <a:pt x="201" y="328"/>
                  </a:lnTo>
                  <a:lnTo>
                    <a:pt x="443" y="328"/>
                  </a:lnTo>
                  <a:lnTo>
                    <a:pt x="321" y="70"/>
                  </a:lnTo>
                  <a:close/>
                  <a:moveTo>
                    <a:pt x="264" y="0"/>
                  </a:moveTo>
                  <a:lnTo>
                    <a:pt x="381" y="0"/>
                  </a:lnTo>
                  <a:lnTo>
                    <a:pt x="641" y="536"/>
                  </a:lnTo>
                  <a:lnTo>
                    <a:pt x="538" y="536"/>
                  </a:lnTo>
                  <a:lnTo>
                    <a:pt x="482" y="414"/>
                  </a:lnTo>
                  <a:lnTo>
                    <a:pt x="480" y="410"/>
                  </a:lnTo>
                  <a:lnTo>
                    <a:pt x="161" y="410"/>
                  </a:lnTo>
                  <a:lnTo>
                    <a:pt x="103" y="536"/>
                  </a:lnTo>
                  <a:lnTo>
                    <a:pt x="0" y="536"/>
                  </a:lnTo>
                  <a:lnTo>
                    <a:pt x="264" y="0"/>
                  </a:lnTo>
                  <a:close/>
                </a:path>
              </a:pathLst>
            </a:custGeom>
            <a:solidFill>
              <a:schemeClr val="tx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3" name="Freeform 10"/>
            <p:cNvSpPr>
              <a:spLocks/>
            </p:cNvSpPr>
            <p:nvPr userDrawn="1"/>
          </p:nvSpPr>
          <p:spPr bwMode="auto">
            <a:xfrm>
              <a:off x="5169177" y="5818063"/>
              <a:ext cx="555002" cy="508514"/>
            </a:xfrm>
            <a:custGeom>
              <a:avLst/>
              <a:gdLst>
                <a:gd name="T0" fmla="*/ 42 w 585"/>
                <a:gd name="T1" fmla="*/ 0 h 536"/>
                <a:gd name="T2" fmla="*/ 545 w 585"/>
                <a:gd name="T3" fmla="*/ 0 h 536"/>
                <a:gd name="T4" fmla="*/ 560 w 585"/>
                <a:gd name="T5" fmla="*/ 2 h 536"/>
                <a:gd name="T6" fmla="*/ 574 w 585"/>
                <a:gd name="T7" fmla="*/ 12 h 536"/>
                <a:gd name="T8" fmla="*/ 583 w 585"/>
                <a:gd name="T9" fmla="*/ 25 h 536"/>
                <a:gd name="T10" fmla="*/ 585 w 585"/>
                <a:gd name="T11" fmla="*/ 40 h 536"/>
                <a:gd name="T12" fmla="*/ 583 w 585"/>
                <a:gd name="T13" fmla="*/ 56 h 536"/>
                <a:gd name="T14" fmla="*/ 574 w 585"/>
                <a:gd name="T15" fmla="*/ 70 h 536"/>
                <a:gd name="T16" fmla="*/ 560 w 585"/>
                <a:gd name="T17" fmla="*/ 79 h 536"/>
                <a:gd name="T18" fmla="*/ 545 w 585"/>
                <a:gd name="T19" fmla="*/ 82 h 536"/>
                <a:gd name="T20" fmla="*/ 342 w 585"/>
                <a:gd name="T21" fmla="*/ 82 h 536"/>
                <a:gd name="T22" fmla="*/ 342 w 585"/>
                <a:gd name="T23" fmla="*/ 536 h 536"/>
                <a:gd name="T24" fmla="*/ 244 w 585"/>
                <a:gd name="T25" fmla="*/ 536 h 536"/>
                <a:gd name="T26" fmla="*/ 244 w 585"/>
                <a:gd name="T27" fmla="*/ 82 h 536"/>
                <a:gd name="T28" fmla="*/ 42 w 585"/>
                <a:gd name="T29" fmla="*/ 82 h 536"/>
                <a:gd name="T30" fmla="*/ 26 w 585"/>
                <a:gd name="T31" fmla="*/ 79 h 536"/>
                <a:gd name="T32" fmla="*/ 12 w 585"/>
                <a:gd name="T33" fmla="*/ 70 h 536"/>
                <a:gd name="T34" fmla="*/ 4 w 585"/>
                <a:gd name="T35" fmla="*/ 56 h 536"/>
                <a:gd name="T36" fmla="*/ 0 w 585"/>
                <a:gd name="T37" fmla="*/ 40 h 536"/>
                <a:gd name="T38" fmla="*/ 4 w 585"/>
                <a:gd name="T39" fmla="*/ 25 h 536"/>
                <a:gd name="T40" fmla="*/ 12 w 585"/>
                <a:gd name="T41" fmla="*/ 12 h 536"/>
                <a:gd name="T42" fmla="*/ 26 w 585"/>
                <a:gd name="T43" fmla="*/ 2 h 536"/>
                <a:gd name="T44" fmla="*/ 42 w 585"/>
                <a:gd name="T45"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585" h="536">
                  <a:moveTo>
                    <a:pt x="42" y="0"/>
                  </a:moveTo>
                  <a:lnTo>
                    <a:pt x="545" y="0"/>
                  </a:lnTo>
                  <a:lnTo>
                    <a:pt x="560" y="2"/>
                  </a:lnTo>
                  <a:lnTo>
                    <a:pt x="574" y="12"/>
                  </a:lnTo>
                  <a:lnTo>
                    <a:pt x="583" y="25"/>
                  </a:lnTo>
                  <a:lnTo>
                    <a:pt x="585" y="40"/>
                  </a:lnTo>
                  <a:lnTo>
                    <a:pt x="583" y="56"/>
                  </a:lnTo>
                  <a:lnTo>
                    <a:pt x="574" y="70"/>
                  </a:lnTo>
                  <a:lnTo>
                    <a:pt x="560" y="79"/>
                  </a:lnTo>
                  <a:lnTo>
                    <a:pt x="545" y="82"/>
                  </a:lnTo>
                  <a:lnTo>
                    <a:pt x="342" y="82"/>
                  </a:lnTo>
                  <a:lnTo>
                    <a:pt x="342" y="536"/>
                  </a:lnTo>
                  <a:lnTo>
                    <a:pt x="244" y="536"/>
                  </a:lnTo>
                  <a:lnTo>
                    <a:pt x="244" y="82"/>
                  </a:lnTo>
                  <a:lnTo>
                    <a:pt x="42" y="82"/>
                  </a:lnTo>
                  <a:lnTo>
                    <a:pt x="26" y="79"/>
                  </a:lnTo>
                  <a:lnTo>
                    <a:pt x="12" y="70"/>
                  </a:lnTo>
                  <a:lnTo>
                    <a:pt x="4" y="56"/>
                  </a:lnTo>
                  <a:lnTo>
                    <a:pt x="0" y="40"/>
                  </a:lnTo>
                  <a:lnTo>
                    <a:pt x="4" y="25"/>
                  </a:lnTo>
                  <a:lnTo>
                    <a:pt x="12" y="12"/>
                  </a:lnTo>
                  <a:lnTo>
                    <a:pt x="26" y="2"/>
                  </a:lnTo>
                  <a:lnTo>
                    <a:pt x="42" y="0"/>
                  </a:lnTo>
                  <a:close/>
                </a:path>
              </a:pathLst>
            </a:custGeom>
            <a:solidFill>
              <a:schemeClr val="tx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4" name="Freeform 11"/>
            <p:cNvSpPr>
              <a:spLocks/>
            </p:cNvSpPr>
            <p:nvPr userDrawn="1"/>
          </p:nvSpPr>
          <p:spPr bwMode="auto">
            <a:xfrm>
              <a:off x="5831384" y="5818063"/>
              <a:ext cx="541720" cy="521796"/>
            </a:xfrm>
            <a:custGeom>
              <a:avLst/>
              <a:gdLst>
                <a:gd name="T0" fmla="*/ 49 w 571"/>
                <a:gd name="T1" fmla="*/ 0 h 550"/>
                <a:gd name="T2" fmla="*/ 68 w 571"/>
                <a:gd name="T3" fmla="*/ 4 h 550"/>
                <a:gd name="T4" fmla="*/ 84 w 571"/>
                <a:gd name="T5" fmla="*/ 14 h 550"/>
                <a:gd name="T6" fmla="*/ 94 w 571"/>
                <a:gd name="T7" fmla="*/ 30 h 550"/>
                <a:gd name="T8" fmla="*/ 98 w 571"/>
                <a:gd name="T9" fmla="*/ 49 h 550"/>
                <a:gd name="T10" fmla="*/ 98 w 571"/>
                <a:gd name="T11" fmla="*/ 299 h 550"/>
                <a:gd name="T12" fmla="*/ 98 w 571"/>
                <a:gd name="T13" fmla="*/ 320 h 550"/>
                <a:gd name="T14" fmla="*/ 101 w 571"/>
                <a:gd name="T15" fmla="*/ 342 h 550"/>
                <a:gd name="T16" fmla="*/ 105 w 571"/>
                <a:gd name="T17" fmla="*/ 363 h 550"/>
                <a:gd name="T18" fmla="*/ 112 w 571"/>
                <a:gd name="T19" fmla="*/ 384 h 550"/>
                <a:gd name="T20" fmla="*/ 122 w 571"/>
                <a:gd name="T21" fmla="*/ 403 h 550"/>
                <a:gd name="T22" fmla="*/ 136 w 571"/>
                <a:gd name="T23" fmla="*/ 421 h 550"/>
                <a:gd name="T24" fmla="*/ 156 w 571"/>
                <a:gd name="T25" fmla="*/ 437 h 550"/>
                <a:gd name="T26" fmla="*/ 180 w 571"/>
                <a:gd name="T27" fmla="*/ 449 h 550"/>
                <a:gd name="T28" fmla="*/ 208 w 571"/>
                <a:gd name="T29" fmla="*/ 459 h 550"/>
                <a:gd name="T30" fmla="*/ 245 w 571"/>
                <a:gd name="T31" fmla="*/ 464 h 550"/>
                <a:gd name="T32" fmla="*/ 286 w 571"/>
                <a:gd name="T33" fmla="*/ 466 h 550"/>
                <a:gd name="T34" fmla="*/ 328 w 571"/>
                <a:gd name="T35" fmla="*/ 464 h 550"/>
                <a:gd name="T36" fmla="*/ 363 w 571"/>
                <a:gd name="T37" fmla="*/ 459 h 550"/>
                <a:gd name="T38" fmla="*/ 391 w 571"/>
                <a:gd name="T39" fmla="*/ 449 h 550"/>
                <a:gd name="T40" fmla="*/ 416 w 571"/>
                <a:gd name="T41" fmla="*/ 437 h 550"/>
                <a:gd name="T42" fmla="*/ 435 w 571"/>
                <a:gd name="T43" fmla="*/ 421 h 550"/>
                <a:gd name="T44" fmla="*/ 449 w 571"/>
                <a:gd name="T45" fmla="*/ 403 h 550"/>
                <a:gd name="T46" fmla="*/ 459 w 571"/>
                <a:gd name="T47" fmla="*/ 384 h 550"/>
                <a:gd name="T48" fmla="*/ 466 w 571"/>
                <a:gd name="T49" fmla="*/ 363 h 550"/>
                <a:gd name="T50" fmla="*/ 470 w 571"/>
                <a:gd name="T51" fmla="*/ 342 h 550"/>
                <a:gd name="T52" fmla="*/ 473 w 571"/>
                <a:gd name="T53" fmla="*/ 320 h 550"/>
                <a:gd name="T54" fmla="*/ 473 w 571"/>
                <a:gd name="T55" fmla="*/ 299 h 550"/>
                <a:gd name="T56" fmla="*/ 473 w 571"/>
                <a:gd name="T57" fmla="*/ 49 h 550"/>
                <a:gd name="T58" fmla="*/ 477 w 571"/>
                <a:gd name="T59" fmla="*/ 30 h 550"/>
                <a:gd name="T60" fmla="*/ 487 w 571"/>
                <a:gd name="T61" fmla="*/ 14 h 550"/>
                <a:gd name="T62" fmla="*/ 503 w 571"/>
                <a:gd name="T63" fmla="*/ 4 h 550"/>
                <a:gd name="T64" fmla="*/ 522 w 571"/>
                <a:gd name="T65" fmla="*/ 0 h 550"/>
                <a:gd name="T66" fmla="*/ 541 w 571"/>
                <a:gd name="T67" fmla="*/ 4 h 550"/>
                <a:gd name="T68" fmla="*/ 557 w 571"/>
                <a:gd name="T69" fmla="*/ 14 h 550"/>
                <a:gd name="T70" fmla="*/ 567 w 571"/>
                <a:gd name="T71" fmla="*/ 30 h 550"/>
                <a:gd name="T72" fmla="*/ 571 w 571"/>
                <a:gd name="T73" fmla="*/ 49 h 550"/>
                <a:gd name="T74" fmla="*/ 571 w 571"/>
                <a:gd name="T75" fmla="*/ 306 h 550"/>
                <a:gd name="T76" fmla="*/ 567 w 571"/>
                <a:gd name="T77" fmla="*/ 358 h 550"/>
                <a:gd name="T78" fmla="*/ 557 w 571"/>
                <a:gd name="T79" fmla="*/ 402 h 550"/>
                <a:gd name="T80" fmla="*/ 540 w 571"/>
                <a:gd name="T81" fmla="*/ 442 h 550"/>
                <a:gd name="T82" fmla="*/ 513 w 571"/>
                <a:gd name="T83" fmla="*/ 475 h 550"/>
                <a:gd name="T84" fmla="*/ 482 w 571"/>
                <a:gd name="T85" fmla="*/ 501 h 550"/>
                <a:gd name="T86" fmla="*/ 444 w 571"/>
                <a:gd name="T87" fmla="*/ 522 h 550"/>
                <a:gd name="T88" fmla="*/ 398 w 571"/>
                <a:gd name="T89" fmla="*/ 538 h 550"/>
                <a:gd name="T90" fmla="*/ 346 w 571"/>
                <a:gd name="T91" fmla="*/ 547 h 550"/>
                <a:gd name="T92" fmla="*/ 286 w 571"/>
                <a:gd name="T93" fmla="*/ 550 h 550"/>
                <a:gd name="T94" fmla="*/ 225 w 571"/>
                <a:gd name="T95" fmla="*/ 547 h 550"/>
                <a:gd name="T96" fmla="*/ 173 w 571"/>
                <a:gd name="T97" fmla="*/ 538 h 550"/>
                <a:gd name="T98" fmla="*/ 128 w 571"/>
                <a:gd name="T99" fmla="*/ 522 h 550"/>
                <a:gd name="T100" fmla="*/ 89 w 571"/>
                <a:gd name="T101" fmla="*/ 501 h 550"/>
                <a:gd name="T102" fmla="*/ 58 w 571"/>
                <a:gd name="T103" fmla="*/ 475 h 550"/>
                <a:gd name="T104" fmla="*/ 32 w 571"/>
                <a:gd name="T105" fmla="*/ 442 h 550"/>
                <a:gd name="T106" fmla="*/ 14 w 571"/>
                <a:gd name="T107" fmla="*/ 402 h 550"/>
                <a:gd name="T108" fmla="*/ 4 w 571"/>
                <a:gd name="T109" fmla="*/ 358 h 550"/>
                <a:gd name="T110" fmla="*/ 0 w 571"/>
                <a:gd name="T111" fmla="*/ 306 h 550"/>
                <a:gd name="T112" fmla="*/ 0 w 571"/>
                <a:gd name="T113" fmla="*/ 49 h 550"/>
                <a:gd name="T114" fmla="*/ 4 w 571"/>
                <a:gd name="T115" fmla="*/ 30 h 550"/>
                <a:gd name="T116" fmla="*/ 14 w 571"/>
                <a:gd name="T117" fmla="*/ 14 h 550"/>
                <a:gd name="T118" fmla="*/ 30 w 571"/>
                <a:gd name="T119" fmla="*/ 4 h 550"/>
                <a:gd name="T120" fmla="*/ 49 w 571"/>
                <a:gd name="T121" fmla="*/ 0 h 5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571" h="550">
                  <a:moveTo>
                    <a:pt x="49" y="0"/>
                  </a:moveTo>
                  <a:lnTo>
                    <a:pt x="68" y="4"/>
                  </a:lnTo>
                  <a:lnTo>
                    <a:pt x="84" y="14"/>
                  </a:lnTo>
                  <a:lnTo>
                    <a:pt x="94" y="30"/>
                  </a:lnTo>
                  <a:lnTo>
                    <a:pt x="98" y="49"/>
                  </a:lnTo>
                  <a:lnTo>
                    <a:pt x="98" y="299"/>
                  </a:lnTo>
                  <a:lnTo>
                    <a:pt x="98" y="320"/>
                  </a:lnTo>
                  <a:lnTo>
                    <a:pt x="101" y="342"/>
                  </a:lnTo>
                  <a:lnTo>
                    <a:pt x="105" y="363"/>
                  </a:lnTo>
                  <a:lnTo>
                    <a:pt x="112" y="384"/>
                  </a:lnTo>
                  <a:lnTo>
                    <a:pt x="122" y="403"/>
                  </a:lnTo>
                  <a:lnTo>
                    <a:pt x="136" y="421"/>
                  </a:lnTo>
                  <a:lnTo>
                    <a:pt x="156" y="437"/>
                  </a:lnTo>
                  <a:lnTo>
                    <a:pt x="180" y="449"/>
                  </a:lnTo>
                  <a:lnTo>
                    <a:pt x="208" y="459"/>
                  </a:lnTo>
                  <a:lnTo>
                    <a:pt x="245" y="464"/>
                  </a:lnTo>
                  <a:lnTo>
                    <a:pt x="286" y="466"/>
                  </a:lnTo>
                  <a:lnTo>
                    <a:pt x="328" y="464"/>
                  </a:lnTo>
                  <a:lnTo>
                    <a:pt x="363" y="459"/>
                  </a:lnTo>
                  <a:lnTo>
                    <a:pt x="391" y="449"/>
                  </a:lnTo>
                  <a:lnTo>
                    <a:pt x="416" y="437"/>
                  </a:lnTo>
                  <a:lnTo>
                    <a:pt x="435" y="421"/>
                  </a:lnTo>
                  <a:lnTo>
                    <a:pt x="449" y="403"/>
                  </a:lnTo>
                  <a:lnTo>
                    <a:pt x="459" y="384"/>
                  </a:lnTo>
                  <a:lnTo>
                    <a:pt x="466" y="363"/>
                  </a:lnTo>
                  <a:lnTo>
                    <a:pt x="470" y="342"/>
                  </a:lnTo>
                  <a:lnTo>
                    <a:pt x="473" y="320"/>
                  </a:lnTo>
                  <a:lnTo>
                    <a:pt x="473" y="299"/>
                  </a:lnTo>
                  <a:lnTo>
                    <a:pt x="473" y="49"/>
                  </a:lnTo>
                  <a:lnTo>
                    <a:pt x="477" y="30"/>
                  </a:lnTo>
                  <a:lnTo>
                    <a:pt x="487" y="14"/>
                  </a:lnTo>
                  <a:lnTo>
                    <a:pt x="503" y="4"/>
                  </a:lnTo>
                  <a:lnTo>
                    <a:pt x="522" y="0"/>
                  </a:lnTo>
                  <a:lnTo>
                    <a:pt x="541" y="4"/>
                  </a:lnTo>
                  <a:lnTo>
                    <a:pt x="557" y="14"/>
                  </a:lnTo>
                  <a:lnTo>
                    <a:pt x="567" y="30"/>
                  </a:lnTo>
                  <a:lnTo>
                    <a:pt x="571" y="49"/>
                  </a:lnTo>
                  <a:lnTo>
                    <a:pt x="571" y="306"/>
                  </a:lnTo>
                  <a:lnTo>
                    <a:pt x="567" y="358"/>
                  </a:lnTo>
                  <a:lnTo>
                    <a:pt x="557" y="402"/>
                  </a:lnTo>
                  <a:lnTo>
                    <a:pt x="540" y="442"/>
                  </a:lnTo>
                  <a:lnTo>
                    <a:pt x="513" y="475"/>
                  </a:lnTo>
                  <a:lnTo>
                    <a:pt x="482" y="501"/>
                  </a:lnTo>
                  <a:lnTo>
                    <a:pt x="444" y="522"/>
                  </a:lnTo>
                  <a:lnTo>
                    <a:pt x="398" y="538"/>
                  </a:lnTo>
                  <a:lnTo>
                    <a:pt x="346" y="547"/>
                  </a:lnTo>
                  <a:lnTo>
                    <a:pt x="286" y="550"/>
                  </a:lnTo>
                  <a:lnTo>
                    <a:pt x="225" y="547"/>
                  </a:lnTo>
                  <a:lnTo>
                    <a:pt x="173" y="538"/>
                  </a:lnTo>
                  <a:lnTo>
                    <a:pt x="128" y="522"/>
                  </a:lnTo>
                  <a:lnTo>
                    <a:pt x="89" y="501"/>
                  </a:lnTo>
                  <a:lnTo>
                    <a:pt x="58" y="475"/>
                  </a:lnTo>
                  <a:lnTo>
                    <a:pt x="32" y="442"/>
                  </a:lnTo>
                  <a:lnTo>
                    <a:pt x="14" y="402"/>
                  </a:lnTo>
                  <a:lnTo>
                    <a:pt x="4" y="358"/>
                  </a:lnTo>
                  <a:lnTo>
                    <a:pt x="0" y="306"/>
                  </a:lnTo>
                  <a:lnTo>
                    <a:pt x="0" y="49"/>
                  </a:lnTo>
                  <a:lnTo>
                    <a:pt x="4" y="30"/>
                  </a:lnTo>
                  <a:lnTo>
                    <a:pt x="14" y="14"/>
                  </a:lnTo>
                  <a:lnTo>
                    <a:pt x="30" y="4"/>
                  </a:lnTo>
                  <a:lnTo>
                    <a:pt x="49" y="0"/>
                  </a:lnTo>
                  <a:close/>
                </a:path>
              </a:pathLst>
            </a:custGeom>
            <a:solidFill>
              <a:schemeClr val="tx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5" name="Freeform 12"/>
            <p:cNvSpPr>
              <a:spLocks noEditPoints="1"/>
            </p:cNvSpPr>
            <p:nvPr userDrawn="1"/>
          </p:nvSpPr>
          <p:spPr bwMode="auto">
            <a:xfrm>
              <a:off x="6530592" y="5818063"/>
              <a:ext cx="521796" cy="508514"/>
            </a:xfrm>
            <a:custGeom>
              <a:avLst/>
              <a:gdLst>
                <a:gd name="T0" fmla="*/ 96 w 550"/>
                <a:gd name="T1" fmla="*/ 79 h 536"/>
                <a:gd name="T2" fmla="*/ 96 w 550"/>
                <a:gd name="T3" fmla="*/ 241 h 536"/>
                <a:gd name="T4" fmla="*/ 307 w 550"/>
                <a:gd name="T5" fmla="*/ 241 h 536"/>
                <a:gd name="T6" fmla="*/ 342 w 550"/>
                <a:gd name="T7" fmla="*/ 241 h 536"/>
                <a:gd name="T8" fmla="*/ 372 w 550"/>
                <a:gd name="T9" fmla="*/ 238 h 536"/>
                <a:gd name="T10" fmla="*/ 398 w 550"/>
                <a:gd name="T11" fmla="*/ 231 h 536"/>
                <a:gd name="T12" fmla="*/ 417 w 550"/>
                <a:gd name="T13" fmla="*/ 222 h 536"/>
                <a:gd name="T14" fmla="*/ 431 w 550"/>
                <a:gd name="T15" fmla="*/ 206 h 536"/>
                <a:gd name="T16" fmla="*/ 440 w 550"/>
                <a:gd name="T17" fmla="*/ 187 h 536"/>
                <a:gd name="T18" fmla="*/ 443 w 550"/>
                <a:gd name="T19" fmla="*/ 161 h 536"/>
                <a:gd name="T20" fmla="*/ 440 w 550"/>
                <a:gd name="T21" fmla="*/ 135 h 536"/>
                <a:gd name="T22" fmla="*/ 431 w 550"/>
                <a:gd name="T23" fmla="*/ 114 h 536"/>
                <a:gd name="T24" fmla="*/ 417 w 550"/>
                <a:gd name="T25" fmla="*/ 100 h 536"/>
                <a:gd name="T26" fmla="*/ 398 w 550"/>
                <a:gd name="T27" fmla="*/ 89 h 536"/>
                <a:gd name="T28" fmla="*/ 372 w 550"/>
                <a:gd name="T29" fmla="*/ 84 h 536"/>
                <a:gd name="T30" fmla="*/ 342 w 550"/>
                <a:gd name="T31" fmla="*/ 80 h 536"/>
                <a:gd name="T32" fmla="*/ 307 w 550"/>
                <a:gd name="T33" fmla="*/ 79 h 536"/>
                <a:gd name="T34" fmla="*/ 96 w 550"/>
                <a:gd name="T35" fmla="*/ 79 h 536"/>
                <a:gd name="T36" fmla="*/ 0 w 550"/>
                <a:gd name="T37" fmla="*/ 0 h 536"/>
                <a:gd name="T38" fmla="*/ 323 w 550"/>
                <a:gd name="T39" fmla="*/ 0 h 536"/>
                <a:gd name="T40" fmla="*/ 377 w 550"/>
                <a:gd name="T41" fmla="*/ 2 h 536"/>
                <a:gd name="T42" fmla="*/ 422 w 550"/>
                <a:gd name="T43" fmla="*/ 9 h 536"/>
                <a:gd name="T44" fmla="*/ 459 w 550"/>
                <a:gd name="T45" fmla="*/ 19 h 536"/>
                <a:gd name="T46" fmla="*/ 489 w 550"/>
                <a:gd name="T47" fmla="*/ 37 h 536"/>
                <a:gd name="T48" fmla="*/ 511 w 550"/>
                <a:gd name="T49" fmla="*/ 58 h 536"/>
                <a:gd name="T50" fmla="*/ 527 w 550"/>
                <a:gd name="T51" fmla="*/ 86 h 536"/>
                <a:gd name="T52" fmla="*/ 537 w 550"/>
                <a:gd name="T53" fmla="*/ 119 h 536"/>
                <a:gd name="T54" fmla="*/ 539 w 550"/>
                <a:gd name="T55" fmla="*/ 157 h 536"/>
                <a:gd name="T56" fmla="*/ 537 w 550"/>
                <a:gd name="T57" fmla="*/ 194 h 536"/>
                <a:gd name="T58" fmla="*/ 527 w 550"/>
                <a:gd name="T59" fmla="*/ 225 h 536"/>
                <a:gd name="T60" fmla="*/ 513 w 550"/>
                <a:gd name="T61" fmla="*/ 252 h 536"/>
                <a:gd name="T62" fmla="*/ 494 w 550"/>
                <a:gd name="T63" fmla="*/ 272 h 536"/>
                <a:gd name="T64" fmla="*/ 471 w 550"/>
                <a:gd name="T65" fmla="*/ 290 h 536"/>
                <a:gd name="T66" fmla="*/ 447 w 550"/>
                <a:gd name="T67" fmla="*/ 302 h 536"/>
                <a:gd name="T68" fmla="*/ 419 w 550"/>
                <a:gd name="T69" fmla="*/ 311 h 536"/>
                <a:gd name="T70" fmla="*/ 393 w 550"/>
                <a:gd name="T71" fmla="*/ 314 h 536"/>
                <a:gd name="T72" fmla="*/ 384 w 550"/>
                <a:gd name="T73" fmla="*/ 314 h 536"/>
                <a:gd name="T74" fmla="*/ 550 w 550"/>
                <a:gd name="T75" fmla="*/ 536 h 536"/>
                <a:gd name="T76" fmla="*/ 431 w 550"/>
                <a:gd name="T77" fmla="*/ 536 h 536"/>
                <a:gd name="T78" fmla="*/ 274 w 550"/>
                <a:gd name="T79" fmla="*/ 323 h 536"/>
                <a:gd name="T80" fmla="*/ 272 w 550"/>
                <a:gd name="T81" fmla="*/ 321 h 536"/>
                <a:gd name="T82" fmla="*/ 96 w 550"/>
                <a:gd name="T83" fmla="*/ 321 h 536"/>
                <a:gd name="T84" fmla="*/ 96 w 550"/>
                <a:gd name="T85" fmla="*/ 536 h 536"/>
                <a:gd name="T86" fmla="*/ 0 w 550"/>
                <a:gd name="T87" fmla="*/ 536 h 536"/>
                <a:gd name="T88" fmla="*/ 0 w 550"/>
                <a:gd name="T89"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550" h="536">
                  <a:moveTo>
                    <a:pt x="96" y="79"/>
                  </a:moveTo>
                  <a:lnTo>
                    <a:pt x="96" y="241"/>
                  </a:lnTo>
                  <a:lnTo>
                    <a:pt x="307" y="241"/>
                  </a:lnTo>
                  <a:lnTo>
                    <a:pt x="342" y="241"/>
                  </a:lnTo>
                  <a:lnTo>
                    <a:pt x="372" y="238"/>
                  </a:lnTo>
                  <a:lnTo>
                    <a:pt x="398" y="231"/>
                  </a:lnTo>
                  <a:lnTo>
                    <a:pt x="417" y="222"/>
                  </a:lnTo>
                  <a:lnTo>
                    <a:pt x="431" y="206"/>
                  </a:lnTo>
                  <a:lnTo>
                    <a:pt x="440" y="187"/>
                  </a:lnTo>
                  <a:lnTo>
                    <a:pt x="443" y="161"/>
                  </a:lnTo>
                  <a:lnTo>
                    <a:pt x="440" y="135"/>
                  </a:lnTo>
                  <a:lnTo>
                    <a:pt x="431" y="114"/>
                  </a:lnTo>
                  <a:lnTo>
                    <a:pt x="417" y="100"/>
                  </a:lnTo>
                  <a:lnTo>
                    <a:pt x="398" y="89"/>
                  </a:lnTo>
                  <a:lnTo>
                    <a:pt x="372" y="84"/>
                  </a:lnTo>
                  <a:lnTo>
                    <a:pt x="342" y="80"/>
                  </a:lnTo>
                  <a:lnTo>
                    <a:pt x="307" y="79"/>
                  </a:lnTo>
                  <a:lnTo>
                    <a:pt x="96" y="79"/>
                  </a:lnTo>
                  <a:close/>
                  <a:moveTo>
                    <a:pt x="0" y="0"/>
                  </a:moveTo>
                  <a:lnTo>
                    <a:pt x="323" y="0"/>
                  </a:lnTo>
                  <a:lnTo>
                    <a:pt x="377" y="2"/>
                  </a:lnTo>
                  <a:lnTo>
                    <a:pt x="422" y="9"/>
                  </a:lnTo>
                  <a:lnTo>
                    <a:pt x="459" y="19"/>
                  </a:lnTo>
                  <a:lnTo>
                    <a:pt x="489" y="37"/>
                  </a:lnTo>
                  <a:lnTo>
                    <a:pt x="511" y="58"/>
                  </a:lnTo>
                  <a:lnTo>
                    <a:pt x="527" y="86"/>
                  </a:lnTo>
                  <a:lnTo>
                    <a:pt x="537" y="119"/>
                  </a:lnTo>
                  <a:lnTo>
                    <a:pt x="539" y="157"/>
                  </a:lnTo>
                  <a:lnTo>
                    <a:pt x="537" y="194"/>
                  </a:lnTo>
                  <a:lnTo>
                    <a:pt x="527" y="225"/>
                  </a:lnTo>
                  <a:lnTo>
                    <a:pt x="513" y="252"/>
                  </a:lnTo>
                  <a:lnTo>
                    <a:pt x="494" y="272"/>
                  </a:lnTo>
                  <a:lnTo>
                    <a:pt x="471" y="290"/>
                  </a:lnTo>
                  <a:lnTo>
                    <a:pt x="447" y="302"/>
                  </a:lnTo>
                  <a:lnTo>
                    <a:pt x="419" y="311"/>
                  </a:lnTo>
                  <a:lnTo>
                    <a:pt x="393" y="314"/>
                  </a:lnTo>
                  <a:lnTo>
                    <a:pt x="384" y="314"/>
                  </a:lnTo>
                  <a:lnTo>
                    <a:pt x="550" y="536"/>
                  </a:lnTo>
                  <a:lnTo>
                    <a:pt x="431" y="536"/>
                  </a:lnTo>
                  <a:lnTo>
                    <a:pt x="274" y="323"/>
                  </a:lnTo>
                  <a:lnTo>
                    <a:pt x="272" y="321"/>
                  </a:lnTo>
                  <a:lnTo>
                    <a:pt x="96" y="321"/>
                  </a:lnTo>
                  <a:lnTo>
                    <a:pt x="96" y="536"/>
                  </a:lnTo>
                  <a:lnTo>
                    <a:pt x="0" y="536"/>
                  </a:lnTo>
                  <a:lnTo>
                    <a:pt x="0" y="0"/>
                  </a:lnTo>
                  <a:close/>
                </a:path>
              </a:pathLst>
            </a:custGeom>
            <a:solidFill>
              <a:schemeClr val="tx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6" name="Freeform 13"/>
            <p:cNvSpPr>
              <a:spLocks/>
            </p:cNvSpPr>
            <p:nvPr userDrawn="1"/>
          </p:nvSpPr>
          <p:spPr bwMode="auto">
            <a:xfrm>
              <a:off x="7183312" y="5818063"/>
              <a:ext cx="462976" cy="508514"/>
            </a:xfrm>
            <a:custGeom>
              <a:avLst/>
              <a:gdLst>
                <a:gd name="T0" fmla="*/ 0 w 488"/>
                <a:gd name="T1" fmla="*/ 0 h 536"/>
                <a:gd name="T2" fmla="*/ 438 w 488"/>
                <a:gd name="T3" fmla="*/ 0 h 536"/>
                <a:gd name="T4" fmla="*/ 453 w 488"/>
                <a:gd name="T5" fmla="*/ 2 h 536"/>
                <a:gd name="T6" fmla="*/ 467 w 488"/>
                <a:gd name="T7" fmla="*/ 12 h 536"/>
                <a:gd name="T8" fmla="*/ 476 w 488"/>
                <a:gd name="T9" fmla="*/ 25 h 536"/>
                <a:gd name="T10" fmla="*/ 480 w 488"/>
                <a:gd name="T11" fmla="*/ 40 h 536"/>
                <a:gd name="T12" fmla="*/ 476 w 488"/>
                <a:gd name="T13" fmla="*/ 56 h 536"/>
                <a:gd name="T14" fmla="*/ 467 w 488"/>
                <a:gd name="T15" fmla="*/ 70 h 536"/>
                <a:gd name="T16" fmla="*/ 453 w 488"/>
                <a:gd name="T17" fmla="*/ 79 h 536"/>
                <a:gd name="T18" fmla="*/ 438 w 488"/>
                <a:gd name="T19" fmla="*/ 82 h 536"/>
                <a:gd name="T20" fmla="*/ 97 w 488"/>
                <a:gd name="T21" fmla="*/ 82 h 536"/>
                <a:gd name="T22" fmla="*/ 97 w 488"/>
                <a:gd name="T23" fmla="*/ 218 h 536"/>
                <a:gd name="T24" fmla="*/ 333 w 488"/>
                <a:gd name="T25" fmla="*/ 218 h 536"/>
                <a:gd name="T26" fmla="*/ 349 w 488"/>
                <a:gd name="T27" fmla="*/ 222 h 536"/>
                <a:gd name="T28" fmla="*/ 361 w 488"/>
                <a:gd name="T29" fmla="*/ 231 h 536"/>
                <a:gd name="T30" fmla="*/ 370 w 488"/>
                <a:gd name="T31" fmla="*/ 243 h 536"/>
                <a:gd name="T32" fmla="*/ 373 w 488"/>
                <a:gd name="T33" fmla="*/ 259 h 536"/>
                <a:gd name="T34" fmla="*/ 370 w 488"/>
                <a:gd name="T35" fmla="*/ 276 h 536"/>
                <a:gd name="T36" fmla="*/ 361 w 488"/>
                <a:gd name="T37" fmla="*/ 288 h 536"/>
                <a:gd name="T38" fmla="*/ 349 w 488"/>
                <a:gd name="T39" fmla="*/ 297 h 536"/>
                <a:gd name="T40" fmla="*/ 333 w 488"/>
                <a:gd name="T41" fmla="*/ 300 h 536"/>
                <a:gd name="T42" fmla="*/ 97 w 488"/>
                <a:gd name="T43" fmla="*/ 300 h 536"/>
                <a:gd name="T44" fmla="*/ 97 w 488"/>
                <a:gd name="T45" fmla="*/ 454 h 536"/>
                <a:gd name="T46" fmla="*/ 446 w 488"/>
                <a:gd name="T47" fmla="*/ 454 h 536"/>
                <a:gd name="T48" fmla="*/ 464 w 488"/>
                <a:gd name="T49" fmla="*/ 457 h 536"/>
                <a:gd name="T50" fmla="*/ 476 w 488"/>
                <a:gd name="T51" fmla="*/ 466 h 536"/>
                <a:gd name="T52" fmla="*/ 485 w 488"/>
                <a:gd name="T53" fmla="*/ 478 h 536"/>
                <a:gd name="T54" fmla="*/ 488 w 488"/>
                <a:gd name="T55" fmla="*/ 494 h 536"/>
                <a:gd name="T56" fmla="*/ 485 w 488"/>
                <a:gd name="T57" fmla="*/ 512 h 536"/>
                <a:gd name="T58" fmla="*/ 476 w 488"/>
                <a:gd name="T59" fmla="*/ 524 h 536"/>
                <a:gd name="T60" fmla="*/ 464 w 488"/>
                <a:gd name="T61" fmla="*/ 533 h 536"/>
                <a:gd name="T62" fmla="*/ 446 w 488"/>
                <a:gd name="T63" fmla="*/ 536 h 536"/>
                <a:gd name="T64" fmla="*/ 0 w 488"/>
                <a:gd name="T65" fmla="*/ 536 h 536"/>
                <a:gd name="T66" fmla="*/ 0 w 488"/>
                <a:gd name="T67"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488" h="536">
                  <a:moveTo>
                    <a:pt x="0" y="0"/>
                  </a:moveTo>
                  <a:lnTo>
                    <a:pt x="438" y="0"/>
                  </a:lnTo>
                  <a:lnTo>
                    <a:pt x="453" y="2"/>
                  </a:lnTo>
                  <a:lnTo>
                    <a:pt x="467" y="12"/>
                  </a:lnTo>
                  <a:lnTo>
                    <a:pt x="476" y="25"/>
                  </a:lnTo>
                  <a:lnTo>
                    <a:pt x="480" y="40"/>
                  </a:lnTo>
                  <a:lnTo>
                    <a:pt x="476" y="56"/>
                  </a:lnTo>
                  <a:lnTo>
                    <a:pt x="467" y="70"/>
                  </a:lnTo>
                  <a:lnTo>
                    <a:pt x="453" y="79"/>
                  </a:lnTo>
                  <a:lnTo>
                    <a:pt x="438" y="82"/>
                  </a:lnTo>
                  <a:lnTo>
                    <a:pt x="97" y="82"/>
                  </a:lnTo>
                  <a:lnTo>
                    <a:pt x="97" y="218"/>
                  </a:lnTo>
                  <a:lnTo>
                    <a:pt x="333" y="218"/>
                  </a:lnTo>
                  <a:lnTo>
                    <a:pt x="349" y="222"/>
                  </a:lnTo>
                  <a:lnTo>
                    <a:pt x="361" y="231"/>
                  </a:lnTo>
                  <a:lnTo>
                    <a:pt x="370" y="243"/>
                  </a:lnTo>
                  <a:lnTo>
                    <a:pt x="373" y="259"/>
                  </a:lnTo>
                  <a:lnTo>
                    <a:pt x="370" y="276"/>
                  </a:lnTo>
                  <a:lnTo>
                    <a:pt x="361" y="288"/>
                  </a:lnTo>
                  <a:lnTo>
                    <a:pt x="349" y="297"/>
                  </a:lnTo>
                  <a:lnTo>
                    <a:pt x="333" y="300"/>
                  </a:lnTo>
                  <a:lnTo>
                    <a:pt x="97" y="300"/>
                  </a:lnTo>
                  <a:lnTo>
                    <a:pt x="97" y="454"/>
                  </a:lnTo>
                  <a:lnTo>
                    <a:pt x="446" y="454"/>
                  </a:lnTo>
                  <a:lnTo>
                    <a:pt x="464" y="457"/>
                  </a:lnTo>
                  <a:lnTo>
                    <a:pt x="476" y="466"/>
                  </a:lnTo>
                  <a:lnTo>
                    <a:pt x="485" y="478"/>
                  </a:lnTo>
                  <a:lnTo>
                    <a:pt x="488" y="494"/>
                  </a:lnTo>
                  <a:lnTo>
                    <a:pt x="485" y="512"/>
                  </a:lnTo>
                  <a:lnTo>
                    <a:pt x="476" y="524"/>
                  </a:lnTo>
                  <a:lnTo>
                    <a:pt x="464" y="533"/>
                  </a:lnTo>
                  <a:lnTo>
                    <a:pt x="446" y="536"/>
                  </a:lnTo>
                  <a:lnTo>
                    <a:pt x="0" y="536"/>
                  </a:lnTo>
                  <a:lnTo>
                    <a:pt x="0" y="0"/>
                  </a:lnTo>
                  <a:close/>
                </a:path>
              </a:pathLst>
            </a:custGeom>
            <a:solidFill>
              <a:schemeClr val="tx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7" name="Freeform 14"/>
            <p:cNvSpPr>
              <a:spLocks/>
            </p:cNvSpPr>
            <p:nvPr userDrawn="1"/>
          </p:nvSpPr>
          <p:spPr bwMode="auto">
            <a:xfrm>
              <a:off x="4647381" y="5515421"/>
              <a:ext cx="91077" cy="87282"/>
            </a:xfrm>
            <a:custGeom>
              <a:avLst/>
              <a:gdLst>
                <a:gd name="T0" fmla="*/ 51 w 96"/>
                <a:gd name="T1" fmla="*/ 0 h 92"/>
                <a:gd name="T2" fmla="*/ 53 w 96"/>
                <a:gd name="T3" fmla="*/ 0 h 92"/>
                <a:gd name="T4" fmla="*/ 70 w 96"/>
                <a:gd name="T5" fmla="*/ 5 h 92"/>
                <a:gd name="T6" fmla="*/ 84 w 96"/>
                <a:gd name="T7" fmla="*/ 15 h 92"/>
                <a:gd name="T8" fmla="*/ 93 w 96"/>
                <a:gd name="T9" fmla="*/ 31 h 92"/>
                <a:gd name="T10" fmla="*/ 96 w 96"/>
                <a:gd name="T11" fmla="*/ 49 h 92"/>
                <a:gd name="T12" fmla="*/ 91 w 96"/>
                <a:gd name="T13" fmla="*/ 66 h 92"/>
                <a:gd name="T14" fmla="*/ 81 w 96"/>
                <a:gd name="T15" fmla="*/ 80 h 92"/>
                <a:gd name="T16" fmla="*/ 65 w 96"/>
                <a:gd name="T17" fmla="*/ 91 h 92"/>
                <a:gd name="T18" fmla="*/ 47 w 96"/>
                <a:gd name="T19" fmla="*/ 92 h 92"/>
                <a:gd name="T20" fmla="*/ 44 w 96"/>
                <a:gd name="T21" fmla="*/ 92 h 92"/>
                <a:gd name="T22" fmla="*/ 26 w 96"/>
                <a:gd name="T23" fmla="*/ 87 h 92"/>
                <a:gd name="T24" fmla="*/ 12 w 96"/>
                <a:gd name="T25" fmla="*/ 77 h 92"/>
                <a:gd name="T26" fmla="*/ 4 w 96"/>
                <a:gd name="T27" fmla="*/ 61 h 92"/>
                <a:gd name="T28" fmla="*/ 0 w 96"/>
                <a:gd name="T29" fmla="*/ 43 h 92"/>
                <a:gd name="T30" fmla="*/ 5 w 96"/>
                <a:gd name="T31" fmla="*/ 26 h 92"/>
                <a:gd name="T32" fmla="*/ 16 w 96"/>
                <a:gd name="T33" fmla="*/ 12 h 92"/>
                <a:gd name="T34" fmla="*/ 32 w 96"/>
                <a:gd name="T35" fmla="*/ 2 h 92"/>
                <a:gd name="T36" fmla="*/ 51 w 96"/>
                <a:gd name="T37" fmla="*/ 0 h 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96" h="92">
                  <a:moveTo>
                    <a:pt x="51" y="0"/>
                  </a:moveTo>
                  <a:lnTo>
                    <a:pt x="53" y="0"/>
                  </a:lnTo>
                  <a:lnTo>
                    <a:pt x="70" y="5"/>
                  </a:lnTo>
                  <a:lnTo>
                    <a:pt x="84" y="15"/>
                  </a:lnTo>
                  <a:lnTo>
                    <a:pt x="93" y="31"/>
                  </a:lnTo>
                  <a:lnTo>
                    <a:pt x="96" y="49"/>
                  </a:lnTo>
                  <a:lnTo>
                    <a:pt x="91" y="66"/>
                  </a:lnTo>
                  <a:lnTo>
                    <a:pt x="81" y="80"/>
                  </a:lnTo>
                  <a:lnTo>
                    <a:pt x="65" y="91"/>
                  </a:lnTo>
                  <a:lnTo>
                    <a:pt x="47" y="92"/>
                  </a:lnTo>
                  <a:lnTo>
                    <a:pt x="44" y="92"/>
                  </a:lnTo>
                  <a:lnTo>
                    <a:pt x="26" y="87"/>
                  </a:lnTo>
                  <a:lnTo>
                    <a:pt x="12" y="77"/>
                  </a:lnTo>
                  <a:lnTo>
                    <a:pt x="4" y="61"/>
                  </a:lnTo>
                  <a:lnTo>
                    <a:pt x="0" y="43"/>
                  </a:lnTo>
                  <a:lnTo>
                    <a:pt x="5" y="26"/>
                  </a:lnTo>
                  <a:lnTo>
                    <a:pt x="16" y="12"/>
                  </a:lnTo>
                  <a:lnTo>
                    <a:pt x="32" y="2"/>
                  </a:lnTo>
                  <a:lnTo>
                    <a:pt x="51"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8" name="Freeform 15"/>
            <p:cNvSpPr>
              <a:spLocks/>
            </p:cNvSpPr>
            <p:nvPr userDrawn="1"/>
          </p:nvSpPr>
          <p:spPr bwMode="auto">
            <a:xfrm>
              <a:off x="4937689" y="5235549"/>
              <a:ext cx="130923" cy="157487"/>
            </a:xfrm>
            <a:custGeom>
              <a:avLst/>
              <a:gdLst>
                <a:gd name="T0" fmla="*/ 40 w 138"/>
                <a:gd name="T1" fmla="*/ 0 h 166"/>
                <a:gd name="T2" fmla="*/ 57 w 138"/>
                <a:gd name="T3" fmla="*/ 2 h 166"/>
                <a:gd name="T4" fmla="*/ 73 w 138"/>
                <a:gd name="T5" fmla="*/ 9 h 166"/>
                <a:gd name="T6" fmla="*/ 85 w 138"/>
                <a:gd name="T7" fmla="*/ 22 h 166"/>
                <a:gd name="T8" fmla="*/ 132 w 138"/>
                <a:gd name="T9" fmla="*/ 96 h 166"/>
                <a:gd name="T10" fmla="*/ 138 w 138"/>
                <a:gd name="T11" fmla="*/ 113 h 166"/>
                <a:gd name="T12" fmla="*/ 138 w 138"/>
                <a:gd name="T13" fmla="*/ 131 h 166"/>
                <a:gd name="T14" fmla="*/ 129 w 138"/>
                <a:gd name="T15" fmla="*/ 146 h 166"/>
                <a:gd name="T16" fmla="*/ 115 w 138"/>
                <a:gd name="T17" fmla="*/ 159 h 166"/>
                <a:gd name="T18" fmla="*/ 99 w 138"/>
                <a:gd name="T19" fmla="*/ 166 h 166"/>
                <a:gd name="T20" fmla="*/ 80 w 138"/>
                <a:gd name="T21" fmla="*/ 164 h 166"/>
                <a:gd name="T22" fmla="*/ 64 w 138"/>
                <a:gd name="T23" fmla="*/ 157 h 166"/>
                <a:gd name="T24" fmla="*/ 52 w 138"/>
                <a:gd name="T25" fmla="*/ 143 h 166"/>
                <a:gd name="T26" fmla="*/ 5 w 138"/>
                <a:gd name="T27" fmla="*/ 70 h 166"/>
                <a:gd name="T28" fmla="*/ 0 w 138"/>
                <a:gd name="T29" fmla="*/ 52 h 166"/>
                <a:gd name="T30" fmla="*/ 0 w 138"/>
                <a:gd name="T31" fmla="*/ 35 h 166"/>
                <a:gd name="T32" fmla="*/ 8 w 138"/>
                <a:gd name="T33" fmla="*/ 17 h 166"/>
                <a:gd name="T34" fmla="*/ 22 w 138"/>
                <a:gd name="T35" fmla="*/ 7 h 166"/>
                <a:gd name="T36" fmla="*/ 40 w 138"/>
                <a:gd name="T37" fmla="*/ 0 h 1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38" h="166">
                  <a:moveTo>
                    <a:pt x="40" y="0"/>
                  </a:moveTo>
                  <a:lnTo>
                    <a:pt x="57" y="2"/>
                  </a:lnTo>
                  <a:lnTo>
                    <a:pt x="73" y="9"/>
                  </a:lnTo>
                  <a:lnTo>
                    <a:pt x="85" y="22"/>
                  </a:lnTo>
                  <a:lnTo>
                    <a:pt x="132" y="96"/>
                  </a:lnTo>
                  <a:lnTo>
                    <a:pt x="138" y="113"/>
                  </a:lnTo>
                  <a:lnTo>
                    <a:pt x="138" y="131"/>
                  </a:lnTo>
                  <a:lnTo>
                    <a:pt x="129" y="146"/>
                  </a:lnTo>
                  <a:lnTo>
                    <a:pt x="115" y="159"/>
                  </a:lnTo>
                  <a:lnTo>
                    <a:pt x="99" y="166"/>
                  </a:lnTo>
                  <a:lnTo>
                    <a:pt x="80" y="164"/>
                  </a:lnTo>
                  <a:lnTo>
                    <a:pt x="64" y="157"/>
                  </a:lnTo>
                  <a:lnTo>
                    <a:pt x="52" y="143"/>
                  </a:lnTo>
                  <a:lnTo>
                    <a:pt x="5" y="70"/>
                  </a:lnTo>
                  <a:lnTo>
                    <a:pt x="0" y="52"/>
                  </a:lnTo>
                  <a:lnTo>
                    <a:pt x="0" y="35"/>
                  </a:lnTo>
                  <a:lnTo>
                    <a:pt x="8" y="17"/>
                  </a:lnTo>
                  <a:lnTo>
                    <a:pt x="22" y="7"/>
                  </a:lnTo>
                  <a:lnTo>
                    <a:pt x="40"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9" name="Freeform 16"/>
            <p:cNvSpPr>
              <a:spLocks/>
            </p:cNvSpPr>
            <p:nvPr userDrawn="1"/>
          </p:nvSpPr>
          <p:spPr bwMode="auto">
            <a:xfrm>
              <a:off x="5278280" y="5018292"/>
              <a:ext cx="132821" cy="243821"/>
            </a:xfrm>
            <a:custGeom>
              <a:avLst/>
              <a:gdLst>
                <a:gd name="T0" fmla="*/ 53 w 140"/>
                <a:gd name="T1" fmla="*/ 0 h 257"/>
                <a:gd name="T2" fmla="*/ 68 w 140"/>
                <a:gd name="T3" fmla="*/ 7 h 257"/>
                <a:gd name="T4" fmla="*/ 82 w 140"/>
                <a:gd name="T5" fmla="*/ 19 h 257"/>
                <a:gd name="T6" fmla="*/ 89 w 140"/>
                <a:gd name="T7" fmla="*/ 35 h 257"/>
                <a:gd name="T8" fmla="*/ 140 w 140"/>
                <a:gd name="T9" fmla="*/ 199 h 257"/>
                <a:gd name="T10" fmla="*/ 140 w 140"/>
                <a:gd name="T11" fmla="*/ 218 h 257"/>
                <a:gd name="T12" fmla="*/ 135 w 140"/>
                <a:gd name="T13" fmla="*/ 234 h 257"/>
                <a:gd name="T14" fmla="*/ 122 w 140"/>
                <a:gd name="T15" fmla="*/ 248 h 257"/>
                <a:gd name="T16" fmla="*/ 105 w 140"/>
                <a:gd name="T17" fmla="*/ 255 h 257"/>
                <a:gd name="T18" fmla="*/ 88 w 140"/>
                <a:gd name="T19" fmla="*/ 257 h 257"/>
                <a:gd name="T20" fmla="*/ 70 w 140"/>
                <a:gd name="T21" fmla="*/ 250 h 257"/>
                <a:gd name="T22" fmla="*/ 58 w 140"/>
                <a:gd name="T23" fmla="*/ 239 h 257"/>
                <a:gd name="T24" fmla="*/ 49 w 140"/>
                <a:gd name="T25" fmla="*/ 222 h 257"/>
                <a:gd name="T26" fmla="*/ 0 w 140"/>
                <a:gd name="T27" fmla="*/ 58 h 257"/>
                <a:gd name="T28" fmla="*/ 0 w 140"/>
                <a:gd name="T29" fmla="*/ 40 h 257"/>
                <a:gd name="T30" fmla="*/ 5 w 140"/>
                <a:gd name="T31" fmla="*/ 23 h 257"/>
                <a:gd name="T32" fmla="*/ 18 w 140"/>
                <a:gd name="T33" fmla="*/ 11 h 257"/>
                <a:gd name="T34" fmla="*/ 33 w 140"/>
                <a:gd name="T35" fmla="*/ 2 h 257"/>
                <a:gd name="T36" fmla="*/ 53 w 140"/>
                <a:gd name="T37" fmla="*/ 0 h 2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40" h="257">
                  <a:moveTo>
                    <a:pt x="53" y="0"/>
                  </a:moveTo>
                  <a:lnTo>
                    <a:pt x="68" y="7"/>
                  </a:lnTo>
                  <a:lnTo>
                    <a:pt x="82" y="19"/>
                  </a:lnTo>
                  <a:lnTo>
                    <a:pt x="89" y="35"/>
                  </a:lnTo>
                  <a:lnTo>
                    <a:pt x="140" y="199"/>
                  </a:lnTo>
                  <a:lnTo>
                    <a:pt x="140" y="218"/>
                  </a:lnTo>
                  <a:lnTo>
                    <a:pt x="135" y="234"/>
                  </a:lnTo>
                  <a:lnTo>
                    <a:pt x="122" y="248"/>
                  </a:lnTo>
                  <a:lnTo>
                    <a:pt x="105" y="255"/>
                  </a:lnTo>
                  <a:lnTo>
                    <a:pt x="88" y="257"/>
                  </a:lnTo>
                  <a:lnTo>
                    <a:pt x="70" y="250"/>
                  </a:lnTo>
                  <a:lnTo>
                    <a:pt x="58" y="239"/>
                  </a:lnTo>
                  <a:lnTo>
                    <a:pt x="49" y="222"/>
                  </a:lnTo>
                  <a:lnTo>
                    <a:pt x="0" y="58"/>
                  </a:lnTo>
                  <a:lnTo>
                    <a:pt x="0" y="40"/>
                  </a:lnTo>
                  <a:lnTo>
                    <a:pt x="5" y="23"/>
                  </a:lnTo>
                  <a:lnTo>
                    <a:pt x="18" y="11"/>
                  </a:lnTo>
                  <a:lnTo>
                    <a:pt x="33" y="2"/>
                  </a:lnTo>
                  <a:lnTo>
                    <a:pt x="53"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0" name="Freeform 17"/>
            <p:cNvSpPr>
              <a:spLocks/>
            </p:cNvSpPr>
            <p:nvPr userDrawn="1"/>
          </p:nvSpPr>
          <p:spPr bwMode="auto">
            <a:xfrm>
              <a:off x="5649230" y="4842779"/>
              <a:ext cx="112898" cy="335847"/>
            </a:xfrm>
            <a:custGeom>
              <a:avLst/>
              <a:gdLst>
                <a:gd name="T0" fmla="*/ 44 w 119"/>
                <a:gd name="T1" fmla="*/ 0 h 354"/>
                <a:gd name="T2" fmla="*/ 63 w 119"/>
                <a:gd name="T3" fmla="*/ 4 h 354"/>
                <a:gd name="T4" fmla="*/ 77 w 119"/>
                <a:gd name="T5" fmla="*/ 12 h 354"/>
                <a:gd name="T6" fmla="*/ 87 w 119"/>
                <a:gd name="T7" fmla="*/ 26 h 354"/>
                <a:gd name="T8" fmla="*/ 93 w 119"/>
                <a:gd name="T9" fmla="*/ 44 h 354"/>
                <a:gd name="T10" fmla="*/ 119 w 119"/>
                <a:gd name="T11" fmla="*/ 306 h 354"/>
                <a:gd name="T12" fmla="*/ 115 w 119"/>
                <a:gd name="T13" fmla="*/ 323 h 354"/>
                <a:gd name="T14" fmla="*/ 107 w 119"/>
                <a:gd name="T15" fmla="*/ 339 h 354"/>
                <a:gd name="T16" fmla="*/ 93 w 119"/>
                <a:gd name="T17" fmla="*/ 349 h 354"/>
                <a:gd name="T18" fmla="*/ 75 w 119"/>
                <a:gd name="T19" fmla="*/ 354 h 354"/>
                <a:gd name="T20" fmla="*/ 58 w 119"/>
                <a:gd name="T21" fmla="*/ 351 h 354"/>
                <a:gd name="T22" fmla="*/ 42 w 119"/>
                <a:gd name="T23" fmla="*/ 342 h 354"/>
                <a:gd name="T24" fmla="*/ 32 w 119"/>
                <a:gd name="T25" fmla="*/ 328 h 354"/>
                <a:gd name="T26" fmla="*/ 26 w 119"/>
                <a:gd name="T27" fmla="*/ 311 h 354"/>
                <a:gd name="T28" fmla="*/ 0 w 119"/>
                <a:gd name="T29" fmla="*/ 49 h 354"/>
                <a:gd name="T30" fmla="*/ 4 w 119"/>
                <a:gd name="T31" fmla="*/ 32 h 354"/>
                <a:gd name="T32" fmla="*/ 12 w 119"/>
                <a:gd name="T33" fmla="*/ 16 h 354"/>
                <a:gd name="T34" fmla="*/ 26 w 119"/>
                <a:gd name="T35" fmla="*/ 5 h 354"/>
                <a:gd name="T36" fmla="*/ 44 w 119"/>
                <a:gd name="T37" fmla="*/ 0 h 3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19" h="354">
                  <a:moveTo>
                    <a:pt x="44" y="0"/>
                  </a:moveTo>
                  <a:lnTo>
                    <a:pt x="63" y="4"/>
                  </a:lnTo>
                  <a:lnTo>
                    <a:pt x="77" y="12"/>
                  </a:lnTo>
                  <a:lnTo>
                    <a:pt x="87" y="26"/>
                  </a:lnTo>
                  <a:lnTo>
                    <a:pt x="93" y="44"/>
                  </a:lnTo>
                  <a:lnTo>
                    <a:pt x="119" y="306"/>
                  </a:lnTo>
                  <a:lnTo>
                    <a:pt x="115" y="323"/>
                  </a:lnTo>
                  <a:lnTo>
                    <a:pt x="107" y="339"/>
                  </a:lnTo>
                  <a:lnTo>
                    <a:pt x="93" y="349"/>
                  </a:lnTo>
                  <a:lnTo>
                    <a:pt x="75" y="354"/>
                  </a:lnTo>
                  <a:lnTo>
                    <a:pt x="58" y="351"/>
                  </a:lnTo>
                  <a:lnTo>
                    <a:pt x="42" y="342"/>
                  </a:lnTo>
                  <a:lnTo>
                    <a:pt x="32" y="328"/>
                  </a:lnTo>
                  <a:lnTo>
                    <a:pt x="26" y="311"/>
                  </a:lnTo>
                  <a:lnTo>
                    <a:pt x="0" y="49"/>
                  </a:lnTo>
                  <a:lnTo>
                    <a:pt x="4" y="32"/>
                  </a:lnTo>
                  <a:lnTo>
                    <a:pt x="12" y="16"/>
                  </a:lnTo>
                  <a:lnTo>
                    <a:pt x="26" y="5"/>
                  </a:lnTo>
                  <a:lnTo>
                    <a:pt x="44"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1" name="Freeform 18"/>
            <p:cNvSpPr>
              <a:spLocks/>
            </p:cNvSpPr>
            <p:nvPr userDrawn="1"/>
          </p:nvSpPr>
          <p:spPr bwMode="auto">
            <a:xfrm>
              <a:off x="6026821" y="4720394"/>
              <a:ext cx="104359" cy="420283"/>
            </a:xfrm>
            <a:custGeom>
              <a:avLst/>
              <a:gdLst>
                <a:gd name="T0" fmla="*/ 68 w 110"/>
                <a:gd name="T1" fmla="*/ 0 h 443"/>
                <a:gd name="T2" fmla="*/ 86 w 110"/>
                <a:gd name="T3" fmla="*/ 5 h 443"/>
                <a:gd name="T4" fmla="*/ 100 w 110"/>
                <a:gd name="T5" fmla="*/ 16 h 443"/>
                <a:gd name="T6" fmla="*/ 107 w 110"/>
                <a:gd name="T7" fmla="*/ 31 h 443"/>
                <a:gd name="T8" fmla="*/ 110 w 110"/>
                <a:gd name="T9" fmla="*/ 51 h 443"/>
                <a:gd name="T10" fmla="*/ 93 w 110"/>
                <a:gd name="T11" fmla="*/ 401 h 443"/>
                <a:gd name="T12" fmla="*/ 87 w 110"/>
                <a:gd name="T13" fmla="*/ 419 h 443"/>
                <a:gd name="T14" fmla="*/ 75 w 110"/>
                <a:gd name="T15" fmla="*/ 433 h 443"/>
                <a:gd name="T16" fmla="*/ 61 w 110"/>
                <a:gd name="T17" fmla="*/ 442 h 443"/>
                <a:gd name="T18" fmla="*/ 42 w 110"/>
                <a:gd name="T19" fmla="*/ 443 h 443"/>
                <a:gd name="T20" fmla="*/ 25 w 110"/>
                <a:gd name="T21" fmla="*/ 438 h 443"/>
                <a:gd name="T22" fmla="*/ 11 w 110"/>
                <a:gd name="T23" fmla="*/ 426 h 443"/>
                <a:gd name="T24" fmla="*/ 2 w 110"/>
                <a:gd name="T25" fmla="*/ 412 h 443"/>
                <a:gd name="T26" fmla="*/ 0 w 110"/>
                <a:gd name="T27" fmla="*/ 393 h 443"/>
                <a:gd name="T28" fmla="*/ 18 w 110"/>
                <a:gd name="T29" fmla="*/ 42 h 443"/>
                <a:gd name="T30" fmla="*/ 23 w 110"/>
                <a:gd name="T31" fmla="*/ 24 h 443"/>
                <a:gd name="T32" fmla="*/ 33 w 110"/>
                <a:gd name="T33" fmla="*/ 10 h 443"/>
                <a:gd name="T34" fmla="*/ 49 w 110"/>
                <a:gd name="T35" fmla="*/ 2 h 443"/>
                <a:gd name="T36" fmla="*/ 68 w 110"/>
                <a:gd name="T37" fmla="*/ 0 h 4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10" h="443">
                  <a:moveTo>
                    <a:pt x="68" y="0"/>
                  </a:moveTo>
                  <a:lnTo>
                    <a:pt x="86" y="5"/>
                  </a:lnTo>
                  <a:lnTo>
                    <a:pt x="100" y="16"/>
                  </a:lnTo>
                  <a:lnTo>
                    <a:pt x="107" y="31"/>
                  </a:lnTo>
                  <a:lnTo>
                    <a:pt x="110" y="51"/>
                  </a:lnTo>
                  <a:lnTo>
                    <a:pt x="93" y="401"/>
                  </a:lnTo>
                  <a:lnTo>
                    <a:pt x="87" y="419"/>
                  </a:lnTo>
                  <a:lnTo>
                    <a:pt x="75" y="433"/>
                  </a:lnTo>
                  <a:lnTo>
                    <a:pt x="61" y="442"/>
                  </a:lnTo>
                  <a:lnTo>
                    <a:pt x="42" y="443"/>
                  </a:lnTo>
                  <a:lnTo>
                    <a:pt x="25" y="438"/>
                  </a:lnTo>
                  <a:lnTo>
                    <a:pt x="11" y="426"/>
                  </a:lnTo>
                  <a:lnTo>
                    <a:pt x="2" y="412"/>
                  </a:lnTo>
                  <a:lnTo>
                    <a:pt x="0" y="393"/>
                  </a:lnTo>
                  <a:lnTo>
                    <a:pt x="18" y="42"/>
                  </a:lnTo>
                  <a:lnTo>
                    <a:pt x="23" y="24"/>
                  </a:lnTo>
                  <a:lnTo>
                    <a:pt x="33" y="10"/>
                  </a:lnTo>
                  <a:lnTo>
                    <a:pt x="49" y="2"/>
                  </a:lnTo>
                  <a:lnTo>
                    <a:pt x="68"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2" name="Freeform 19"/>
            <p:cNvSpPr>
              <a:spLocks/>
            </p:cNvSpPr>
            <p:nvPr userDrawn="1"/>
          </p:nvSpPr>
          <p:spPr bwMode="auto">
            <a:xfrm>
              <a:off x="6384489" y="4647343"/>
              <a:ext cx="162232" cy="497129"/>
            </a:xfrm>
            <a:custGeom>
              <a:avLst/>
              <a:gdLst>
                <a:gd name="T0" fmla="*/ 119 w 171"/>
                <a:gd name="T1" fmla="*/ 0 h 524"/>
                <a:gd name="T2" fmla="*/ 136 w 171"/>
                <a:gd name="T3" fmla="*/ 0 h 524"/>
                <a:gd name="T4" fmla="*/ 154 w 171"/>
                <a:gd name="T5" fmla="*/ 9 h 524"/>
                <a:gd name="T6" fmla="*/ 166 w 171"/>
                <a:gd name="T7" fmla="*/ 21 h 524"/>
                <a:gd name="T8" fmla="*/ 171 w 171"/>
                <a:gd name="T9" fmla="*/ 37 h 524"/>
                <a:gd name="T10" fmla="*/ 171 w 171"/>
                <a:gd name="T11" fmla="*/ 56 h 524"/>
                <a:gd name="T12" fmla="*/ 91 w 171"/>
                <a:gd name="T13" fmla="*/ 489 h 524"/>
                <a:gd name="T14" fmla="*/ 84 w 171"/>
                <a:gd name="T15" fmla="*/ 506 h 524"/>
                <a:gd name="T16" fmla="*/ 70 w 171"/>
                <a:gd name="T17" fmla="*/ 517 h 524"/>
                <a:gd name="T18" fmla="*/ 54 w 171"/>
                <a:gd name="T19" fmla="*/ 524 h 524"/>
                <a:gd name="T20" fmla="*/ 37 w 171"/>
                <a:gd name="T21" fmla="*/ 524 h 524"/>
                <a:gd name="T22" fmla="*/ 19 w 171"/>
                <a:gd name="T23" fmla="*/ 517 h 524"/>
                <a:gd name="T24" fmla="*/ 7 w 171"/>
                <a:gd name="T25" fmla="*/ 503 h 524"/>
                <a:gd name="T26" fmla="*/ 0 w 171"/>
                <a:gd name="T27" fmla="*/ 487 h 524"/>
                <a:gd name="T28" fmla="*/ 2 w 171"/>
                <a:gd name="T29" fmla="*/ 468 h 524"/>
                <a:gd name="T30" fmla="*/ 82 w 171"/>
                <a:gd name="T31" fmla="*/ 35 h 524"/>
                <a:gd name="T32" fmla="*/ 89 w 171"/>
                <a:gd name="T33" fmla="*/ 19 h 524"/>
                <a:gd name="T34" fmla="*/ 101 w 171"/>
                <a:gd name="T35" fmla="*/ 7 h 524"/>
                <a:gd name="T36" fmla="*/ 119 w 171"/>
                <a:gd name="T37" fmla="*/ 0 h 5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71" h="524">
                  <a:moveTo>
                    <a:pt x="119" y="0"/>
                  </a:moveTo>
                  <a:lnTo>
                    <a:pt x="136" y="0"/>
                  </a:lnTo>
                  <a:lnTo>
                    <a:pt x="154" y="9"/>
                  </a:lnTo>
                  <a:lnTo>
                    <a:pt x="166" y="21"/>
                  </a:lnTo>
                  <a:lnTo>
                    <a:pt x="171" y="37"/>
                  </a:lnTo>
                  <a:lnTo>
                    <a:pt x="171" y="56"/>
                  </a:lnTo>
                  <a:lnTo>
                    <a:pt x="91" y="489"/>
                  </a:lnTo>
                  <a:lnTo>
                    <a:pt x="84" y="506"/>
                  </a:lnTo>
                  <a:lnTo>
                    <a:pt x="70" y="517"/>
                  </a:lnTo>
                  <a:lnTo>
                    <a:pt x="54" y="524"/>
                  </a:lnTo>
                  <a:lnTo>
                    <a:pt x="37" y="524"/>
                  </a:lnTo>
                  <a:lnTo>
                    <a:pt x="19" y="517"/>
                  </a:lnTo>
                  <a:lnTo>
                    <a:pt x="7" y="503"/>
                  </a:lnTo>
                  <a:lnTo>
                    <a:pt x="0" y="487"/>
                  </a:lnTo>
                  <a:lnTo>
                    <a:pt x="2" y="468"/>
                  </a:lnTo>
                  <a:lnTo>
                    <a:pt x="82" y="35"/>
                  </a:lnTo>
                  <a:lnTo>
                    <a:pt x="89" y="19"/>
                  </a:lnTo>
                  <a:lnTo>
                    <a:pt x="101" y="7"/>
                  </a:lnTo>
                  <a:lnTo>
                    <a:pt x="119"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3" name="Freeform 20"/>
            <p:cNvSpPr>
              <a:spLocks/>
            </p:cNvSpPr>
            <p:nvPr userDrawn="1"/>
          </p:nvSpPr>
          <p:spPr bwMode="auto">
            <a:xfrm>
              <a:off x="6733618" y="4625522"/>
              <a:ext cx="241924" cy="568283"/>
            </a:xfrm>
            <a:custGeom>
              <a:avLst/>
              <a:gdLst>
                <a:gd name="T0" fmla="*/ 206 w 255"/>
                <a:gd name="T1" fmla="*/ 0 h 599"/>
                <a:gd name="T2" fmla="*/ 226 w 255"/>
                <a:gd name="T3" fmla="*/ 4 h 599"/>
                <a:gd name="T4" fmla="*/ 241 w 255"/>
                <a:gd name="T5" fmla="*/ 13 h 599"/>
                <a:gd name="T6" fmla="*/ 252 w 255"/>
                <a:gd name="T7" fmla="*/ 27 h 599"/>
                <a:gd name="T8" fmla="*/ 255 w 255"/>
                <a:gd name="T9" fmla="*/ 44 h 599"/>
                <a:gd name="T10" fmla="*/ 254 w 255"/>
                <a:gd name="T11" fmla="*/ 62 h 599"/>
                <a:gd name="T12" fmla="*/ 90 w 255"/>
                <a:gd name="T13" fmla="*/ 569 h 599"/>
                <a:gd name="T14" fmla="*/ 81 w 255"/>
                <a:gd name="T15" fmla="*/ 585 h 599"/>
                <a:gd name="T16" fmla="*/ 65 w 255"/>
                <a:gd name="T17" fmla="*/ 596 h 599"/>
                <a:gd name="T18" fmla="*/ 49 w 255"/>
                <a:gd name="T19" fmla="*/ 599 h 599"/>
                <a:gd name="T20" fmla="*/ 30 w 255"/>
                <a:gd name="T21" fmla="*/ 597 h 599"/>
                <a:gd name="T22" fmla="*/ 14 w 255"/>
                <a:gd name="T23" fmla="*/ 587 h 599"/>
                <a:gd name="T24" fmla="*/ 4 w 255"/>
                <a:gd name="T25" fmla="*/ 573 h 599"/>
                <a:gd name="T26" fmla="*/ 0 w 255"/>
                <a:gd name="T27" fmla="*/ 556 h 599"/>
                <a:gd name="T28" fmla="*/ 2 w 255"/>
                <a:gd name="T29" fmla="*/ 538 h 599"/>
                <a:gd name="T30" fmla="*/ 166 w 255"/>
                <a:gd name="T31" fmla="*/ 30 h 599"/>
                <a:gd name="T32" fmla="*/ 175 w 255"/>
                <a:gd name="T33" fmla="*/ 16 h 599"/>
                <a:gd name="T34" fmla="*/ 191 w 255"/>
                <a:gd name="T35" fmla="*/ 6 h 599"/>
                <a:gd name="T36" fmla="*/ 206 w 255"/>
                <a:gd name="T37" fmla="*/ 0 h 5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5" h="599">
                  <a:moveTo>
                    <a:pt x="206" y="0"/>
                  </a:moveTo>
                  <a:lnTo>
                    <a:pt x="226" y="4"/>
                  </a:lnTo>
                  <a:lnTo>
                    <a:pt x="241" y="13"/>
                  </a:lnTo>
                  <a:lnTo>
                    <a:pt x="252" y="27"/>
                  </a:lnTo>
                  <a:lnTo>
                    <a:pt x="255" y="44"/>
                  </a:lnTo>
                  <a:lnTo>
                    <a:pt x="254" y="62"/>
                  </a:lnTo>
                  <a:lnTo>
                    <a:pt x="90" y="569"/>
                  </a:lnTo>
                  <a:lnTo>
                    <a:pt x="81" y="585"/>
                  </a:lnTo>
                  <a:lnTo>
                    <a:pt x="65" y="596"/>
                  </a:lnTo>
                  <a:lnTo>
                    <a:pt x="49" y="599"/>
                  </a:lnTo>
                  <a:lnTo>
                    <a:pt x="30" y="597"/>
                  </a:lnTo>
                  <a:lnTo>
                    <a:pt x="14" y="587"/>
                  </a:lnTo>
                  <a:lnTo>
                    <a:pt x="4" y="573"/>
                  </a:lnTo>
                  <a:lnTo>
                    <a:pt x="0" y="556"/>
                  </a:lnTo>
                  <a:lnTo>
                    <a:pt x="2" y="538"/>
                  </a:lnTo>
                  <a:lnTo>
                    <a:pt x="166" y="30"/>
                  </a:lnTo>
                  <a:lnTo>
                    <a:pt x="175" y="16"/>
                  </a:lnTo>
                  <a:lnTo>
                    <a:pt x="191" y="6"/>
                  </a:lnTo>
                  <a:lnTo>
                    <a:pt x="206"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4" name="Freeform 21"/>
            <p:cNvSpPr>
              <a:spLocks/>
            </p:cNvSpPr>
            <p:nvPr userDrawn="1"/>
          </p:nvSpPr>
          <p:spPr bwMode="auto">
            <a:xfrm>
              <a:off x="7077055" y="4665368"/>
              <a:ext cx="333950" cy="621412"/>
            </a:xfrm>
            <a:custGeom>
              <a:avLst/>
              <a:gdLst>
                <a:gd name="T0" fmla="*/ 309 w 352"/>
                <a:gd name="T1" fmla="*/ 0 h 655"/>
                <a:gd name="T2" fmla="*/ 326 w 352"/>
                <a:gd name="T3" fmla="*/ 6 h 655"/>
                <a:gd name="T4" fmla="*/ 342 w 352"/>
                <a:gd name="T5" fmla="*/ 18 h 655"/>
                <a:gd name="T6" fmla="*/ 349 w 352"/>
                <a:gd name="T7" fmla="*/ 32 h 655"/>
                <a:gd name="T8" fmla="*/ 352 w 352"/>
                <a:gd name="T9" fmla="*/ 49 h 655"/>
                <a:gd name="T10" fmla="*/ 347 w 352"/>
                <a:gd name="T11" fmla="*/ 68 h 655"/>
                <a:gd name="T12" fmla="*/ 87 w 352"/>
                <a:gd name="T13" fmla="*/ 630 h 655"/>
                <a:gd name="T14" fmla="*/ 77 w 352"/>
                <a:gd name="T15" fmla="*/ 644 h 655"/>
                <a:gd name="T16" fmla="*/ 61 w 352"/>
                <a:gd name="T17" fmla="*/ 653 h 655"/>
                <a:gd name="T18" fmla="*/ 43 w 352"/>
                <a:gd name="T19" fmla="*/ 655 h 655"/>
                <a:gd name="T20" fmla="*/ 26 w 352"/>
                <a:gd name="T21" fmla="*/ 650 h 655"/>
                <a:gd name="T22" fmla="*/ 10 w 352"/>
                <a:gd name="T23" fmla="*/ 639 h 655"/>
                <a:gd name="T24" fmla="*/ 3 w 352"/>
                <a:gd name="T25" fmla="*/ 623 h 655"/>
                <a:gd name="T26" fmla="*/ 0 w 352"/>
                <a:gd name="T27" fmla="*/ 606 h 655"/>
                <a:gd name="T28" fmla="*/ 5 w 352"/>
                <a:gd name="T29" fmla="*/ 589 h 655"/>
                <a:gd name="T30" fmla="*/ 265 w 352"/>
                <a:gd name="T31" fmla="*/ 27 h 655"/>
                <a:gd name="T32" fmla="*/ 276 w 352"/>
                <a:gd name="T33" fmla="*/ 11 h 655"/>
                <a:gd name="T34" fmla="*/ 291 w 352"/>
                <a:gd name="T35" fmla="*/ 4 h 655"/>
                <a:gd name="T36" fmla="*/ 309 w 352"/>
                <a:gd name="T37" fmla="*/ 0 h 6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352" h="655">
                  <a:moveTo>
                    <a:pt x="309" y="0"/>
                  </a:moveTo>
                  <a:lnTo>
                    <a:pt x="326" y="6"/>
                  </a:lnTo>
                  <a:lnTo>
                    <a:pt x="342" y="18"/>
                  </a:lnTo>
                  <a:lnTo>
                    <a:pt x="349" y="32"/>
                  </a:lnTo>
                  <a:lnTo>
                    <a:pt x="352" y="49"/>
                  </a:lnTo>
                  <a:lnTo>
                    <a:pt x="347" y="68"/>
                  </a:lnTo>
                  <a:lnTo>
                    <a:pt x="87" y="630"/>
                  </a:lnTo>
                  <a:lnTo>
                    <a:pt x="77" y="644"/>
                  </a:lnTo>
                  <a:lnTo>
                    <a:pt x="61" y="653"/>
                  </a:lnTo>
                  <a:lnTo>
                    <a:pt x="43" y="655"/>
                  </a:lnTo>
                  <a:lnTo>
                    <a:pt x="26" y="650"/>
                  </a:lnTo>
                  <a:lnTo>
                    <a:pt x="10" y="639"/>
                  </a:lnTo>
                  <a:lnTo>
                    <a:pt x="3" y="623"/>
                  </a:lnTo>
                  <a:lnTo>
                    <a:pt x="0" y="606"/>
                  </a:lnTo>
                  <a:lnTo>
                    <a:pt x="5" y="589"/>
                  </a:lnTo>
                  <a:lnTo>
                    <a:pt x="265" y="27"/>
                  </a:lnTo>
                  <a:lnTo>
                    <a:pt x="276" y="11"/>
                  </a:lnTo>
                  <a:lnTo>
                    <a:pt x="291" y="4"/>
                  </a:lnTo>
                  <a:lnTo>
                    <a:pt x="309"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5" name="Freeform 22"/>
            <p:cNvSpPr>
              <a:spLocks/>
            </p:cNvSpPr>
            <p:nvPr userDrawn="1"/>
          </p:nvSpPr>
          <p:spPr bwMode="auto">
            <a:xfrm>
              <a:off x="7414800" y="4764984"/>
              <a:ext cx="430719" cy="659361"/>
            </a:xfrm>
            <a:custGeom>
              <a:avLst/>
              <a:gdLst>
                <a:gd name="T0" fmla="*/ 417 w 454"/>
                <a:gd name="T1" fmla="*/ 0 h 695"/>
                <a:gd name="T2" fmla="*/ 433 w 454"/>
                <a:gd name="T3" fmla="*/ 7 h 695"/>
                <a:gd name="T4" fmla="*/ 447 w 454"/>
                <a:gd name="T5" fmla="*/ 21 h 695"/>
                <a:gd name="T6" fmla="*/ 454 w 454"/>
                <a:gd name="T7" fmla="*/ 37 h 695"/>
                <a:gd name="T8" fmla="*/ 454 w 454"/>
                <a:gd name="T9" fmla="*/ 54 h 695"/>
                <a:gd name="T10" fmla="*/ 447 w 454"/>
                <a:gd name="T11" fmla="*/ 72 h 695"/>
                <a:gd name="T12" fmla="*/ 84 w 454"/>
                <a:gd name="T13" fmla="*/ 676 h 695"/>
                <a:gd name="T14" fmla="*/ 70 w 454"/>
                <a:gd name="T15" fmla="*/ 688 h 695"/>
                <a:gd name="T16" fmla="*/ 54 w 454"/>
                <a:gd name="T17" fmla="*/ 695 h 695"/>
                <a:gd name="T18" fmla="*/ 37 w 454"/>
                <a:gd name="T19" fmla="*/ 695 h 695"/>
                <a:gd name="T20" fmla="*/ 19 w 454"/>
                <a:gd name="T21" fmla="*/ 688 h 695"/>
                <a:gd name="T22" fmla="*/ 7 w 454"/>
                <a:gd name="T23" fmla="*/ 676 h 695"/>
                <a:gd name="T24" fmla="*/ 0 w 454"/>
                <a:gd name="T25" fmla="*/ 660 h 695"/>
                <a:gd name="T26" fmla="*/ 0 w 454"/>
                <a:gd name="T27" fmla="*/ 642 h 695"/>
                <a:gd name="T28" fmla="*/ 7 w 454"/>
                <a:gd name="T29" fmla="*/ 625 h 695"/>
                <a:gd name="T30" fmla="*/ 370 w 454"/>
                <a:gd name="T31" fmla="*/ 21 h 695"/>
                <a:gd name="T32" fmla="*/ 382 w 454"/>
                <a:gd name="T33" fmla="*/ 7 h 695"/>
                <a:gd name="T34" fmla="*/ 400 w 454"/>
                <a:gd name="T35" fmla="*/ 0 h 695"/>
                <a:gd name="T36" fmla="*/ 417 w 454"/>
                <a:gd name="T37" fmla="*/ 0 h 6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54" h="695">
                  <a:moveTo>
                    <a:pt x="417" y="0"/>
                  </a:moveTo>
                  <a:lnTo>
                    <a:pt x="433" y="7"/>
                  </a:lnTo>
                  <a:lnTo>
                    <a:pt x="447" y="21"/>
                  </a:lnTo>
                  <a:lnTo>
                    <a:pt x="454" y="37"/>
                  </a:lnTo>
                  <a:lnTo>
                    <a:pt x="454" y="54"/>
                  </a:lnTo>
                  <a:lnTo>
                    <a:pt x="447" y="72"/>
                  </a:lnTo>
                  <a:lnTo>
                    <a:pt x="84" y="676"/>
                  </a:lnTo>
                  <a:lnTo>
                    <a:pt x="70" y="688"/>
                  </a:lnTo>
                  <a:lnTo>
                    <a:pt x="54" y="695"/>
                  </a:lnTo>
                  <a:lnTo>
                    <a:pt x="37" y="695"/>
                  </a:lnTo>
                  <a:lnTo>
                    <a:pt x="19" y="688"/>
                  </a:lnTo>
                  <a:lnTo>
                    <a:pt x="7" y="676"/>
                  </a:lnTo>
                  <a:lnTo>
                    <a:pt x="0" y="660"/>
                  </a:lnTo>
                  <a:lnTo>
                    <a:pt x="0" y="642"/>
                  </a:lnTo>
                  <a:lnTo>
                    <a:pt x="7" y="625"/>
                  </a:lnTo>
                  <a:lnTo>
                    <a:pt x="370" y="21"/>
                  </a:lnTo>
                  <a:lnTo>
                    <a:pt x="382" y="7"/>
                  </a:lnTo>
                  <a:lnTo>
                    <a:pt x="400" y="0"/>
                  </a:lnTo>
                  <a:lnTo>
                    <a:pt x="417"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6" name="Freeform 23"/>
            <p:cNvSpPr>
              <a:spLocks/>
            </p:cNvSpPr>
            <p:nvPr userDrawn="1"/>
          </p:nvSpPr>
          <p:spPr bwMode="auto">
            <a:xfrm>
              <a:off x="7730724" y="4924369"/>
              <a:ext cx="543617" cy="680232"/>
            </a:xfrm>
            <a:custGeom>
              <a:avLst/>
              <a:gdLst>
                <a:gd name="T0" fmla="*/ 522 w 573"/>
                <a:gd name="T1" fmla="*/ 0 h 717"/>
                <a:gd name="T2" fmla="*/ 540 w 573"/>
                <a:gd name="T3" fmla="*/ 1 h 717"/>
                <a:gd name="T4" fmla="*/ 557 w 573"/>
                <a:gd name="T5" fmla="*/ 10 h 717"/>
                <a:gd name="T6" fmla="*/ 568 w 573"/>
                <a:gd name="T7" fmla="*/ 24 h 717"/>
                <a:gd name="T8" fmla="*/ 573 w 573"/>
                <a:gd name="T9" fmla="*/ 40 h 717"/>
                <a:gd name="T10" fmla="*/ 571 w 573"/>
                <a:gd name="T11" fmla="*/ 57 h 717"/>
                <a:gd name="T12" fmla="*/ 562 w 573"/>
                <a:gd name="T13" fmla="*/ 75 h 717"/>
                <a:gd name="T14" fmla="*/ 81 w 573"/>
                <a:gd name="T15" fmla="*/ 700 h 717"/>
                <a:gd name="T16" fmla="*/ 67 w 573"/>
                <a:gd name="T17" fmla="*/ 712 h 717"/>
                <a:gd name="T18" fmla="*/ 51 w 573"/>
                <a:gd name="T19" fmla="*/ 717 h 717"/>
                <a:gd name="T20" fmla="*/ 32 w 573"/>
                <a:gd name="T21" fmla="*/ 715 h 717"/>
                <a:gd name="T22" fmla="*/ 16 w 573"/>
                <a:gd name="T23" fmla="*/ 707 h 717"/>
                <a:gd name="T24" fmla="*/ 5 w 573"/>
                <a:gd name="T25" fmla="*/ 693 h 717"/>
                <a:gd name="T26" fmla="*/ 0 w 573"/>
                <a:gd name="T27" fmla="*/ 675 h 717"/>
                <a:gd name="T28" fmla="*/ 2 w 573"/>
                <a:gd name="T29" fmla="*/ 658 h 717"/>
                <a:gd name="T30" fmla="*/ 11 w 573"/>
                <a:gd name="T31" fmla="*/ 642 h 717"/>
                <a:gd name="T32" fmla="*/ 491 w 573"/>
                <a:gd name="T33" fmla="*/ 15 h 717"/>
                <a:gd name="T34" fmla="*/ 506 w 573"/>
                <a:gd name="T35" fmla="*/ 3 h 717"/>
                <a:gd name="T36" fmla="*/ 522 w 573"/>
                <a:gd name="T37" fmla="*/ 0 h 7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573" h="717">
                  <a:moveTo>
                    <a:pt x="522" y="0"/>
                  </a:moveTo>
                  <a:lnTo>
                    <a:pt x="540" y="1"/>
                  </a:lnTo>
                  <a:lnTo>
                    <a:pt x="557" y="10"/>
                  </a:lnTo>
                  <a:lnTo>
                    <a:pt x="568" y="24"/>
                  </a:lnTo>
                  <a:lnTo>
                    <a:pt x="573" y="40"/>
                  </a:lnTo>
                  <a:lnTo>
                    <a:pt x="571" y="57"/>
                  </a:lnTo>
                  <a:lnTo>
                    <a:pt x="562" y="75"/>
                  </a:lnTo>
                  <a:lnTo>
                    <a:pt x="81" y="700"/>
                  </a:lnTo>
                  <a:lnTo>
                    <a:pt x="67" y="712"/>
                  </a:lnTo>
                  <a:lnTo>
                    <a:pt x="51" y="717"/>
                  </a:lnTo>
                  <a:lnTo>
                    <a:pt x="32" y="715"/>
                  </a:lnTo>
                  <a:lnTo>
                    <a:pt x="16" y="707"/>
                  </a:lnTo>
                  <a:lnTo>
                    <a:pt x="5" y="693"/>
                  </a:lnTo>
                  <a:lnTo>
                    <a:pt x="0" y="675"/>
                  </a:lnTo>
                  <a:lnTo>
                    <a:pt x="2" y="658"/>
                  </a:lnTo>
                  <a:lnTo>
                    <a:pt x="11" y="642"/>
                  </a:lnTo>
                  <a:lnTo>
                    <a:pt x="491" y="15"/>
                  </a:lnTo>
                  <a:lnTo>
                    <a:pt x="506" y="3"/>
                  </a:lnTo>
                  <a:lnTo>
                    <a:pt x="522"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grpSp>
      <p:sp>
        <p:nvSpPr>
          <p:cNvPr id="2" name="Title 1"/>
          <p:cNvSpPr>
            <a:spLocks noGrp="1"/>
          </p:cNvSpPr>
          <p:nvPr>
            <p:ph type="ctrTitle" hasCustomPrompt="1"/>
          </p:nvPr>
        </p:nvSpPr>
        <p:spPr>
          <a:xfrm>
            <a:off x="496177" y="320634"/>
            <a:ext cx="6807148" cy="2543545"/>
          </a:xfrm>
        </p:spPr>
        <p:txBody>
          <a:bodyPr anchor="b"/>
          <a:lstStyle>
            <a:lvl1pPr>
              <a:lnSpc>
                <a:spcPct val="80000"/>
              </a:lnSpc>
              <a:defRPr sz="4400" baseline="0">
                <a:solidFill>
                  <a:schemeClr val="accent1"/>
                </a:solidFill>
                <a:latin typeface="Arial" panose="020B0604020202020204" pitchFamily="34" charset="0"/>
                <a:cs typeface="Arial" panose="020B0604020202020204" pitchFamily="34" charset="0"/>
              </a:defRPr>
            </a:lvl1pPr>
          </a:lstStyle>
          <a:p>
            <a:r>
              <a:rPr lang="en-US" dirty="0"/>
              <a:t>Click to edit master title style</a:t>
            </a:r>
          </a:p>
        </p:txBody>
      </p:sp>
      <p:sp>
        <p:nvSpPr>
          <p:cNvPr id="3" name="Subtitle 2"/>
          <p:cNvSpPr>
            <a:spLocks noGrp="1"/>
          </p:cNvSpPr>
          <p:nvPr>
            <p:ph type="subTitle" idx="1"/>
          </p:nvPr>
        </p:nvSpPr>
        <p:spPr>
          <a:xfrm>
            <a:off x="496176" y="2924299"/>
            <a:ext cx="6814614" cy="1752600"/>
          </a:xfrm>
        </p:spPr>
        <p:txBody>
          <a:bodyPr/>
          <a:lstStyle>
            <a:lvl1pPr marL="0" indent="0" algn="l">
              <a:buNone/>
              <a:defRPr b="1" baseline="0">
                <a:solidFill>
                  <a:schemeClr val="bg1"/>
                </a:solidFill>
                <a:latin typeface="Arial" panose="020B0604020202020204" pitchFamily="34" charset="0"/>
                <a:cs typeface="Arial" panose="020B0604020202020204" pitchFamily="34"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Tree>
    <p:extLst>
      <p:ext uri="{BB962C8B-B14F-4D97-AF65-F5344CB8AC3E}">
        <p14:creationId xmlns:p14="http://schemas.microsoft.com/office/powerpoint/2010/main" val="37113843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1_Title Slide">
    <p:spTree>
      <p:nvGrpSpPr>
        <p:cNvPr id="1" name=""/>
        <p:cNvGrpSpPr/>
        <p:nvPr/>
      </p:nvGrpSpPr>
      <p:grpSpPr>
        <a:xfrm>
          <a:off x="0" y="0"/>
          <a:ext cx="0" cy="0"/>
          <a:chOff x="0" y="0"/>
          <a:chExt cx="0" cy="0"/>
        </a:xfrm>
      </p:grpSpPr>
      <p:pic>
        <p:nvPicPr>
          <p:cNvPr id="28" name="Picture 27"/>
          <p:cNvPicPr>
            <a:picLocks noChangeAspect="1"/>
          </p:cNvPicPr>
          <p:nvPr userDrawn="1"/>
        </p:nvPicPr>
        <p:blipFill rotWithShape="1">
          <a:blip r:embed="rId2" cstate="print">
            <a:extLst>
              <a:ext uri="{28A0092B-C50C-407E-A947-70E740481C1C}">
                <a14:useLocalDpi xmlns:a14="http://schemas.microsoft.com/office/drawing/2010/main" val="0"/>
              </a:ext>
            </a:extLst>
          </a:blip>
          <a:srcRect t="33086" b="1379"/>
          <a:stretch/>
        </p:blipFill>
        <p:spPr>
          <a:xfrm flipV="1">
            <a:off x="0" y="0"/>
            <a:ext cx="9144000" cy="5030078"/>
          </a:xfrm>
          <a:prstGeom prst="rect">
            <a:avLst/>
          </a:prstGeom>
        </p:spPr>
      </p:pic>
      <p:grpSp>
        <p:nvGrpSpPr>
          <p:cNvPr id="27" name="Group 26"/>
          <p:cNvGrpSpPr/>
          <p:nvPr userDrawn="1"/>
        </p:nvGrpSpPr>
        <p:grpSpPr>
          <a:xfrm>
            <a:off x="496176" y="5451818"/>
            <a:ext cx="3105481" cy="975083"/>
            <a:chOff x="2814452" y="4625522"/>
            <a:chExt cx="5459889" cy="1714337"/>
          </a:xfrm>
        </p:grpSpPr>
        <p:sp>
          <p:nvSpPr>
            <p:cNvPr id="9" name="Freeform 6"/>
            <p:cNvSpPr>
              <a:spLocks noEditPoints="1"/>
            </p:cNvSpPr>
            <p:nvPr userDrawn="1"/>
          </p:nvSpPr>
          <p:spPr bwMode="auto">
            <a:xfrm>
              <a:off x="2814452" y="5818063"/>
              <a:ext cx="523694" cy="508514"/>
            </a:xfrm>
            <a:custGeom>
              <a:avLst/>
              <a:gdLst>
                <a:gd name="T0" fmla="*/ 98 w 552"/>
                <a:gd name="T1" fmla="*/ 79 h 536"/>
                <a:gd name="T2" fmla="*/ 98 w 552"/>
                <a:gd name="T3" fmla="*/ 241 h 536"/>
                <a:gd name="T4" fmla="*/ 307 w 552"/>
                <a:gd name="T5" fmla="*/ 241 h 536"/>
                <a:gd name="T6" fmla="*/ 342 w 552"/>
                <a:gd name="T7" fmla="*/ 241 h 536"/>
                <a:gd name="T8" fmla="*/ 374 w 552"/>
                <a:gd name="T9" fmla="*/ 238 h 536"/>
                <a:gd name="T10" fmla="*/ 398 w 552"/>
                <a:gd name="T11" fmla="*/ 231 h 536"/>
                <a:gd name="T12" fmla="*/ 417 w 552"/>
                <a:gd name="T13" fmla="*/ 222 h 536"/>
                <a:gd name="T14" fmla="*/ 431 w 552"/>
                <a:gd name="T15" fmla="*/ 206 h 536"/>
                <a:gd name="T16" fmla="*/ 440 w 552"/>
                <a:gd name="T17" fmla="*/ 187 h 536"/>
                <a:gd name="T18" fmla="*/ 443 w 552"/>
                <a:gd name="T19" fmla="*/ 161 h 536"/>
                <a:gd name="T20" fmla="*/ 440 w 552"/>
                <a:gd name="T21" fmla="*/ 135 h 536"/>
                <a:gd name="T22" fmla="*/ 431 w 552"/>
                <a:gd name="T23" fmla="*/ 114 h 536"/>
                <a:gd name="T24" fmla="*/ 417 w 552"/>
                <a:gd name="T25" fmla="*/ 100 h 536"/>
                <a:gd name="T26" fmla="*/ 398 w 552"/>
                <a:gd name="T27" fmla="*/ 89 h 536"/>
                <a:gd name="T28" fmla="*/ 374 w 552"/>
                <a:gd name="T29" fmla="*/ 84 h 536"/>
                <a:gd name="T30" fmla="*/ 342 w 552"/>
                <a:gd name="T31" fmla="*/ 80 h 536"/>
                <a:gd name="T32" fmla="*/ 307 w 552"/>
                <a:gd name="T33" fmla="*/ 79 h 536"/>
                <a:gd name="T34" fmla="*/ 98 w 552"/>
                <a:gd name="T35" fmla="*/ 79 h 536"/>
                <a:gd name="T36" fmla="*/ 0 w 552"/>
                <a:gd name="T37" fmla="*/ 0 h 536"/>
                <a:gd name="T38" fmla="*/ 323 w 552"/>
                <a:gd name="T39" fmla="*/ 0 h 536"/>
                <a:gd name="T40" fmla="*/ 377 w 552"/>
                <a:gd name="T41" fmla="*/ 2 h 536"/>
                <a:gd name="T42" fmla="*/ 422 w 552"/>
                <a:gd name="T43" fmla="*/ 9 h 536"/>
                <a:gd name="T44" fmla="*/ 461 w 552"/>
                <a:gd name="T45" fmla="*/ 19 h 536"/>
                <a:gd name="T46" fmla="*/ 490 w 552"/>
                <a:gd name="T47" fmla="*/ 37 h 536"/>
                <a:gd name="T48" fmla="*/ 513 w 552"/>
                <a:gd name="T49" fmla="*/ 58 h 536"/>
                <a:gd name="T50" fmla="*/ 529 w 552"/>
                <a:gd name="T51" fmla="*/ 86 h 536"/>
                <a:gd name="T52" fmla="*/ 538 w 552"/>
                <a:gd name="T53" fmla="*/ 119 h 536"/>
                <a:gd name="T54" fmla="*/ 541 w 552"/>
                <a:gd name="T55" fmla="*/ 157 h 536"/>
                <a:gd name="T56" fmla="*/ 538 w 552"/>
                <a:gd name="T57" fmla="*/ 194 h 536"/>
                <a:gd name="T58" fmla="*/ 529 w 552"/>
                <a:gd name="T59" fmla="*/ 225 h 536"/>
                <a:gd name="T60" fmla="*/ 513 w 552"/>
                <a:gd name="T61" fmla="*/ 252 h 536"/>
                <a:gd name="T62" fmla="*/ 494 w 552"/>
                <a:gd name="T63" fmla="*/ 272 h 536"/>
                <a:gd name="T64" fmla="*/ 473 w 552"/>
                <a:gd name="T65" fmla="*/ 290 h 536"/>
                <a:gd name="T66" fmla="*/ 447 w 552"/>
                <a:gd name="T67" fmla="*/ 302 h 536"/>
                <a:gd name="T68" fmla="*/ 421 w 552"/>
                <a:gd name="T69" fmla="*/ 311 h 536"/>
                <a:gd name="T70" fmla="*/ 393 w 552"/>
                <a:gd name="T71" fmla="*/ 314 h 536"/>
                <a:gd name="T72" fmla="*/ 384 w 552"/>
                <a:gd name="T73" fmla="*/ 314 h 536"/>
                <a:gd name="T74" fmla="*/ 552 w 552"/>
                <a:gd name="T75" fmla="*/ 536 h 536"/>
                <a:gd name="T76" fmla="*/ 431 w 552"/>
                <a:gd name="T77" fmla="*/ 536 h 536"/>
                <a:gd name="T78" fmla="*/ 274 w 552"/>
                <a:gd name="T79" fmla="*/ 323 h 536"/>
                <a:gd name="T80" fmla="*/ 274 w 552"/>
                <a:gd name="T81" fmla="*/ 321 h 536"/>
                <a:gd name="T82" fmla="*/ 98 w 552"/>
                <a:gd name="T83" fmla="*/ 321 h 536"/>
                <a:gd name="T84" fmla="*/ 98 w 552"/>
                <a:gd name="T85" fmla="*/ 536 h 536"/>
                <a:gd name="T86" fmla="*/ 0 w 552"/>
                <a:gd name="T87" fmla="*/ 536 h 536"/>
                <a:gd name="T88" fmla="*/ 0 w 552"/>
                <a:gd name="T89"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552" h="536">
                  <a:moveTo>
                    <a:pt x="98" y="79"/>
                  </a:moveTo>
                  <a:lnTo>
                    <a:pt x="98" y="241"/>
                  </a:lnTo>
                  <a:lnTo>
                    <a:pt x="307" y="241"/>
                  </a:lnTo>
                  <a:lnTo>
                    <a:pt x="342" y="241"/>
                  </a:lnTo>
                  <a:lnTo>
                    <a:pt x="374" y="238"/>
                  </a:lnTo>
                  <a:lnTo>
                    <a:pt x="398" y="231"/>
                  </a:lnTo>
                  <a:lnTo>
                    <a:pt x="417" y="222"/>
                  </a:lnTo>
                  <a:lnTo>
                    <a:pt x="431" y="206"/>
                  </a:lnTo>
                  <a:lnTo>
                    <a:pt x="440" y="187"/>
                  </a:lnTo>
                  <a:lnTo>
                    <a:pt x="443" y="161"/>
                  </a:lnTo>
                  <a:lnTo>
                    <a:pt x="440" y="135"/>
                  </a:lnTo>
                  <a:lnTo>
                    <a:pt x="431" y="114"/>
                  </a:lnTo>
                  <a:lnTo>
                    <a:pt x="417" y="100"/>
                  </a:lnTo>
                  <a:lnTo>
                    <a:pt x="398" y="89"/>
                  </a:lnTo>
                  <a:lnTo>
                    <a:pt x="374" y="84"/>
                  </a:lnTo>
                  <a:lnTo>
                    <a:pt x="342" y="80"/>
                  </a:lnTo>
                  <a:lnTo>
                    <a:pt x="307" y="79"/>
                  </a:lnTo>
                  <a:lnTo>
                    <a:pt x="98" y="79"/>
                  </a:lnTo>
                  <a:close/>
                  <a:moveTo>
                    <a:pt x="0" y="0"/>
                  </a:moveTo>
                  <a:lnTo>
                    <a:pt x="323" y="0"/>
                  </a:lnTo>
                  <a:lnTo>
                    <a:pt x="377" y="2"/>
                  </a:lnTo>
                  <a:lnTo>
                    <a:pt x="422" y="9"/>
                  </a:lnTo>
                  <a:lnTo>
                    <a:pt x="461" y="19"/>
                  </a:lnTo>
                  <a:lnTo>
                    <a:pt x="490" y="37"/>
                  </a:lnTo>
                  <a:lnTo>
                    <a:pt x="513" y="58"/>
                  </a:lnTo>
                  <a:lnTo>
                    <a:pt x="529" y="86"/>
                  </a:lnTo>
                  <a:lnTo>
                    <a:pt x="538" y="119"/>
                  </a:lnTo>
                  <a:lnTo>
                    <a:pt x="541" y="157"/>
                  </a:lnTo>
                  <a:lnTo>
                    <a:pt x="538" y="194"/>
                  </a:lnTo>
                  <a:lnTo>
                    <a:pt x="529" y="225"/>
                  </a:lnTo>
                  <a:lnTo>
                    <a:pt x="513" y="252"/>
                  </a:lnTo>
                  <a:lnTo>
                    <a:pt x="494" y="272"/>
                  </a:lnTo>
                  <a:lnTo>
                    <a:pt x="473" y="290"/>
                  </a:lnTo>
                  <a:lnTo>
                    <a:pt x="447" y="302"/>
                  </a:lnTo>
                  <a:lnTo>
                    <a:pt x="421" y="311"/>
                  </a:lnTo>
                  <a:lnTo>
                    <a:pt x="393" y="314"/>
                  </a:lnTo>
                  <a:lnTo>
                    <a:pt x="384" y="314"/>
                  </a:lnTo>
                  <a:lnTo>
                    <a:pt x="552" y="536"/>
                  </a:lnTo>
                  <a:lnTo>
                    <a:pt x="431" y="536"/>
                  </a:lnTo>
                  <a:lnTo>
                    <a:pt x="274" y="323"/>
                  </a:lnTo>
                  <a:lnTo>
                    <a:pt x="274" y="321"/>
                  </a:lnTo>
                  <a:lnTo>
                    <a:pt x="98" y="321"/>
                  </a:lnTo>
                  <a:lnTo>
                    <a:pt x="98" y="536"/>
                  </a:lnTo>
                  <a:lnTo>
                    <a:pt x="0" y="536"/>
                  </a:lnTo>
                  <a:lnTo>
                    <a:pt x="0" y="0"/>
                  </a:lnTo>
                  <a:close/>
                </a:path>
              </a:pathLst>
            </a:custGeom>
            <a:solidFill>
              <a:schemeClr val="tx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0" name="Freeform 7"/>
            <p:cNvSpPr>
              <a:spLocks/>
            </p:cNvSpPr>
            <p:nvPr userDrawn="1"/>
          </p:nvSpPr>
          <p:spPr bwMode="auto">
            <a:xfrm>
              <a:off x="3467172" y="5818063"/>
              <a:ext cx="462976" cy="508514"/>
            </a:xfrm>
            <a:custGeom>
              <a:avLst/>
              <a:gdLst>
                <a:gd name="T0" fmla="*/ 0 w 488"/>
                <a:gd name="T1" fmla="*/ 0 h 536"/>
                <a:gd name="T2" fmla="*/ 440 w 488"/>
                <a:gd name="T3" fmla="*/ 0 h 536"/>
                <a:gd name="T4" fmla="*/ 455 w 488"/>
                <a:gd name="T5" fmla="*/ 2 h 536"/>
                <a:gd name="T6" fmla="*/ 467 w 488"/>
                <a:gd name="T7" fmla="*/ 12 h 536"/>
                <a:gd name="T8" fmla="*/ 476 w 488"/>
                <a:gd name="T9" fmla="*/ 25 h 536"/>
                <a:gd name="T10" fmla="*/ 480 w 488"/>
                <a:gd name="T11" fmla="*/ 40 h 536"/>
                <a:gd name="T12" fmla="*/ 476 w 488"/>
                <a:gd name="T13" fmla="*/ 56 h 536"/>
                <a:gd name="T14" fmla="*/ 467 w 488"/>
                <a:gd name="T15" fmla="*/ 70 h 536"/>
                <a:gd name="T16" fmla="*/ 455 w 488"/>
                <a:gd name="T17" fmla="*/ 79 h 536"/>
                <a:gd name="T18" fmla="*/ 440 w 488"/>
                <a:gd name="T19" fmla="*/ 82 h 536"/>
                <a:gd name="T20" fmla="*/ 97 w 488"/>
                <a:gd name="T21" fmla="*/ 82 h 536"/>
                <a:gd name="T22" fmla="*/ 97 w 488"/>
                <a:gd name="T23" fmla="*/ 218 h 536"/>
                <a:gd name="T24" fmla="*/ 354 w 488"/>
                <a:gd name="T25" fmla="*/ 218 h 536"/>
                <a:gd name="T26" fmla="*/ 370 w 488"/>
                <a:gd name="T27" fmla="*/ 222 h 536"/>
                <a:gd name="T28" fmla="*/ 384 w 488"/>
                <a:gd name="T29" fmla="*/ 231 h 536"/>
                <a:gd name="T30" fmla="*/ 392 w 488"/>
                <a:gd name="T31" fmla="*/ 243 h 536"/>
                <a:gd name="T32" fmla="*/ 396 w 488"/>
                <a:gd name="T33" fmla="*/ 259 h 536"/>
                <a:gd name="T34" fmla="*/ 392 w 488"/>
                <a:gd name="T35" fmla="*/ 276 h 536"/>
                <a:gd name="T36" fmla="*/ 384 w 488"/>
                <a:gd name="T37" fmla="*/ 288 h 536"/>
                <a:gd name="T38" fmla="*/ 370 w 488"/>
                <a:gd name="T39" fmla="*/ 297 h 536"/>
                <a:gd name="T40" fmla="*/ 354 w 488"/>
                <a:gd name="T41" fmla="*/ 300 h 536"/>
                <a:gd name="T42" fmla="*/ 97 w 488"/>
                <a:gd name="T43" fmla="*/ 300 h 536"/>
                <a:gd name="T44" fmla="*/ 97 w 488"/>
                <a:gd name="T45" fmla="*/ 454 h 536"/>
                <a:gd name="T46" fmla="*/ 448 w 488"/>
                <a:gd name="T47" fmla="*/ 454 h 536"/>
                <a:gd name="T48" fmla="*/ 464 w 488"/>
                <a:gd name="T49" fmla="*/ 457 h 536"/>
                <a:gd name="T50" fmla="*/ 478 w 488"/>
                <a:gd name="T51" fmla="*/ 466 h 536"/>
                <a:gd name="T52" fmla="*/ 487 w 488"/>
                <a:gd name="T53" fmla="*/ 478 h 536"/>
                <a:gd name="T54" fmla="*/ 488 w 488"/>
                <a:gd name="T55" fmla="*/ 494 h 536"/>
                <a:gd name="T56" fmla="*/ 487 w 488"/>
                <a:gd name="T57" fmla="*/ 512 h 536"/>
                <a:gd name="T58" fmla="*/ 478 w 488"/>
                <a:gd name="T59" fmla="*/ 524 h 536"/>
                <a:gd name="T60" fmla="*/ 464 w 488"/>
                <a:gd name="T61" fmla="*/ 533 h 536"/>
                <a:gd name="T62" fmla="*/ 448 w 488"/>
                <a:gd name="T63" fmla="*/ 536 h 536"/>
                <a:gd name="T64" fmla="*/ 0 w 488"/>
                <a:gd name="T65" fmla="*/ 536 h 536"/>
                <a:gd name="T66" fmla="*/ 0 w 488"/>
                <a:gd name="T67"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488" h="536">
                  <a:moveTo>
                    <a:pt x="0" y="0"/>
                  </a:moveTo>
                  <a:lnTo>
                    <a:pt x="440" y="0"/>
                  </a:lnTo>
                  <a:lnTo>
                    <a:pt x="455" y="2"/>
                  </a:lnTo>
                  <a:lnTo>
                    <a:pt x="467" y="12"/>
                  </a:lnTo>
                  <a:lnTo>
                    <a:pt x="476" y="25"/>
                  </a:lnTo>
                  <a:lnTo>
                    <a:pt x="480" y="40"/>
                  </a:lnTo>
                  <a:lnTo>
                    <a:pt x="476" y="56"/>
                  </a:lnTo>
                  <a:lnTo>
                    <a:pt x="467" y="70"/>
                  </a:lnTo>
                  <a:lnTo>
                    <a:pt x="455" y="79"/>
                  </a:lnTo>
                  <a:lnTo>
                    <a:pt x="440" y="82"/>
                  </a:lnTo>
                  <a:lnTo>
                    <a:pt x="97" y="82"/>
                  </a:lnTo>
                  <a:lnTo>
                    <a:pt x="97" y="218"/>
                  </a:lnTo>
                  <a:lnTo>
                    <a:pt x="354" y="218"/>
                  </a:lnTo>
                  <a:lnTo>
                    <a:pt x="370" y="222"/>
                  </a:lnTo>
                  <a:lnTo>
                    <a:pt x="384" y="231"/>
                  </a:lnTo>
                  <a:lnTo>
                    <a:pt x="392" y="243"/>
                  </a:lnTo>
                  <a:lnTo>
                    <a:pt x="396" y="259"/>
                  </a:lnTo>
                  <a:lnTo>
                    <a:pt x="392" y="276"/>
                  </a:lnTo>
                  <a:lnTo>
                    <a:pt x="384" y="288"/>
                  </a:lnTo>
                  <a:lnTo>
                    <a:pt x="370" y="297"/>
                  </a:lnTo>
                  <a:lnTo>
                    <a:pt x="354" y="300"/>
                  </a:lnTo>
                  <a:lnTo>
                    <a:pt x="97" y="300"/>
                  </a:lnTo>
                  <a:lnTo>
                    <a:pt x="97" y="454"/>
                  </a:lnTo>
                  <a:lnTo>
                    <a:pt x="448" y="454"/>
                  </a:lnTo>
                  <a:lnTo>
                    <a:pt x="464" y="457"/>
                  </a:lnTo>
                  <a:lnTo>
                    <a:pt x="478" y="466"/>
                  </a:lnTo>
                  <a:lnTo>
                    <a:pt x="487" y="478"/>
                  </a:lnTo>
                  <a:lnTo>
                    <a:pt x="488" y="494"/>
                  </a:lnTo>
                  <a:lnTo>
                    <a:pt x="487" y="512"/>
                  </a:lnTo>
                  <a:lnTo>
                    <a:pt x="478" y="524"/>
                  </a:lnTo>
                  <a:lnTo>
                    <a:pt x="464" y="533"/>
                  </a:lnTo>
                  <a:lnTo>
                    <a:pt x="448" y="536"/>
                  </a:lnTo>
                  <a:lnTo>
                    <a:pt x="0" y="536"/>
                  </a:lnTo>
                  <a:lnTo>
                    <a:pt x="0" y="0"/>
                  </a:lnTo>
                  <a:close/>
                </a:path>
              </a:pathLst>
            </a:custGeom>
            <a:solidFill>
              <a:schemeClr val="tx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1" name="Freeform 8"/>
            <p:cNvSpPr>
              <a:spLocks/>
            </p:cNvSpPr>
            <p:nvPr userDrawn="1"/>
          </p:nvSpPr>
          <p:spPr bwMode="auto">
            <a:xfrm>
              <a:off x="4041148" y="5818063"/>
              <a:ext cx="541720" cy="508514"/>
            </a:xfrm>
            <a:custGeom>
              <a:avLst/>
              <a:gdLst>
                <a:gd name="T0" fmla="*/ 48 w 571"/>
                <a:gd name="T1" fmla="*/ 0 h 536"/>
                <a:gd name="T2" fmla="*/ 65 w 571"/>
                <a:gd name="T3" fmla="*/ 4 h 536"/>
                <a:gd name="T4" fmla="*/ 79 w 571"/>
                <a:gd name="T5" fmla="*/ 12 h 536"/>
                <a:gd name="T6" fmla="*/ 89 w 571"/>
                <a:gd name="T7" fmla="*/ 26 h 536"/>
                <a:gd name="T8" fmla="*/ 280 w 571"/>
                <a:gd name="T9" fmla="*/ 431 h 536"/>
                <a:gd name="T10" fmla="*/ 285 w 571"/>
                <a:gd name="T11" fmla="*/ 440 h 536"/>
                <a:gd name="T12" fmla="*/ 484 w 571"/>
                <a:gd name="T13" fmla="*/ 26 h 536"/>
                <a:gd name="T14" fmla="*/ 494 w 571"/>
                <a:gd name="T15" fmla="*/ 12 h 536"/>
                <a:gd name="T16" fmla="*/ 508 w 571"/>
                <a:gd name="T17" fmla="*/ 2 h 536"/>
                <a:gd name="T18" fmla="*/ 526 w 571"/>
                <a:gd name="T19" fmla="*/ 0 h 536"/>
                <a:gd name="T20" fmla="*/ 541 w 571"/>
                <a:gd name="T21" fmla="*/ 2 h 536"/>
                <a:gd name="T22" fmla="*/ 554 w 571"/>
                <a:gd name="T23" fmla="*/ 9 h 536"/>
                <a:gd name="T24" fmla="*/ 564 w 571"/>
                <a:gd name="T25" fmla="*/ 21 h 536"/>
                <a:gd name="T26" fmla="*/ 571 w 571"/>
                <a:gd name="T27" fmla="*/ 35 h 536"/>
                <a:gd name="T28" fmla="*/ 571 w 571"/>
                <a:gd name="T29" fmla="*/ 51 h 536"/>
                <a:gd name="T30" fmla="*/ 568 w 571"/>
                <a:gd name="T31" fmla="*/ 67 h 536"/>
                <a:gd name="T32" fmla="*/ 337 w 571"/>
                <a:gd name="T33" fmla="*/ 536 h 536"/>
                <a:gd name="T34" fmla="*/ 233 w 571"/>
                <a:gd name="T35" fmla="*/ 536 h 536"/>
                <a:gd name="T36" fmla="*/ 6 w 571"/>
                <a:gd name="T37" fmla="*/ 67 h 536"/>
                <a:gd name="T38" fmla="*/ 0 w 571"/>
                <a:gd name="T39" fmla="*/ 51 h 536"/>
                <a:gd name="T40" fmla="*/ 2 w 571"/>
                <a:gd name="T41" fmla="*/ 35 h 536"/>
                <a:gd name="T42" fmla="*/ 7 w 571"/>
                <a:gd name="T43" fmla="*/ 21 h 536"/>
                <a:gd name="T44" fmla="*/ 18 w 571"/>
                <a:gd name="T45" fmla="*/ 9 h 536"/>
                <a:gd name="T46" fmla="*/ 32 w 571"/>
                <a:gd name="T47" fmla="*/ 2 h 536"/>
                <a:gd name="T48" fmla="*/ 48 w 571"/>
                <a:gd name="T49"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571" h="536">
                  <a:moveTo>
                    <a:pt x="48" y="0"/>
                  </a:moveTo>
                  <a:lnTo>
                    <a:pt x="65" y="4"/>
                  </a:lnTo>
                  <a:lnTo>
                    <a:pt x="79" y="12"/>
                  </a:lnTo>
                  <a:lnTo>
                    <a:pt x="89" y="26"/>
                  </a:lnTo>
                  <a:lnTo>
                    <a:pt x="280" y="431"/>
                  </a:lnTo>
                  <a:lnTo>
                    <a:pt x="285" y="440"/>
                  </a:lnTo>
                  <a:lnTo>
                    <a:pt x="484" y="26"/>
                  </a:lnTo>
                  <a:lnTo>
                    <a:pt x="494" y="12"/>
                  </a:lnTo>
                  <a:lnTo>
                    <a:pt x="508" y="2"/>
                  </a:lnTo>
                  <a:lnTo>
                    <a:pt x="526" y="0"/>
                  </a:lnTo>
                  <a:lnTo>
                    <a:pt x="541" y="2"/>
                  </a:lnTo>
                  <a:lnTo>
                    <a:pt x="554" y="9"/>
                  </a:lnTo>
                  <a:lnTo>
                    <a:pt x="564" y="21"/>
                  </a:lnTo>
                  <a:lnTo>
                    <a:pt x="571" y="35"/>
                  </a:lnTo>
                  <a:lnTo>
                    <a:pt x="571" y="51"/>
                  </a:lnTo>
                  <a:lnTo>
                    <a:pt x="568" y="67"/>
                  </a:lnTo>
                  <a:lnTo>
                    <a:pt x="337" y="536"/>
                  </a:lnTo>
                  <a:lnTo>
                    <a:pt x="233" y="536"/>
                  </a:lnTo>
                  <a:lnTo>
                    <a:pt x="6" y="67"/>
                  </a:lnTo>
                  <a:lnTo>
                    <a:pt x="0" y="51"/>
                  </a:lnTo>
                  <a:lnTo>
                    <a:pt x="2" y="35"/>
                  </a:lnTo>
                  <a:lnTo>
                    <a:pt x="7" y="21"/>
                  </a:lnTo>
                  <a:lnTo>
                    <a:pt x="18" y="9"/>
                  </a:lnTo>
                  <a:lnTo>
                    <a:pt x="32" y="2"/>
                  </a:lnTo>
                  <a:lnTo>
                    <a:pt x="48" y="0"/>
                  </a:lnTo>
                  <a:close/>
                </a:path>
              </a:pathLst>
            </a:custGeom>
            <a:solidFill>
              <a:schemeClr val="tx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2" name="Freeform 9"/>
            <p:cNvSpPr>
              <a:spLocks noEditPoints="1"/>
            </p:cNvSpPr>
            <p:nvPr userDrawn="1"/>
          </p:nvSpPr>
          <p:spPr bwMode="auto">
            <a:xfrm>
              <a:off x="4582868" y="5818063"/>
              <a:ext cx="608130" cy="508514"/>
            </a:xfrm>
            <a:custGeom>
              <a:avLst/>
              <a:gdLst>
                <a:gd name="T0" fmla="*/ 321 w 641"/>
                <a:gd name="T1" fmla="*/ 70 h 536"/>
                <a:gd name="T2" fmla="*/ 201 w 641"/>
                <a:gd name="T3" fmla="*/ 328 h 536"/>
                <a:gd name="T4" fmla="*/ 443 w 641"/>
                <a:gd name="T5" fmla="*/ 328 h 536"/>
                <a:gd name="T6" fmla="*/ 321 w 641"/>
                <a:gd name="T7" fmla="*/ 70 h 536"/>
                <a:gd name="T8" fmla="*/ 264 w 641"/>
                <a:gd name="T9" fmla="*/ 0 h 536"/>
                <a:gd name="T10" fmla="*/ 381 w 641"/>
                <a:gd name="T11" fmla="*/ 0 h 536"/>
                <a:gd name="T12" fmla="*/ 641 w 641"/>
                <a:gd name="T13" fmla="*/ 536 h 536"/>
                <a:gd name="T14" fmla="*/ 538 w 641"/>
                <a:gd name="T15" fmla="*/ 536 h 536"/>
                <a:gd name="T16" fmla="*/ 482 w 641"/>
                <a:gd name="T17" fmla="*/ 414 h 536"/>
                <a:gd name="T18" fmla="*/ 480 w 641"/>
                <a:gd name="T19" fmla="*/ 410 h 536"/>
                <a:gd name="T20" fmla="*/ 161 w 641"/>
                <a:gd name="T21" fmla="*/ 410 h 536"/>
                <a:gd name="T22" fmla="*/ 103 w 641"/>
                <a:gd name="T23" fmla="*/ 536 h 536"/>
                <a:gd name="T24" fmla="*/ 0 w 641"/>
                <a:gd name="T25" fmla="*/ 536 h 536"/>
                <a:gd name="T26" fmla="*/ 264 w 641"/>
                <a:gd name="T27"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641" h="536">
                  <a:moveTo>
                    <a:pt x="321" y="70"/>
                  </a:moveTo>
                  <a:lnTo>
                    <a:pt x="201" y="328"/>
                  </a:lnTo>
                  <a:lnTo>
                    <a:pt x="443" y="328"/>
                  </a:lnTo>
                  <a:lnTo>
                    <a:pt x="321" y="70"/>
                  </a:lnTo>
                  <a:close/>
                  <a:moveTo>
                    <a:pt x="264" y="0"/>
                  </a:moveTo>
                  <a:lnTo>
                    <a:pt x="381" y="0"/>
                  </a:lnTo>
                  <a:lnTo>
                    <a:pt x="641" y="536"/>
                  </a:lnTo>
                  <a:lnTo>
                    <a:pt x="538" y="536"/>
                  </a:lnTo>
                  <a:lnTo>
                    <a:pt x="482" y="414"/>
                  </a:lnTo>
                  <a:lnTo>
                    <a:pt x="480" y="410"/>
                  </a:lnTo>
                  <a:lnTo>
                    <a:pt x="161" y="410"/>
                  </a:lnTo>
                  <a:lnTo>
                    <a:pt x="103" y="536"/>
                  </a:lnTo>
                  <a:lnTo>
                    <a:pt x="0" y="536"/>
                  </a:lnTo>
                  <a:lnTo>
                    <a:pt x="264" y="0"/>
                  </a:lnTo>
                  <a:close/>
                </a:path>
              </a:pathLst>
            </a:custGeom>
            <a:solidFill>
              <a:schemeClr val="tx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3" name="Freeform 10"/>
            <p:cNvSpPr>
              <a:spLocks/>
            </p:cNvSpPr>
            <p:nvPr userDrawn="1"/>
          </p:nvSpPr>
          <p:spPr bwMode="auto">
            <a:xfrm>
              <a:off x="5169177" y="5818063"/>
              <a:ext cx="555002" cy="508514"/>
            </a:xfrm>
            <a:custGeom>
              <a:avLst/>
              <a:gdLst>
                <a:gd name="T0" fmla="*/ 42 w 585"/>
                <a:gd name="T1" fmla="*/ 0 h 536"/>
                <a:gd name="T2" fmla="*/ 545 w 585"/>
                <a:gd name="T3" fmla="*/ 0 h 536"/>
                <a:gd name="T4" fmla="*/ 560 w 585"/>
                <a:gd name="T5" fmla="*/ 2 h 536"/>
                <a:gd name="T6" fmla="*/ 574 w 585"/>
                <a:gd name="T7" fmla="*/ 12 h 536"/>
                <a:gd name="T8" fmla="*/ 583 w 585"/>
                <a:gd name="T9" fmla="*/ 25 h 536"/>
                <a:gd name="T10" fmla="*/ 585 w 585"/>
                <a:gd name="T11" fmla="*/ 40 h 536"/>
                <a:gd name="T12" fmla="*/ 583 w 585"/>
                <a:gd name="T13" fmla="*/ 56 h 536"/>
                <a:gd name="T14" fmla="*/ 574 w 585"/>
                <a:gd name="T15" fmla="*/ 70 h 536"/>
                <a:gd name="T16" fmla="*/ 560 w 585"/>
                <a:gd name="T17" fmla="*/ 79 h 536"/>
                <a:gd name="T18" fmla="*/ 545 w 585"/>
                <a:gd name="T19" fmla="*/ 82 h 536"/>
                <a:gd name="T20" fmla="*/ 342 w 585"/>
                <a:gd name="T21" fmla="*/ 82 h 536"/>
                <a:gd name="T22" fmla="*/ 342 w 585"/>
                <a:gd name="T23" fmla="*/ 536 h 536"/>
                <a:gd name="T24" fmla="*/ 244 w 585"/>
                <a:gd name="T25" fmla="*/ 536 h 536"/>
                <a:gd name="T26" fmla="*/ 244 w 585"/>
                <a:gd name="T27" fmla="*/ 82 h 536"/>
                <a:gd name="T28" fmla="*/ 42 w 585"/>
                <a:gd name="T29" fmla="*/ 82 h 536"/>
                <a:gd name="T30" fmla="*/ 26 w 585"/>
                <a:gd name="T31" fmla="*/ 79 h 536"/>
                <a:gd name="T32" fmla="*/ 12 w 585"/>
                <a:gd name="T33" fmla="*/ 70 h 536"/>
                <a:gd name="T34" fmla="*/ 4 w 585"/>
                <a:gd name="T35" fmla="*/ 56 h 536"/>
                <a:gd name="T36" fmla="*/ 0 w 585"/>
                <a:gd name="T37" fmla="*/ 40 h 536"/>
                <a:gd name="T38" fmla="*/ 4 w 585"/>
                <a:gd name="T39" fmla="*/ 25 h 536"/>
                <a:gd name="T40" fmla="*/ 12 w 585"/>
                <a:gd name="T41" fmla="*/ 12 h 536"/>
                <a:gd name="T42" fmla="*/ 26 w 585"/>
                <a:gd name="T43" fmla="*/ 2 h 536"/>
                <a:gd name="T44" fmla="*/ 42 w 585"/>
                <a:gd name="T45"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585" h="536">
                  <a:moveTo>
                    <a:pt x="42" y="0"/>
                  </a:moveTo>
                  <a:lnTo>
                    <a:pt x="545" y="0"/>
                  </a:lnTo>
                  <a:lnTo>
                    <a:pt x="560" y="2"/>
                  </a:lnTo>
                  <a:lnTo>
                    <a:pt x="574" y="12"/>
                  </a:lnTo>
                  <a:lnTo>
                    <a:pt x="583" y="25"/>
                  </a:lnTo>
                  <a:lnTo>
                    <a:pt x="585" y="40"/>
                  </a:lnTo>
                  <a:lnTo>
                    <a:pt x="583" y="56"/>
                  </a:lnTo>
                  <a:lnTo>
                    <a:pt x="574" y="70"/>
                  </a:lnTo>
                  <a:lnTo>
                    <a:pt x="560" y="79"/>
                  </a:lnTo>
                  <a:lnTo>
                    <a:pt x="545" y="82"/>
                  </a:lnTo>
                  <a:lnTo>
                    <a:pt x="342" y="82"/>
                  </a:lnTo>
                  <a:lnTo>
                    <a:pt x="342" y="536"/>
                  </a:lnTo>
                  <a:lnTo>
                    <a:pt x="244" y="536"/>
                  </a:lnTo>
                  <a:lnTo>
                    <a:pt x="244" y="82"/>
                  </a:lnTo>
                  <a:lnTo>
                    <a:pt x="42" y="82"/>
                  </a:lnTo>
                  <a:lnTo>
                    <a:pt x="26" y="79"/>
                  </a:lnTo>
                  <a:lnTo>
                    <a:pt x="12" y="70"/>
                  </a:lnTo>
                  <a:lnTo>
                    <a:pt x="4" y="56"/>
                  </a:lnTo>
                  <a:lnTo>
                    <a:pt x="0" y="40"/>
                  </a:lnTo>
                  <a:lnTo>
                    <a:pt x="4" y="25"/>
                  </a:lnTo>
                  <a:lnTo>
                    <a:pt x="12" y="12"/>
                  </a:lnTo>
                  <a:lnTo>
                    <a:pt x="26" y="2"/>
                  </a:lnTo>
                  <a:lnTo>
                    <a:pt x="42" y="0"/>
                  </a:lnTo>
                  <a:close/>
                </a:path>
              </a:pathLst>
            </a:custGeom>
            <a:solidFill>
              <a:schemeClr val="tx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4" name="Freeform 11"/>
            <p:cNvSpPr>
              <a:spLocks/>
            </p:cNvSpPr>
            <p:nvPr userDrawn="1"/>
          </p:nvSpPr>
          <p:spPr bwMode="auto">
            <a:xfrm>
              <a:off x="5831384" y="5818063"/>
              <a:ext cx="541720" cy="521796"/>
            </a:xfrm>
            <a:custGeom>
              <a:avLst/>
              <a:gdLst>
                <a:gd name="T0" fmla="*/ 49 w 571"/>
                <a:gd name="T1" fmla="*/ 0 h 550"/>
                <a:gd name="T2" fmla="*/ 68 w 571"/>
                <a:gd name="T3" fmla="*/ 4 h 550"/>
                <a:gd name="T4" fmla="*/ 84 w 571"/>
                <a:gd name="T5" fmla="*/ 14 h 550"/>
                <a:gd name="T6" fmla="*/ 94 w 571"/>
                <a:gd name="T7" fmla="*/ 30 h 550"/>
                <a:gd name="T8" fmla="*/ 98 w 571"/>
                <a:gd name="T9" fmla="*/ 49 h 550"/>
                <a:gd name="T10" fmla="*/ 98 w 571"/>
                <a:gd name="T11" fmla="*/ 299 h 550"/>
                <a:gd name="T12" fmla="*/ 98 w 571"/>
                <a:gd name="T13" fmla="*/ 320 h 550"/>
                <a:gd name="T14" fmla="*/ 101 w 571"/>
                <a:gd name="T15" fmla="*/ 342 h 550"/>
                <a:gd name="T16" fmla="*/ 105 w 571"/>
                <a:gd name="T17" fmla="*/ 363 h 550"/>
                <a:gd name="T18" fmla="*/ 112 w 571"/>
                <a:gd name="T19" fmla="*/ 384 h 550"/>
                <a:gd name="T20" fmla="*/ 122 w 571"/>
                <a:gd name="T21" fmla="*/ 403 h 550"/>
                <a:gd name="T22" fmla="*/ 136 w 571"/>
                <a:gd name="T23" fmla="*/ 421 h 550"/>
                <a:gd name="T24" fmla="*/ 156 w 571"/>
                <a:gd name="T25" fmla="*/ 437 h 550"/>
                <a:gd name="T26" fmla="*/ 180 w 571"/>
                <a:gd name="T27" fmla="*/ 449 h 550"/>
                <a:gd name="T28" fmla="*/ 208 w 571"/>
                <a:gd name="T29" fmla="*/ 459 h 550"/>
                <a:gd name="T30" fmla="*/ 245 w 571"/>
                <a:gd name="T31" fmla="*/ 464 h 550"/>
                <a:gd name="T32" fmla="*/ 286 w 571"/>
                <a:gd name="T33" fmla="*/ 466 h 550"/>
                <a:gd name="T34" fmla="*/ 328 w 571"/>
                <a:gd name="T35" fmla="*/ 464 h 550"/>
                <a:gd name="T36" fmla="*/ 363 w 571"/>
                <a:gd name="T37" fmla="*/ 459 h 550"/>
                <a:gd name="T38" fmla="*/ 391 w 571"/>
                <a:gd name="T39" fmla="*/ 449 h 550"/>
                <a:gd name="T40" fmla="*/ 416 w 571"/>
                <a:gd name="T41" fmla="*/ 437 h 550"/>
                <a:gd name="T42" fmla="*/ 435 w 571"/>
                <a:gd name="T43" fmla="*/ 421 h 550"/>
                <a:gd name="T44" fmla="*/ 449 w 571"/>
                <a:gd name="T45" fmla="*/ 403 h 550"/>
                <a:gd name="T46" fmla="*/ 459 w 571"/>
                <a:gd name="T47" fmla="*/ 384 h 550"/>
                <a:gd name="T48" fmla="*/ 466 w 571"/>
                <a:gd name="T49" fmla="*/ 363 h 550"/>
                <a:gd name="T50" fmla="*/ 470 w 571"/>
                <a:gd name="T51" fmla="*/ 342 h 550"/>
                <a:gd name="T52" fmla="*/ 473 w 571"/>
                <a:gd name="T53" fmla="*/ 320 h 550"/>
                <a:gd name="T54" fmla="*/ 473 w 571"/>
                <a:gd name="T55" fmla="*/ 299 h 550"/>
                <a:gd name="T56" fmla="*/ 473 w 571"/>
                <a:gd name="T57" fmla="*/ 49 h 550"/>
                <a:gd name="T58" fmla="*/ 477 w 571"/>
                <a:gd name="T59" fmla="*/ 30 h 550"/>
                <a:gd name="T60" fmla="*/ 487 w 571"/>
                <a:gd name="T61" fmla="*/ 14 h 550"/>
                <a:gd name="T62" fmla="*/ 503 w 571"/>
                <a:gd name="T63" fmla="*/ 4 h 550"/>
                <a:gd name="T64" fmla="*/ 522 w 571"/>
                <a:gd name="T65" fmla="*/ 0 h 550"/>
                <a:gd name="T66" fmla="*/ 541 w 571"/>
                <a:gd name="T67" fmla="*/ 4 h 550"/>
                <a:gd name="T68" fmla="*/ 557 w 571"/>
                <a:gd name="T69" fmla="*/ 14 h 550"/>
                <a:gd name="T70" fmla="*/ 567 w 571"/>
                <a:gd name="T71" fmla="*/ 30 h 550"/>
                <a:gd name="T72" fmla="*/ 571 w 571"/>
                <a:gd name="T73" fmla="*/ 49 h 550"/>
                <a:gd name="T74" fmla="*/ 571 w 571"/>
                <a:gd name="T75" fmla="*/ 306 h 550"/>
                <a:gd name="T76" fmla="*/ 567 w 571"/>
                <a:gd name="T77" fmla="*/ 358 h 550"/>
                <a:gd name="T78" fmla="*/ 557 w 571"/>
                <a:gd name="T79" fmla="*/ 402 h 550"/>
                <a:gd name="T80" fmla="*/ 540 w 571"/>
                <a:gd name="T81" fmla="*/ 442 h 550"/>
                <a:gd name="T82" fmla="*/ 513 w 571"/>
                <a:gd name="T83" fmla="*/ 475 h 550"/>
                <a:gd name="T84" fmla="*/ 482 w 571"/>
                <a:gd name="T85" fmla="*/ 501 h 550"/>
                <a:gd name="T86" fmla="*/ 444 w 571"/>
                <a:gd name="T87" fmla="*/ 522 h 550"/>
                <a:gd name="T88" fmla="*/ 398 w 571"/>
                <a:gd name="T89" fmla="*/ 538 h 550"/>
                <a:gd name="T90" fmla="*/ 346 w 571"/>
                <a:gd name="T91" fmla="*/ 547 h 550"/>
                <a:gd name="T92" fmla="*/ 286 w 571"/>
                <a:gd name="T93" fmla="*/ 550 h 550"/>
                <a:gd name="T94" fmla="*/ 225 w 571"/>
                <a:gd name="T95" fmla="*/ 547 h 550"/>
                <a:gd name="T96" fmla="*/ 173 w 571"/>
                <a:gd name="T97" fmla="*/ 538 h 550"/>
                <a:gd name="T98" fmla="*/ 128 w 571"/>
                <a:gd name="T99" fmla="*/ 522 h 550"/>
                <a:gd name="T100" fmla="*/ 89 w 571"/>
                <a:gd name="T101" fmla="*/ 501 h 550"/>
                <a:gd name="T102" fmla="*/ 58 w 571"/>
                <a:gd name="T103" fmla="*/ 475 h 550"/>
                <a:gd name="T104" fmla="*/ 32 w 571"/>
                <a:gd name="T105" fmla="*/ 442 h 550"/>
                <a:gd name="T106" fmla="*/ 14 w 571"/>
                <a:gd name="T107" fmla="*/ 402 h 550"/>
                <a:gd name="T108" fmla="*/ 4 w 571"/>
                <a:gd name="T109" fmla="*/ 358 h 550"/>
                <a:gd name="T110" fmla="*/ 0 w 571"/>
                <a:gd name="T111" fmla="*/ 306 h 550"/>
                <a:gd name="T112" fmla="*/ 0 w 571"/>
                <a:gd name="T113" fmla="*/ 49 h 550"/>
                <a:gd name="T114" fmla="*/ 4 w 571"/>
                <a:gd name="T115" fmla="*/ 30 h 550"/>
                <a:gd name="T116" fmla="*/ 14 w 571"/>
                <a:gd name="T117" fmla="*/ 14 h 550"/>
                <a:gd name="T118" fmla="*/ 30 w 571"/>
                <a:gd name="T119" fmla="*/ 4 h 550"/>
                <a:gd name="T120" fmla="*/ 49 w 571"/>
                <a:gd name="T121" fmla="*/ 0 h 5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571" h="550">
                  <a:moveTo>
                    <a:pt x="49" y="0"/>
                  </a:moveTo>
                  <a:lnTo>
                    <a:pt x="68" y="4"/>
                  </a:lnTo>
                  <a:lnTo>
                    <a:pt x="84" y="14"/>
                  </a:lnTo>
                  <a:lnTo>
                    <a:pt x="94" y="30"/>
                  </a:lnTo>
                  <a:lnTo>
                    <a:pt x="98" y="49"/>
                  </a:lnTo>
                  <a:lnTo>
                    <a:pt x="98" y="299"/>
                  </a:lnTo>
                  <a:lnTo>
                    <a:pt x="98" y="320"/>
                  </a:lnTo>
                  <a:lnTo>
                    <a:pt x="101" y="342"/>
                  </a:lnTo>
                  <a:lnTo>
                    <a:pt x="105" y="363"/>
                  </a:lnTo>
                  <a:lnTo>
                    <a:pt x="112" y="384"/>
                  </a:lnTo>
                  <a:lnTo>
                    <a:pt x="122" y="403"/>
                  </a:lnTo>
                  <a:lnTo>
                    <a:pt x="136" y="421"/>
                  </a:lnTo>
                  <a:lnTo>
                    <a:pt x="156" y="437"/>
                  </a:lnTo>
                  <a:lnTo>
                    <a:pt x="180" y="449"/>
                  </a:lnTo>
                  <a:lnTo>
                    <a:pt x="208" y="459"/>
                  </a:lnTo>
                  <a:lnTo>
                    <a:pt x="245" y="464"/>
                  </a:lnTo>
                  <a:lnTo>
                    <a:pt x="286" y="466"/>
                  </a:lnTo>
                  <a:lnTo>
                    <a:pt x="328" y="464"/>
                  </a:lnTo>
                  <a:lnTo>
                    <a:pt x="363" y="459"/>
                  </a:lnTo>
                  <a:lnTo>
                    <a:pt x="391" y="449"/>
                  </a:lnTo>
                  <a:lnTo>
                    <a:pt x="416" y="437"/>
                  </a:lnTo>
                  <a:lnTo>
                    <a:pt x="435" y="421"/>
                  </a:lnTo>
                  <a:lnTo>
                    <a:pt x="449" y="403"/>
                  </a:lnTo>
                  <a:lnTo>
                    <a:pt x="459" y="384"/>
                  </a:lnTo>
                  <a:lnTo>
                    <a:pt x="466" y="363"/>
                  </a:lnTo>
                  <a:lnTo>
                    <a:pt x="470" y="342"/>
                  </a:lnTo>
                  <a:lnTo>
                    <a:pt x="473" y="320"/>
                  </a:lnTo>
                  <a:lnTo>
                    <a:pt x="473" y="299"/>
                  </a:lnTo>
                  <a:lnTo>
                    <a:pt x="473" y="49"/>
                  </a:lnTo>
                  <a:lnTo>
                    <a:pt x="477" y="30"/>
                  </a:lnTo>
                  <a:lnTo>
                    <a:pt x="487" y="14"/>
                  </a:lnTo>
                  <a:lnTo>
                    <a:pt x="503" y="4"/>
                  </a:lnTo>
                  <a:lnTo>
                    <a:pt x="522" y="0"/>
                  </a:lnTo>
                  <a:lnTo>
                    <a:pt x="541" y="4"/>
                  </a:lnTo>
                  <a:lnTo>
                    <a:pt x="557" y="14"/>
                  </a:lnTo>
                  <a:lnTo>
                    <a:pt x="567" y="30"/>
                  </a:lnTo>
                  <a:lnTo>
                    <a:pt x="571" y="49"/>
                  </a:lnTo>
                  <a:lnTo>
                    <a:pt x="571" y="306"/>
                  </a:lnTo>
                  <a:lnTo>
                    <a:pt x="567" y="358"/>
                  </a:lnTo>
                  <a:lnTo>
                    <a:pt x="557" y="402"/>
                  </a:lnTo>
                  <a:lnTo>
                    <a:pt x="540" y="442"/>
                  </a:lnTo>
                  <a:lnTo>
                    <a:pt x="513" y="475"/>
                  </a:lnTo>
                  <a:lnTo>
                    <a:pt x="482" y="501"/>
                  </a:lnTo>
                  <a:lnTo>
                    <a:pt x="444" y="522"/>
                  </a:lnTo>
                  <a:lnTo>
                    <a:pt x="398" y="538"/>
                  </a:lnTo>
                  <a:lnTo>
                    <a:pt x="346" y="547"/>
                  </a:lnTo>
                  <a:lnTo>
                    <a:pt x="286" y="550"/>
                  </a:lnTo>
                  <a:lnTo>
                    <a:pt x="225" y="547"/>
                  </a:lnTo>
                  <a:lnTo>
                    <a:pt x="173" y="538"/>
                  </a:lnTo>
                  <a:lnTo>
                    <a:pt x="128" y="522"/>
                  </a:lnTo>
                  <a:lnTo>
                    <a:pt x="89" y="501"/>
                  </a:lnTo>
                  <a:lnTo>
                    <a:pt x="58" y="475"/>
                  </a:lnTo>
                  <a:lnTo>
                    <a:pt x="32" y="442"/>
                  </a:lnTo>
                  <a:lnTo>
                    <a:pt x="14" y="402"/>
                  </a:lnTo>
                  <a:lnTo>
                    <a:pt x="4" y="358"/>
                  </a:lnTo>
                  <a:lnTo>
                    <a:pt x="0" y="306"/>
                  </a:lnTo>
                  <a:lnTo>
                    <a:pt x="0" y="49"/>
                  </a:lnTo>
                  <a:lnTo>
                    <a:pt x="4" y="30"/>
                  </a:lnTo>
                  <a:lnTo>
                    <a:pt x="14" y="14"/>
                  </a:lnTo>
                  <a:lnTo>
                    <a:pt x="30" y="4"/>
                  </a:lnTo>
                  <a:lnTo>
                    <a:pt x="49" y="0"/>
                  </a:lnTo>
                  <a:close/>
                </a:path>
              </a:pathLst>
            </a:custGeom>
            <a:solidFill>
              <a:schemeClr val="tx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5" name="Freeform 12"/>
            <p:cNvSpPr>
              <a:spLocks noEditPoints="1"/>
            </p:cNvSpPr>
            <p:nvPr userDrawn="1"/>
          </p:nvSpPr>
          <p:spPr bwMode="auto">
            <a:xfrm>
              <a:off x="6530592" y="5818063"/>
              <a:ext cx="521796" cy="508514"/>
            </a:xfrm>
            <a:custGeom>
              <a:avLst/>
              <a:gdLst>
                <a:gd name="T0" fmla="*/ 96 w 550"/>
                <a:gd name="T1" fmla="*/ 79 h 536"/>
                <a:gd name="T2" fmla="*/ 96 w 550"/>
                <a:gd name="T3" fmla="*/ 241 h 536"/>
                <a:gd name="T4" fmla="*/ 307 w 550"/>
                <a:gd name="T5" fmla="*/ 241 h 536"/>
                <a:gd name="T6" fmla="*/ 342 w 550"/>
                <a:gd name="T7" fmla="*/ 241 h 536"/>
                <a:gd name="T8" fmla="*/ 372 w 550"/>
                <a:gd name="T9" fmla="*/ 238 h 536"/>
                <a:gd name="T10" fmla="*/ 398 w 550"/>
                <a:gd name="T11" fmla="*/ 231 h 536"/>
                <a:gd name="T12" fmla="*/ 417 w 550"/>
                <a:gd name="T13" fmla="*/ 222 h 536"/>
                <a:gd name="T14" fmla="*/ 431 w 550"/>
                <a:gd name="T15" fmla="*/ 206 h 536"/>
                <a:gd name="T16" fmla="*/ 440 w 550"/>
                <a:gd name="T17" fmla="*/ 187 h 536"/>
                <a:gd name="T18" fmla="*/ 443 w 550"/>
                <a:gd name="T19" fmla="*/ 161 h 536"/>
                <a:gd name="T20" fmla="*/ 440 w 550"/>
                <a:gd name="T21" fmla="*/ 135 h 536"/>
                <a:gd name="T22" fmla="*/ 431 w 550"/>
                <a:gd name="T23" fmla="*/ 114 h 536"/>
                <a:gd name="T24" fmla="*/ 417 w 550"/>
                <a:gd name="T25" fmla="*/ 100 h 536"/>
                <a:gd name="T26" fmla="*/ 398 w 550"/>
                <a:gd name="T27" fmla="*/ 89 h 536"/>
                <a:gd name="T28" fmla="*/ 372 w 550"/>
                <a:gd name="T29" fmla="*/ 84 h 536"/>
                <a:gd name="T30" fmla="*/ 342 w 550"/>
                <a:gd name="T31" fmla="*/ 80 h 536"/>
                <a:gd name="T32" fmla="*/ 307 w 550"/>
                <a:gd name="T33" fmla="*/ 79 h 536"/>
                <a:gd name="T34" fmla="*/ 96 w 550"/>
                <a:gd name="T35" fmla="*/ 79 h 536"/>
                <a:gd name="T36" fmla="*/ 0 w 550"/>
                <a:gd name="T37" fmla="*/ 0 h 536"/>
                <a:gd name="T38" fmla="*/ 323 w 550"/>
                <a:gd name="T39" fmla="*/ 0 h 536"/>
                <a:gd name="T40" fmla="*/ 377 w 550"/>
                <a:gd name="T41" fmla="*/ 2 h 536"/>
                <a:gd name="T42" fmla="*/ 422 w 550"/>
                <a:gd name="T43" fmla="*/ 9 h 536"/>
                <a:gd name="T44" fmla="*/ 459 w 550"/>
                <a:gd name="T45" fmla="*/ 19 h 536"/>
                <a:gd name="T46" fmla="*/ 489 w 550"/>
                <a:gd name="T47" fmla="*/ 37 h 536"/>
                <a:gd name="T48" fmla="*/ 511 w 550"/>
                <a:gd name="T49" fmla="*/ 58 h 536"/>
                <a:gd name="T50" fmla="*/ 527 w 550"/>
                <a:gd name="T51" fmla="*/ 86 h 536"/>
                <a:gd name="T52" fmla="*/ 537 w 550"/>
                <a:gd name="T53" fmla="*/ 119 h 536"/>
                <a:gd name="T54" fmla="*/ 539 w 550"/>
                <a:gd name="T55" fmla="*/ 157 h 536"/>
                <a:gd name="T56" fmla="*/ 537 w 550"/>
                <a:gd name="T57" fmla="*/ 194 h 536"/>
                <a:gd name="T58" fmla="*/ 527 w 550"/>
                <a:gd name="T59" fmla="*/ 225 h 536"/>
                <a:gd name="T60" fmla="*/ 513 w 550"/>
                <a:gd name="T61" fmla="*/ 252 h 536"/>
                <a:gd name="T62" fmla="*/ 494 w 550"/>
                <a:gd name="T63" fmla="*/ 272 h 536"/>
                <a:gd name="T64" fmla="*/ 471 w 550"/>
                <a:gd name="T65" fmla="*/ 290 h 536"/>
                <a:gd name="T66" fmla="*/ 447 w 550"/>
                <a:gd name="T67" fmla="*/ 302 h 536"/>
                <a:gd name="T68" fmla="*/ 419 w 550"/>
                <a:gd name="T69" fmla="*/ 311 h 536"/>
                <a:gd name="T70" fmla="*/ 393 w 550"/>
                <a:gd name="T71" fmla="*/ 314 h 536"/>
                <a:gd name="T72" fmla="*/ 384 w 550"/>
                <a:gd name="T73" fmla="*/ 314 h 536"/>
                <a:gd name="T74" fmla="*/ 550 w 550"/>
                <a:gd name="T75" fmla="*/ 536 h 536"/>
                <a:gd name="T76" fmla="*/ 431 w 550"/>
                <a:gd name="T77" fmla="*/ 536 h 536"/>
                <a:gd name="T78" fmla="*/ 274 w 550"/>
                <a:gd name="T79" fmla="*/ 323 h 536"/>
                <a:gd name="T80" fmla="*/ 272 w 550"/>
                <a:gd name="T81" fmla="*/ 321 h 536"/>
                <a:gd name="T82" fmla="*/ 96 w 550"/>
                <a:gd name="T83" fmla="*/ 321 h 536"/>
                <a:gd name="T84" fmla="*/ 96 w 550"/>
                <a:gd name="T85" fmla="*/ 536 h 536"/>
                <a:gd name="T86" fmla="*/ 0 w 550"/>
                <a:gd name="T87" fmla="*/ 536 h 536"/>
                <a:gd name="T88" fmla="*/ 0 w 550"/>
                <a:gd name="T89"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550" h="536">
                  <a:moveTo>
                    <a:pt x="96" y="79"/>
                  </a:moveTo>
                  <a:lnTo>
                    <a:pt x="96" y="241"/>
                  </a:lnTo>
                  <a:lnTo>
                    <a:pt x="307" y="241"/>
                  </a:lnTo>
                  <a:lnTo>
                    <a:pt x="342" y="241"/>
                  </a:lnTo>
                  <a:lnTo>
                    <a:pt x="372" y="238"/>
                  </a:lnTo>
                  <a:lnTo>
                    <a:pt x="398" y="231"/>
                  </a:lnTo>
                  <a:lnTo>
                    <a:pt x="417" y="222"/>
                  </a:lnTo>
                  <a:lnTo>
                    <a:pt x="431" y="206"/>
                  </a:lnTo>
                  <a:lnTo>
                    <a:pt x="440" y="187"/>
                  </a:lnTo>
                  <a:lnTo>
                    <a:pt x="443" y="161"/>
                  </a:lnTo>
                  <a:lnTo>
                    <a:pt x="440" y="135"/>
                  </a:lnTo>
                  <a:lnTo>
                    <a:pt x="431" y="114"/>
                  </a:lnTo>
                  <a:lnTo>
                    <a:pt x="417" y="100"/>
                  </a:lnTo>
                  <a:lnTo>
                    <a:pt x="398" y="89"/>
                  </a:lnTo>
                  <a:lnTo>
                    <a:pt x="372" y="84"/>
                  </a:lnTo>
                  <a:lnTo>
                    <a:pt x="342" y="80"/>
                  </a:lnTo>
                  <a:lnTo>
                    <a:pt x="307" y="79"/>
                  </a:lnTo>
                  <a:lnTo>
                    <a:pt x="96" y="79"/>
                  </a:lnTo>
                  <a:close/>
                  <a:moveTo>
                    <a:pt x="0" y="0"/>
                  </a:moveTo>
                  <a:lnTo>
                    <a:pt x="323" y="0"/>
                  </a:lnTo>
                  <a:lnTo>
                    <a:pt x="377" y="2"/>
                  </a:lnTo>
                  <a:lnTo>
                    <a:pt x="422" y="9"/>
                  </a:lnTo>
                  <a:lnTo>
                    <a:pt x="459" y="19"/>
                  </a:lnTo>
                  <a:lnTo>
                    <a:pt x="489" y="37"/>
                  </a:lnTo>
                  <a:lnTo>
                    <a:pt x="511" y="58"/>
                  </a:lnTo>
                  <a:lnTo>
                    <a:pt x="527" y="86"/>
                  </a:lnTo>
                  <a:lnTo>
                    <a:pt x="537" y="119"/>
                  </a:lnTo>
                  <a:lnTo>
                    <a:pt x="539" y="157"/>
                  </a:lnTo>
                  <a:lnTo>
                    <a:pt x="537" y="194"/>
                  </a:lnTo>
                  <a:lnTo>
                    <a:pt x="527" y="225"/>
                  </a:lnTo>
                  <a:lnTo>
                    <a:pt x="513" y="252"/>
                  </a:lnTo>
                  <a:lnTo>
                    <a:pt x="494" y="272"/>
                  </a:lnTo>
                  <a:lnTo>
                    <a:pt x="471" y="290"/>
                  </a:lnTo>
                  <a:lnTo>
                    <a:pt x="447" y="302"/>
                  </a:lnTo>
                  <a:lnTo>
                    <a:pt x="419" y="311"/>
                  </a:lnTo>
                  <a:lnTo>
                    <a:pt x="393" y="314"/>
                  </a:lnTo>
                  <a:lnTo>
                    <a:pt x="384" y="314"/>
                  </a:lnTo>
                  <a:lnTo>
                    <a:pt x="550" y="536"/>
                  </a:lnTo>
                  <a:lnTo>
                    <a:pt x="431" y="536"/>
                  </a:lnTo>
                  <a:lnTo>
                    <a:pt x="274" y="323"/>
                  </a:lnTo>
                  <a:lnTo>
                    <a:pt x="272" y="321"/>
                  </a:lnTo>
                  <a:lnTo>
                    <a:pt x="96" y="321"/>
                  </a:lnTo>
                  <a:lnTo>
                    <a:pt x="96" y="536"/>
                  </a:lnTo>
                  <a:lnTo>
                    <a:pt x="0" y="536"/>
                  </a:lnTo>
                  <a:lnTo>
                    <a:pt x="0" y="0"/>
                  </a:lnTo>
                  <a:close/>
                </a:path>
              </a:pathLst>
            </a:custGeom>
            <a:solidFill>
              <a:schemeClr val="tx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6" name="Freeform 13"/>
            <p:cNvSpPr>
              <a:spLocks/>
            </p:cNvSpPr>
            <p:nvPr userDrawn="1"/>
          </p:nvSpPr>
          <p:spPr bwMode="auto">
            <a:xfrm>
              <a:off x="7183312" y="5818063"/>
              <a:ext cx="462976" cy="508514"/>
            </a:xfrm>
            <a:custGeom>
              <a:avLst/>
              <a:gdLst>
                <a:gd name="T0" fmla="*/ 0 w 488"/>
                <a:gd name="T1" fmla="*/ 0 h 536"/>
                <a:gd name="T2" fmla="*/ 438 w 488"/>
                <a:gd name="T3" fmla="*/ 0 h 536"/>
                <a:gd name="T4" fmla="*/ 453 w 488"/>
                <a:gd name="T5" fmla="*/ 2 h 536"/>
                <a:gd name="T6" fmla="*/ 467 w 488"/>
                <a:gd name="T7" fmla="*/ 12 h 536"/>
                <a:gd name="T8" fmla="*/ 476 w 488"/>
                <a:gd name="T9" fmla="*/ 25 h 536"/>
                <a:gd name="T10" fmla="*/ 480 w 488"/>
                <a:gd name="T11" fmla="*/ 40 h 536"/>
                <a:gd name="T12" fmla="*/ 476 w 488"/>
                <a:gd name="T13" fmla="*/ 56 h 536"/>
                <a:gd name="T14" fmla="*/ 467 w 488"/>
                <a:gd name="T15" fmla="*/ 70 h 536"/>
                <a:gd name="T16" fmla="*/ 453 w 488"/>
                <a:gd name="T17" fmla="*/ 79 h 536"/>
                <a:gd name="T18" fmla="*/ 438 w 488"/>
                <a:gd name="T19" fmla="*/ 82 h 536"/>
                <a:gd name="T20" fmla="*/ 97 w 488"/>
                <a:gd name="T21" fmla="*/ 82 h 536"/>
                <a:gd name="T22" fmla="*/ 97 w 488"/>
                <a:gd name="T23" fmla="*/ 218 h 536"/>
                <a:gd name="T24" fmla="*/ 333 w 488"/>
                <a:gd name="T25" fmla="*/ 218 h 536"/>
                <a:gd name="T26" fmla="*/ 349 w 488"/>
                <a:gd name="T27" fmla="*/ 222 h 536"/>
                <a:gd name="T28" fmla="*/ 361 w 488"/>
                <a:gd name="T29" fmla="*/ 231 h 536"/>
                <a:gd name="T30" fmla="*/ 370 w 488"/>
                <a:gd name="T31" fmla="*/ 243 h 536"/>
                <a:gd name="T32" fmla="*/ 373 w 488"/>
                <a:gd name="T33" fmla="*/ 259 h 536"/>
                <a:gd name="T34" fmla="*/ 370 w 488"/>
                <a:gd name="T35" fmla="*/ 276 h 536"/>
                <a:gd name="T36" fmla="*/ 361 w 488"/>
                <a:gd name="T37" fmla="*/ 288 h 536"/>
                <a:gd name="T38" fmla="*/ 349 w 488"/>
                <a:gd name="T39" fmla="*/ 297 h 536"/>
                <a:gd name="T40" fmla="*/ 333 w 488"/>
                <a:gd name="T41" fmla="*/ 300 h 536"/>
                <a:gd name="T42" fmla="*/ 97 w 488"/>
                <a:gd name="T43" fmla="*/ 300 h 536"/>
                <a:gd name="T44" fmla="*/ 97 w 488"/>
                <a:gd name="T45" fmla="*/ 454 h 536"/>
                <a:gd name="T46" fmla="*/ 446 w 488"/>
                <a:gd name="T47" fmla="*/ 454 h 536"/>
                <a:gd name="T48" fmla="*/ 464 w 488"/>
                <a:gd name="T49" fmla="*/ 457 h 536"/>
                <a:gd name="T50" fmla="*/ 476 w 488"/>
                <a:gd name="T51" fmla="*/ 466 h 536"/>
                <a:gd name="T52" fmla="*/ 485 w 488"/>
                <a:gd name="T53" fmla="*/ 478 h 536"/>
                <a:gd name="T54" fmla="*/ 488 w 488"/>
                <a:gd name="T55" fmla="*/ 494 h 536"/>
                <a:gd name="T56" fmla="*/ 485 w 488"/>
                <a:gd name="T57" fmla="*/ 512 h 536"/>
                <a:gd name="T58" fmla="*/ 476 w 488"/>
                <a:gd name="T59" fmla="*/ 524 h 536"/>
                <a:gd name="T60" fmla="*/ 464 w 488"/>
                <a:gd name="T61" fmla="*/ 533 h 536"/>
                <a:gd name="T62" fmla="*/ 446 w 488"/>
                <a:gd name="T63" fmla="*/ 536 h 536"/>
                <a:gd name="T64" fmla="*/ 0 w 488"/>
                <a:gd name="T65" fmla="*/ 536 h 536"/>
                <a:gd name="T66" fmla="*/ 0 w 488"/>
                <a:gd name="T67"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488" h="536">
                  <a:moveTo>
                    <a:pt x="0" y="0"/>
                  </a:moveTo>
                  <a:lnTo>
                    <a:pt x="438" y="0"/>
                  </a:lnTo>
                  <a:lnTo>
                    <a:pt x="453" y="2"/>
                  </a:lnTo>
                  <a:lnTo>
                    <a:pt x="467" y="12"/>
                  </a:lnTo>
                  <a:lnTo>
                    <a:pt x="476" y="25"/>
                  </a:lnTo>
                  <a:lnTo>
                    <a:pt x="480" y="40"/>
                  </a:lnTo>
                  <a:lnTo>
                    <a:pt x="476" y="56"/>
                  </a:lnTo>
                  <a:lnTo>
                    <a:pt x="467" y="70"/>
                  </a:lnTo>
                  <a:lnTo>
                    <a:pt x="453" y="79"/>
                  </a:lnTo>
                  <a:lnTo>
                    <a:pt x="438" y="82"/>
                  </a:lnTo>
                  <a:lnTo>
                    <a:pt x="97" y="82"/>
                  </a:lnTo>
                  <a:lnTo>
                    <a:pt x="97" y="218"/>
                  </a:lnTo>
                  <a:lnTo>
                    <a:pt x="333" y="218"/>
                  </a:lnTo>
                  <a:lnTo>
                    <a:pt x="349" y="222"/>
                  </a:lnTo>
                  <a:lnTo>
                    <a:pt x="361" y="231"/>
                  </a:lnTo>
                  <a:lnTo>
                    <a:pt x="370" y="243"/>
                  </a:lnTo>
                  <a:lnTo>
                    <a:pt x="373" y="259"/>
                  </a:lnTo>
                  <a:lnTo>
                    <a:pt x="370" y="276"/>
                  </a:lnTo>
                  <a:lnTo>
                    <a:pt x="361" y="288"/>
                  </a:lnTo>
                  <a:lnTo>
                    <a:pt x="349" y="297"/>
                  </a:lnTo>
                  <a:lnTo>
                    <a:pt x="333" y="300"/>
                  </a:lnTo>
                  <a:lnTo>
                    <a:pt x="97" y="300"/>
                  </a:lnTo>
                  <a:lnTo>
                    <a:pt x="97" y="454"/>
                  </a:lnTo>
                  <a:lnTo>
                    <a:pt x="446" y="454"/>
                  </a:lnTo>
                  <a:lnTo>
                    <a:pt x="464" y="457"/>
                  </a:lnTo>
                  <a:lnTo>
                    <a:pt x="476" y="466"/>
                  </a:lnTo>
                  <a:lnTo>
                    <a:pt x="485" y="478"/>
                  </a:lnTo>
                  <a:lnTo>
                    <a:pt x="488" y="494"/>
                  </a:lnTo>
                  <a:lnTo>
                    <a:pt x="485" y="512"/>
                  </a:lnTo>
                  <a:lnTo>
                    <a:pt x="476" y="524"/>
                  </a:lnTo>
                  <a:lnTo>
                    <a:pt x="464" y="533"/>
                  </a:lnTo>
                  <a:lnTo>
                    <a:pt x="446" y="536"/>
                  </a:lnTo>
                  <a:lnTo>
                    <a:pt x="0" y="536"/>
                  </a:lnTo>
                  <a:lnTo>
                    <a:pt x="0" y="0"/>
                  </a:lnTo>
                  <a:close/>
                </a:path>
              </a:pathLst>
            </a:custGeom>
            <a:solidFill>
              <a:schemeClr val="tx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7" name="Freeform 14"/>
            <p:cNvSpPr>
              <a:spLocks/>
            </p:cNvSpPr>
            <p:nvPr userDrawn="1"/>
          </p:nvSpPr>
          <p:spPr bwMode="auto">
            <a:xfrm>
              <a:off x="4647381" y="5515421"/>
              <a:ext cx="91077" cy="87282"/>
            </a:xfrm>
            <a:custGeom>
              <a:avLst/>
              <a:gdLst>
                <a:gd name="T0" fmla="*/ 51 w 96"/>
                <a:gd name="T1" fmla="*/ 0 h 92"/>
                <a:gd name="T2" fmla="*/ 53 w 96"/>
                <a:gd name="T3" fmla="*/ 0 h 92"/>
                <a:gd name="T4" fmla="*/ 70 w 96"/>
                <a:gd name="T5" fmla="*/ 5 h 92"/>
                <a:gd name="T6" fmla="*/ 84 w 96"/>
                <a:gd name="T7" fmla="*/ 15 h 92"/>
                <a:gd name="T8" fmla="*/ 93 w 96"/>
                <a:gd name="T9" fmla="*/ 31 h 92"/>
                <a:gd name="T10" fmla="*/ 96 w 96"/>
                <a:gd name="T11" fmla="*/ 49 h 92"/>
                <a:gd name="T12" fmla="*/ 91 w 96"/>
                <a:gd name="T13" fmla="*/ 66 h 92"/>
                <a:gd name="T14" fmla="*/ 81 w 96"/>
                <a:gd name="T15" fmla="*/ 80 h 92"/>
                <a:gd name="T16" fmla="*/ 65 w 96"/>
                <a:gd name="T17" fmla="*/ 91 h 92"/>
                <a:gd name="T18" fmla="*/ 47 w 96"/>
                <a:gd name="T19" fmla="*/ 92 h 92"/>
                <a:gd name="T20" fmla="*/ 44 w 96"/>
                <a:gd name="T21" fmla="*/ 92 h 92"/>
                <a:gd name="T22" fmla="*/ 26 w 96"/>
                <a:gd name="T23" fmla="*/ 87 h 92"/>
                <a:gd name="T24" fmla="*/ 12 w 96"/>
                <a:gd name="T25" fmla="*/ 77 h 92"/>
                <a:gd name="T26" fmla="*/ 4 w 96"/>
                <a:gd name="T27" fmla="*/ 61 h 92"/>
                <a:gd name="T28" fmla="*/ 0 w 96"/>
                <a:gd name="T29" fmla="*/ 43 h 92"/>
                <a:gd name="T30" fmla="*/ 5 w 96"/>
                <a:gd name="T31" fmla="*/ 26 h 92"/>
                <a:gd name="T32" fmla="*/ 16 w 96"/>
                <a:gd name="T33" fmla="*/ 12 h 92"/>
                <a:gd name="T34" fmla="*/ 32 w 96"/>
                <a:gd name="T35" fmla="*/ 2 h 92"/>
                <a:gd name="T36" fmla="*/ 51 w 96"/>
                <a:gd name="T37" fmla="*/ 0 h 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96" h="92">
                  <a:moveTo>
                    <a:pt x="51" y="0"/>
                  </a:moveTo>
                  <a:lnTo>
                    <a:pt x="53" y="0"/>
                  </a:lnTo>
                  <a:lnTo>
                    <a:pt x="70" y="5"/>
                  </a:lnTo>
                  <a:lnTo>
                    <a:pt x="84" y="15"/>
                  </a:lnTo>
                  <a:lnTo>
                    <a:pt x="93" y="31"/>
                  </a:lnTo>
                  <a:lnTo>
                    <a:pt x="96" y="49"/>
                  </a:lnTo>
                  <a:lnTo>
                    <a:pt x="91" y="66"/>
                  </a:lnTo>
                  <a:lnTo>
                    <a:pt x="81" y="80"/>
                  </a:lnTo>
                  <a:lnTo>
                    <a:pt x="65" y="91"/>
                  </a:lnTo>
                  <a:lnTo>
                    <a:pt x="47" y="92"/>
                  </a:lnTo>
                  <a:lnTo>
                    <a:pt x="44" y="92"/>
                  </a:lnTo>
                  <a:lnTo>
                    <a:pt x="26" y="87"/>
                  </a:lnTo>
                  <a:lnTo>
                    <a:pt x="12" y="77"/>
                  </a:lnTo>
                  <a:lnTo>
                    <a:pt x="4" y="61"/>
                  </a:lnTo>
                  <a:lnTo>
                    <a:pt x="0" y="43"/>
                  </a:lnTo>
                  <a:lnTo>
                    <a:pt x="5" y="26"/>
                  </a:lnTo>
                  <a:lnTo>
                    <a:pt x="16" y="12"/>
                  </a:lnTo>
                  <a:lnTo>
                    <a:pt x="32" y="2"/>
                  </a:lnTo>
                  <a:lnTo>
                    <a:pt x="51"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8" name="Freeform 15"/>
            <p:cNvSpPr>
              <a:spLocks/>
            </p:cNvSpPr>
            <p:nvPr userDrawn="1"/>
          </p:nvSpPr>
          <p:spPr bwMode="auto">
            <a:xfrm>
              <a:off x="4937689" y="5235549"/>
              <a:ext cx="130923" cy="157487"/>
            </a:xfrm>
            <a:custGeom>
              <a:avLst/>
              <a:gdLst>
                <a:gd name="T0" fmla="*/ 40 w 138"/>
                <a:gd name="T1" fmla="*/ 0 h 166"/>
                <a:gd name="T2" fmla="*/ 57 w 138"/>
                <a:gd name="T3" fmla="*/ 2 h 166"/>
                <a:gd name="T4" fmla="*/ 73 w 138"/>
                <a:gd name="T5" fmla="*/ 9 h 166"/>
                <a:gd name="T6" fmla="*/ 85 w 138"/>
                <a:gd name="T7" fmla="*/ 22 h 166"/>
                <a:gd name="T8" fmla="*/ 132 w 138"/>
                <a:gd name="T9" fmla="*/ 96 h 166"/>
                <a:gd name="T10" fmla="*/ 138 w 138"/>
                <a:gd name="T11" fmla="*/ 113 h 166"/>
                <a:gd name="T12" fmla="*/ 138 w 138"/>
                <a:gd name="T13" fmla="*/ 131 h 166"/>
                <a:gd name="T14" fmla="*/ 129 w 138"/>
                <a:gd name="T15" fmla="*/ 146 h 166"/>
                <a:gd name="T16" fmla="*/ 115 w 138"/>
                <a:gd name="T17" fmla="*/ 159 h 166"/>
                <a:gd name="T18" fmla="*/ 99 w 138"/>
                <a:gd name="T19" fmla="*/ 166 h 166"/>
                <a:gd name="T20" fmla="*/ 80 w 138"/>
                <a:gd name="T21" fmla="*/ 164 h 166"/>
                <a:gd name="T22" fmla="*/ 64 w 138"/>
                <a:gd name="T23" fmla="*/ 157 h 166"/>
                <a:gd name="T24" fmla="*/ 52 w 138"/>
                <a:gd name="T25" fmla="*/ 143 h 166"/>
                <a:gd name="T26" fmla="*/ 5 w 138"/>
                <a:gd name="T27" fmla="*/ 70 h 166"/>
                <a:gd name="T28" fmla="*/ 0 w 138"/>
                <a:gd name="T29" fmla="*/ 52 h 166"/>
                <a:gd name="T30" fmla="*/ 0 w 138"/>
                <a:gd name="T31" fmla="*/ 35 h 166"/>
                <a:gd name="T32" fmla="*/ 8 w 138"/>
                <a:gd name="T33" fmla="*/ 17 h 166"/>
                <a:gd name="T34" fmla="*/ 22 w 138"/>
                <a:gd name="T35" fmla="*/ 7 h 166"/>
                <a:gd name="T36" fmla="*/ 40 w 138"/>
                <a:gd name="T37" fmla="*/ 0 h 1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38" h="166">
                  <a:moveTo>
                    <a:pt x="40" y="0"/>
                  </a:moveTo>
                  <a:lnTo>
                    <a:pt x="57" y="2"/>
                  </a:lnTo>
                  <a:lnTo>
                    <a:pt x="73" y="9"/>
                  </a:lnTo>
                  <a:lnTo>
                    <a:pt x="85" y="22"/>
                  </a:lnTo>
                  <a:lnTo>
                    <a:pt x="132" y="96"/>
                  </a:lnTo>
                  <a:lnTo>
                    <a:pt x="138" y="113"/>
                  </a:lnTo>
                  <a:lnTo>
                    <a:pt x="138" y="131"/>
                  </a:lnTo>
                  <a:lnTo>
                    <a:pt x="129" y="146"/>
                  </a:lnTo>
                  <a:lnTo>
                    <a:pt x="115" y="159"/>
                  </a:lnTo>
                  <a:lnTo>
                    <a:pt x="99" y="166"/>
                  </a:lnTo>
                  <a:lnTo>
                    <a:pt x="80" y="164"/>
                  </a:lnTo>
                  <a:lnTo>
                    <a:pt x="64" y="157"/>
                  </a:lnTo>
                  <a:lnTo>
                    <a:pt x="52" y="143"/>
                  </a:lnTo>
                  <a:lnTo>
                    <a:pt x="5" y="70"/>
                  </a:lnTo>
                  <a:lnTo>
                    <a:pt x="0" y="52"/>
                  </a:lnTo>
                  <a:lnTo>
                    <a:pt x="0" y="35"/>
                  </a:lnTo>
                  <a:lnTo>
                    <a:pt x="8" y="17"/>
                  </a:lnTo>
                  <a:lnTo>
                    <a:pt x="22" y="7"/>
                  </a:lnTo>
                  <a:lnTo>
                    <a:pt x="40"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9" name="Freeform 16"/>
            <p:cNvSpPr>
              <a:spLocks/>
            </p:cNvSpPr>
            <p:nvPr userDrawn="1"/>
          </p:nvSpPr>
          <p:spPr bwMode="auto">
            <a:xfrm>
              <a:off x="5278280" y="5018292"/>
              <a:ext cx="132821" cy="243821"/>
            </a:xfrm>
            <a:custGeom>
              <a:avLst/>
              <a:gdLst>
                <a:gd name="T0" fmla="*/ 53 w 140"/>
                <a:gd name="T1" fmla="*/ 0 h 257"/>
                <a:gd name="T2" fmla="*/ 68 w 140"/>
                <a:gd name="T3" fmla="*/ 7 h 257"/>
                <a:gd name="T4" fmla="*/ 82 w 140"/>
                <a:gd name="T5" fmla="*/ 19 h 257"/>
                <a:gd name="T6" fmla="*/ 89 w 140"/>
                <a:gd name="T7" fmla="*/ 35 h 257"/>
                <a:gd name="T8" fmla="*/ 140 w 140"/>
                <a:gd name="T9" fmla="*/ 199 h 257"/>
                <a:gd name="T10" fmla="*/ 140 w 140"/>
                <a:gd name="T11" fmla="*/ 218 h 257"/>
                <a:gd name="T12" fmla="*/ 135 w 140"/>
                <a:gd name="T13" fmla="*/ 234 h 257"/>
                <a:gd name="T14" fmla="*/ 122 w 140"/>
                <a:gd name="T15" fmla="*/ 248 h 257"/>
                <a:gd name="T16" fmla="*/ 105 w 140"/>
                <a:gd name="T17" fmla="*/ 255 h 257"/>
                <a:gd name="T18" fmla="*/ 88 w 140"/>
                <a:gd name="T19" fmla="*/ 257 h 257"/>
                <a:gd name="T20" fmla="*/ 70 w 140"/>
                <a:gd name="T21" fmla="*/ 250 h 257"/>
                <a:gd name="T22" fmla="*/ 58 w 140"/>
                <a:gd name="T23" fmla="*/ 239 h 257"/>
                <a:gd name="T24" fmla="*/ 49 w 140"/>
                <a:gd name="T25" fmla="*/ 222 h 257"/>
                <a:gd name="T26" fmla="*/ 0 w 140"/>
                <a:gd name="T27" fmla="*/ 58 h 257"/>
                <a:gd name="T28" fmla="*/ 0 w 140"/>
                <a:gd name="T29" fmla="*/ 40 h 257"/>
                <a:gd name="T30" fmla="*/ 5 w 140"/>
                <a:gd name="T31" fmla="*/ 23 h 257"/>
                <a:gd name="T32" fmla="*/ 18 w 140"/>
                <a:gd name="T33" fmla="*/ 11 h 257"/>
                <a:gd name="T34" fmla="*/ 33 w 140"/>
                <a:gd name="T35" fmla="*/ 2 h 257"/>
                <a:gd name="T36" fmla="*/ 53 w 140"/>
                <a:gd name="T37" fmla="*/ 0 h 2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40" h="257">
                  <a:moveTo>
                    <a:pt x="53" y="0"/>
                  </a:moveTo>
                  <a:lnTo>
                    <a:pt x="68" y="7"/>
                  </a:lnTo>
                  <a:lnTo>
                    <a:pt x="82" y="19"/>
                  </a:lnTo>
                  <a:lnTo>
                    <a:pt x="89" y="35"/>
                  </a:lnTo>
                  <a:lnTo>
                    <a:pt x="140" y="199"/>
                  </a:lnTo>
                  <a:lnTo>
                    <a:pt x="140" y="218"/>
                  </a:lnTo>
                  <a:lnTo>
                    <a:pt x="135" y="234"/>
                  </a:lnTo>
                  <a:lnTo>
                    <a:pt x="122" y="248"/>
                  </a:lnTo>
                  <a:lnTo>
                    <a:pt x="105" y="255"/>
                  </a:lnTo>
                  <a:lnTo>
                    <a:pt x="88" y="257"/>
                  </a:lnTo>
                  <a:lnTo>
                    <a:pt x="70" y="250"/>
                  </a:lnTo>
                  <a:lnTo>
                    <a:pt x="58" y="239"/>
                  </a:lnTo>
                  <a:lnTo>
                    <a:pt x="49" y="222"/>
                  </a:lnTo>
                  <a:lnTo>
                    <a:pt x="0" y="58"/>
                  </a:lnTo>
                  <a:lnTo>
                    <a:pt x="0" y="40"/>
                  </a:lnTo>
                  <a:lnTo>
                    <a:pt x="5" y="23"/>
                  </a:lnTo>
                  <a:lnTo>
                    <a:pt x="18" y="11"/>
                  </a:lnTo>
                  <a:lnTo>
                    <a:pt x="33" y="2"/>
                  </a:lnTo>
                  <a:lnTo>
                    <a:pt x="53"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0" name="Freeform 17"/>
            <p:cNvSpPr>
              <a:spLocks/>
            </p:cNvSpPr>
            <p:nvPr userDrawn="1"/>
          </p:nvSpPr>
          <p:spPr bwMode="auto">
            <a:xfrm>
              <a:off x="5649230" y="4842779"/>
              <a:ext cx="112898" cy="335847"/>
            </a:xfrm>
            <a:custGeom>
              <a:avLst/>
              <a:gdLst>
                <a:gd name="T0" fmla="*/ 44 w 119"/>
                <a:gd name="T1" fmla="*/ 0 h 354"/>
                <a:gd name="T2" fmla="*/ 63 w 119"/>
                <a:gd name="T3" fmla="*/ 4 h 354"/>
                <a:gd name="T4" fmla="*/ 77 w 119"/>
                <a:gd name="T5" fmla="*/ 12 h 354"/>
                <a:gd name="T6" fmla="*/ 87 w 119"/>
                <a:gd name="T7" fmla="*/ 26 h 354"/>
                <a:gd name="T8" fmla="*/ 93 w 119"/>
                <a:gd name="T9" fmla="*/ 44 h 354"/>
                <a:gd name="T10" fmla="*/ 119 w 119"/>
                <a:gd name="T11" fmla="*/ 306 h 354"/>
                <a:gd name="T12" fmla="*/ 115 w 119"/>
                <a:gd name="T13" fmla="*/ 323 h 354"/>
                <a:gd name="T14" fmla="*/ 107 w 119"/>
                <a:gd name="T15" fmla="*/ 339 h 354"/>
                <a:gd name="T16" fmla="*/ 93 w 119"/>
                <a:gd name="T17" fmla="*/ 349 h 354"/>
                <a:gd name="T18" fmla="*/ 75 w 119"/>
                <a:gd name="T19" fmla="*/ 354 h 354"/>
                <a:gd name="T20" fmla="*/ 58 w 119"/>
                <a:gd name="T21" fmla="*/ 351 h 354"/>
                <a:gd name="T22" fmla="*/ 42 w 119"/>
                <a:gd name="T23" fmla="*/ 342 h 354"/>
                <a:gd name="T24" fmla="*/ 32 w 119"/>
                <a:gd name="T25" fmla="*/ 328 h 354"/>
                <a:gd name="T26" fmla="*/ 26 w 119"/>
                <a:gd name="T27" fmla="*/ 311 h 354"/>
                <a:gd name="T28" fmla="*/ 0 w 119"/>
                <a:gd name="T29" fmla="*/ 49 h 354"/>
                <a:gd name="T30" fmla="*/ 4 w 119"/>
                <a:gd name="T31" fmla="*/ 32 h 354"/>
                <a:gd name="T32" fmla="*/ 12 w 119"/>
                <a:gd name="T33" fmla="*/ 16 h 354"/>
                <a:gd name="T34" fmla="*/ 26 w 119"/>
                <a:gd name="T35" fmla="*/ 5 h 354"/>
                <a:gd name="T36" fmla="*/ 44 w 119"/>
                <a:gd name="T37" fmla="*/ 0 h 3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19" h="354">
                  <a:moveTo>
                    <a:pt x="44" y="0"/>
                  </a:moveTo>
                  <a:lnTo>
                    <a:pt x="63" y="4"/>
                  </a:lnTo>
                  <a:lnTo>
                    <a:pt x="77" y="12"/>
                  </a:lnTo>
                  <a:lnTo>
                    <a:pt x="87" y="26"/>
                  </a:lnTo>
                  <a:lnTo>
                    <a:pt x="93" y="44"/>
                  </a:lnTo>
                  <a:lnTo>
                    <a:pt x="119" y="306"/>
                  </a:lnTo>
                  <a:lnTo>
                    <a:pt x="115" y="323"/>
                  </a:lnTo>
                  <a:lnTo>
                    <a:pt x="107" y="339"/>
                  </a:lnTo>
                  <a:lnTo>
                    <a:pt x="93" y="349"/>
                  </a:lnTo>
                  <a:lnTo>
                    <a:pt x="75" y="354"/>
                  </a:lnTo>
                  <a:lnTo>
                    <a:pt x="58" y="351"/>
                  </a:lnTo>
                  <a:lnTo>
                    <a:pt x="42" y="342"/>
                  </a:lnTo>
                  <a:lnTo>
                    <a:pt x="32" y="328"/>
                  </a:lnTo>
                  <a:lnTo>
                    <a:pt x="26" y="311"/>
                  </a:lnTo>
                  <a:lnTo>
                    <a:pt x="0" y="49"/>
                  </a:lnTo>
                  <a:lnTo>
                    <a:pt x="4" y="32"/>
                  </a:lnTo>
                  <a:lnTo>
                    <a:pt x="12" y="16"/>
                  </a:lnTo>
                  <a:lnTo>
                    <a:pt x="26" y="5"/>
                  </a:lnTo>
                  <a:lnTo>
                    <a:pt x="44"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1" name="Freeform 18"/>
            <p:cNvSpPr>
              <a:spLocks/>
            </p:cNvSpPr>
            <p:nvPr userDrawn="1"/>
          </p:nvSpPr>
          <p:spPr bwMode="auto">
            <a:xfrm>
              <a:off x="6026821" y="4720394"/>
              <a:ext cx="104359" cy="420283"/>
            </a:xfrm>
            <a:custGeom>
              <a:avLst/>
              <a:gdLst>
                <a:gd name="T0" fmla="*/ 68 w 110"/>
                <a:gd name="T1" fmla="*/ 0 h 443"/>
                <a:gd name="T2" fmla="*/ 86 w 110"/>
                <a:gd name="T3" fmla="*/ 5 h 443"/>
                <a:gd name="T4" fmla="*/ 100 w 110"/>
                <a:gd name="T5" fmla="*/ 16 h 443"/>
                <a:gd name="T6" fmla="*/ 107 w 110"/>
                <a:gd name="T7" fmla="*/ 31 h 443"/>
                <a:gd name="T8" fmla="*/ 110 w 110"/>
                <a:gd name="T9" fmla="*/ 51 h 443"/>
                <a:gd name="T10" fmla="*/ 93 w 110"/>
                <a:gd name="T11" fmla="*/ 401 h 443"/>
                <a:gd name="T12" fmla="*/ 87 w 110"/>
                <a:gd name="T13" fmla="*/ 419 h 443"/>
                <a:gd name="T14" fmla="*/ 75 w 110"/>
                <a:gd name="T15" fmla="*/ 433 h 443"/>
                <a:gd name="T16" fmla="*/ 61 w 110"/>
                <a:gd name="T17" fmla="*/ 442 h 443"/>
                <a:gd name="T18" fmla="*/ 42 w 110"/>
                <a:gd name="T19" fmla="*/ 443 h 443"/>
                <a:gd name="T20" fmla="*/ 25 w 110"/>
                <a:gd name="T21" fmla="*/ 438 h 443"/>
                <a:gd name="T22" fmla="*/ 11 w 110"/>
                <a:gd name="T23" fmla="*/ 426 h 443"/>
                <a:gd name="T24" fmla="*/ 2 w 110"/>
                <a:gd name="T25" fmla="*/ 412 h 443"/>
                <a:gd name="T26" fmla="*/ 0 w 110"/>
                <a:gd name="T27" fmla="*/ 393 h 443"/>
                <a:gd name="T28" fmla="*/ 18 w 110"/>
                <a:gd name="T29" fmla="*/ 42 h 443"/>
                <a:gd name="T30" fmla="*/ 23 w 110"/>
                <a:gd name="T31" fmla="*/ 24 h 443"/>
                <a:gd name="T32" fmla="*/ 33 w 110"/>
                <a:gd name="T33" fmla="*/ 10 h 443"/>
                <a:gd name="T34" fmla="*/ 49 w 110"/>
                <a:gd name="T35" fmla="*/ 2 h 443"/>
                <a:gd name="T36" fmla="*/ 68 w 110"/>
                <a:gd name="T37" fmla="*/ 0 h 4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10" h="443">
                  <a:moveTo>
                    <a:pt x="68" y="0"/>
                  </a:moveTo>
                  <a:lnTo>
                    <a:pt x="86" y="5"/>
                  </a:lnTo>
                  <a:lnTo>
                    <a:pt x="100" y="16"/>
                  </a:lnTo>
                  <a:lnTo>
                    <a:pt x="107" y="31"/>
                  </a:lnTo>
                  <a:lnTo>
                    <a:pt x="110" y="51"/>
                  </a:lnTo>
                  <a:lnTo>
                    <a:pt x="93" y="401"/>
                  </a:lnTo>
                  <a:lnTo>
                    <a:pt x="87" y="419"/>
                  </a:lnTo>
                  <a:lnTo>
                    <a:pt x="75" y="433"/>
                  </a:lnTo>
                  <a:lnTo>
                    <a:pt x="61" y="442"/>
                  </a:lnTo>
                  <a:lnTo>
                    <a:pt x="42" y="443"/>
                  </a:lnTo>
                  <a:lnTo>
                    <a:pt x="25" y="438"/>
                  </a:lnTo>
                  <a:lnTo>
                    <a:pt x="11" y="426"/>
                  </a:lnTo>
                  <a:lnTo>
                    <a:pt x="2" y="412"/>
                  </a:lnTo>
                  <a:lnTo>
                    <a:pt x="0" y="393"/>
                  </a:lnTo>
                  <a:lnTo>
                    <a:pt x="18" y="42"/>
                  </a:lnTo>
                  <a:lnTo>
                    <a:pt x="23" y="24"/>
                  </a:lnTo>
                  <a:lnTo>
                    <a:pt x="33" y="10"/>
                  </a:lnTo>
                  <a:lnTo>
                    <a:pt x="49" y="2"/>
                  </a:lnTo>
                  <a:lnTo>
                    <a:pt x="68"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2" name="Freeform 19"/>
            <p:cNvSpPr>
              <a:spLocks/>
            </p:cNvSpPr>
            <p:nvPr userDrawn="1"/>
          </p:nvSpPr>
          <p:spPr bwMode="auto">
            <a:xfrm>
              <a:off x="6384489" y="4647343"/>
              <a:ext cx="162232" cy="497129"/>
            </a:xfrm>
            <a:custGeom>
              <a:avLst/>
              <a:gdLst>
                <a:gd name="T0" fmla="*/ 119 w 171"/>
                <a:gd name="T1" fmla="*/ 0 h 524"/>
                <a:gd name="T2" fmla="*/ 136 w 171"/>
                <a:gd name="T3" fmla="*/ 0 h 524"/>
                <a:gd name="T4" fmla="*/ 154 w 171"/>
                <a:gd name="T5" fmla="*/ 9 h 524"/>
                <a:gd name="T6" fmla="*/ 166 w 171"/>
                <a:gd name="T7" fmla="*/ 21 h 524"/>
                <a:gd name="T8" fmla="*/ 171 w 171"/>
                <a:gd name="T9" fmla="*/ 37 h 524"/>
                <a:gd name="T10" fmla="*/ 171 w 171"/>
                <a:gd name="T11" fmla="*/ 56 h 524"/>
                <a:gd name="T12" fmla="*/ 91 w 171"/>
                <a:gd name="T13" fmla="*/ 489 h 524"/>
                <a:gd name="T14" fmla="*/ 84 w 171"/>
                <a:gd name="T15" fmla="*/ 506 h 524"/>
                <a:gd name="T16" fmla="*/ 70 w 171"/>
                <a:gd name="T17" fmla="*/ 517 h 524"/>
                <a:gd name="T18" fmla="*/ 54 w 171"/>
                <a:gd name="T19" fmla="*/ 524 h 524"/>
                <a:gd name="T20" fmla="*/ 37 w 171"/>
                <a:gd name="T21" fmla="*/ 524 h 524"/>
                <a:gd name="T22" fmla="*/ 19 w 171"/>
                <a:gd name="T23" fmla="*/ 517 h 524"/>
                <a:gd name="T24" fmla="*/ 7 w 171"/>
                <a:gd name="T25" fmla="*/ 503 h 524"/>
                <a:gd name="T26" fmla="*/ 0 w 171"/>
                <a:gd name="T27" fmla="*/ 487 h 524"/>
                <a:gd name="T28" fmla="*/ 2 w 171"/>
                <a:gd name="T29" fmla="*/ 468 h 524"/>
                <a:gd name="T30" fmla="*/ 82 w 171"/>
                <a:gd name="T31" fmla="*/ 35 h 524"/>
                <a:gd name="T32" fmla="*/ 89 w 171"/>
                <a:gd name="T33" fmla="*/ 19 h 524"/>
                <a:gd name="T34" fmla="*/ 101 w 171"/>
                <a:gd name="T35" fmla="*/ 7 h 524"/>
                <a:gd name="T36" fmla="*/ 119 w 171"/>
                <a:gd name="T37" fmla="*/ 0 h 5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71" h="524">
                  <a:moveTo>
                    <a:pt x="119" y="0"/>
                  </a:moveTo>
                  <a:lnTo>
                    <a:pt x="136" y="0"/>
                  </a:lnTo>
                  <a:lnTo>
                    <a:pt x="154" y="9"/>
                  </a:lnTo>
                  <a:lnTo>
                    <a:pt x="166" y="21"/>
                  </a:lnTo>
                  <a:lnTo>
                    <a:pt x="171" y="37"/>
                  </a:lnTo>
                  <a:lnTo>
                    <a:pt x="171" y="56"/>
                  </a:lnTo>
                  <a:lnTo>
                    <a:pt x="91" y="489"/>
                  </a:lnTo>
                  <a:lnTo>
                    <a:pt x="84" y="506"/>
                  </a:lnTo>
                  <a:lnTo>
                    <a:pt x="70" y="517"/>
                  </a:lnTo>
                  <a:lnTo>
                    <a:pt x="54" y="524"/>
                  </a:lnTo>
                  <a:lnTo>
                    <a:pt x="37" y="524"/>
                  </a:lnTo>
                  <a:lnTo>
                    <a:pt x="19" y="517"/>
                  </a:lnTo>
                  <a:lnTo>
                    <a:pt x="7" y="503"/>
                  </a:lnTo>
                  <a:lnTo>
                    <a:pt x="0" y="487"/>
                  </a:lnTo>
                  <a:lnTo>
                    <a:pt x="2" y="468"/>
                  </a:lnTo>
                  <a:lnTo>
                    <a:pt x="82" y="35"/>
                  </a:lnTo>
                  <a:lnTo>
                    <a:pt x="89" y="19"/>
                  </a:lnTo>
                  <a:lnTo>
                    <a:pt x="101" y="7"/>
                  </a:lnTo>
                  <a:lnTo>
                    <a:pt x="119"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3" name="Freeform 20"/>
            <p:cNvSpPr>
              <a:spLocks/>
            </p:cNvSpPr>
            <p:nvPr userDrawn="1"/>
          </p:nvSpPr>
          <p:spPr bwMode="auto">
            <a:xfrm>
              <a:off x="6733618" y="4625522"/>
              <a:ext cx="241924" cy="568283"/>
            </a:xfrm>
            <a:custGeom>
              <a:avLst/>
              <a:gdLst>
                <a:gd name="T0" fmla="*/ 206 w 255"/>
                <a:gd name="T1" fmla="*/ 0 h 599"/>
                <a:gd name="T2" fmla="*/ 226 w 255"/>
                <a:gd name="T3" fmla="*/ 4 h 599"/>
                <a:gd name="T4" fmla="*/ 241 w 255"/>
                <a:gd name="T5" fmla="*/ 13 h 599"/>
                <a:gd name="T6" fmla="*/ 252 w 255"/>
                <a:gd name="T7" fmla="*/ 27 h 599"/>
                <a:gd name="T8" fmla="*/ 255 w 255"/>
                <a:gd name="T9" fmla="*/ 44 h 599"/>
                <a:gd name="T10" fmla="*/ 254 w 255"/>
                <a:gd name="T11" fmla="*/ 62 h 599"/>
                <a:gd name="T12" fmla="*/ 90 w 255"/>
                <a:gd name="T13" fmla="*/ 569 h 599"/>
                <a:gd name="T14" fmla="*/ 81 w 255"/>
                <a:gd name="T15" fmla="*/ 585 h 599"/>
                <a:gd name="T16" fmla="*/ 65 w 255"/>
                <a:gd name="T17" fmla="*/ 596 h 599"/>
                <a:gd name="T18" fmla="*/ 49 w 255"/>
                <a:gd name="T19" fmla="*/ 599 h 599"/>
                <a:gd name="T20" fmla="*/ 30 w 255"/>
                <a:gd name="T21" fmla="*/ 597 h 599"/>
                <a:gd name="T22" fmla="*/ 14 w 255"/>
                <a:gd name="T23" fmla="*/ 587 h 599"/>
                <a:gd name="T24" fmla="*/ 4 w 255"/>
                <a:gd name="T25" fmla="*/ 573 h 599"/>
                <a:gd name="T26" fmla="*/ 0 w 255"/>
                <a:gd name="T27" fmla="*/ 556 h 599"/>
                <a:gd name="T28" fmla="*/ 2 w 255"/>
                <a:gd name="T29" fmla="*/ 538 h 599"/>
                <a:gd name="T30" fmla="*/ 166 w 255"/>
                <a:gd name="T31" fmla="*/ 30 h 599"/>
                <a:gd name="T32" fmla="*/ 175 w 255"/>
                <a:gd name="T33" fmla="*/ 16 h 599"/>
                <a:gd name="T34" fmla="*/ 191 w 255"/>
                <a:gd name="T35" fmla="*/ 6 h 599"/>
                <a:gd name="T36" fmla="*/ 206 w 255"/>
                <a:gd name="T37" fmla="*/ 0 h 5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5" h="599">
                  <a:moveTo>
                    <a:pt x="206" y="0"/>
                  </a:moveTo>
                  <a:lnTo>
                    <a:pt x="226" y="4"/>
                  </a:lnTo>
                  <a:lnTo>
                    <a:pt x="241" y="13"/>
                  </a:lnTo>
                  <a:lnTo>
                    <a:pt x="252" y="27"/>
                  </a:lnTo>
                  <a:lnTo>
                    <a:pt x="255" y="44"/>
                  </a:lnTo>
                  <a:lnTo>
                    <a:pt x="254" y="62"/>
                  </a:lnTo>
                  <a:lnTo>
                    <a:pt x="90" y="569"/>
                  </a:lnTo>
                  <a:lnTo>
                    <a:pt x="81" y="585"/>
                  </a:lnTo>
                  <a:lnTo>
                    <a:pt x="65" y="596"/>
                  </a:lnTo>
                  <a:lnTo>
                    <a:pt x="49" y="599"/>
                  </a:lnTo>
                  <a:lnTo>
                    <a:pt x="30" y="597"/>
                  </a:lnTo>
                  <a:lnTo>
                    <a:pt x="14" y="587"/>
                  </a:lnTo>
                  <a:lnTo>
                    <a:pt x="4" y="573"/>
                  </a:lnTo>
                  <a:lnTo>
                    <a:pt x="0" y="556"/>
                  </a:lnTo>
                  <a:lnTo>
                    <a:pt x="2" y="538"/>
                  </a:lnTo>
                  <a:lnTo>
                    <a:pt x="166" y="30"/>
                  </a:lnTo>
                  <a:lnTo>
                    <a:pt x="175" y="16"/>
                  </a:lnTo>
                  <a:lnTo>
                    <a:pt x="191" y="6"/>
                  </a:lnTo>
                  <a:lnTo>
                    <a:pt x="206"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4" name="Freeform 21"/>
            <p:cNvSpPr>
              <a:spLocks/>
            </p:cNvSpPr>
            <p:nvPr userDrawn="1"/>
          </p:nvSpPr>
          <p:spPr bwMode="auto">
            <a:xfrm>
              <a:off x="7077055" y="4665368"/>
              <a:ext cx="333950" cy="621412"/>
            </a:xfrm>
            <a:custGeom>
              <a:avLst/>
              <a:gdLst>
                <a:gd name="T0" fmla="*/ 309 w 352"/>
                <a:gd name="T1" fmla="*/ 0 h 655"/>
                <a:gd name="T2" fmla="*/ 326 w 352"/>
                <a:gd name="T3" fmla="*/ 6 h 655"/>
                <a:gd name="T4" fmla="*/ 342 w 352"/>
                <a:gd name="T5" fmla="*/ 18 h 655"/>
                <a:gd name="T6" fmla="*/ 349 w 352"/>
                <a:gd name="T7" fmla="*/ 32 h 655"/>
                <a:gd name="T8" fmla="*/ 352 w 352"/>
                <a:gd name="T9" fmla="*/ 49 h 655"/>
                <a:gd name="T10" fmla="*/ 347 w 352"/>
                <a:gd name="T11" fmla="*/ 68 h 655"/>
                <a:gd name="T12" fmla="*/ 87 w 352"/>
                <a:gd name="T13" fmla="*/ 630 h 655"/>
                <a:gd name="T14" fmla="*/ 77 w 352"/>
                <a:gd name="T15" fmla="*/ 644 h 655"/>
                <a:gd name="T16" fmla="*/ 61 w 352"/>
                <a:gd name="T17" fmla="*/ 653 h 655"/>
                <a:gd name="T18" fmla="*/ 43 w 352"/>
                <a:gd name="T19" fmla="*/ 655 h 655"/>
                <a:gd name="T20" fmla="*/ 26 w 352"/>
                <a:gd name="T21" fmla="*/ 650 h 655"/>
                <a:gd name="T22" fmla="*/ 10 w 352"/>
                <a:gd name="T23" fmla="*/ 639 h 655"/>
                <a:gd name="T24" fmla="*/ 3 w 352"/>
                <a:gd name="T25" fmla="*/ 623 h 655"/>
                <a:gd name="T26" fmla="*/ 0 w 352"/>
                <a:gd name="T27" fmla="*/ 606 h 655"/>
                <a:gd name="T28" fmla="*/ 5 w 352"/>
                <a:gd name="T29" fmla="*/ 589 h 655"/>
                <a:gd name="T30" fmla="*/ 265 w 352"/>
                <a:gd name="T31" fmla="*/ 27 h 655"/>
                <a:gd name="T32" fmla="*/ 276 w 352"/>
                <a:gd name="T33" fmla="*/ 11 h 655"/>
                <a:gd name="T34" fmla="*/ 291 w 352"/>
                <a:gd name="T35" fmla="*/ 4 h 655"/>
                <a:gd name="T36" fmla="*/ 309 w 352"/>
                <a:gd name="T37" fmla="*/ 0 h 6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352" h="655">
                  <a:moveTo>
                    <a:pt x="309" y="0"/>
                  </a:moveTo>
                  <a:lnTo>
                    <a:pt x="326" y="6"/>
                  </a:lnTo>
                  <a:lnTo>
                    <a:pt x="342" y="18"/>
                  </a:lnTo>
                  <a:lnTo>
                    <a:pt x="349" y="32"/>
                  </a:lnTo>
                  <a:lnTo>
                    <a:pt x="352" y="49"/>
                  </a:lnTo>
                  <a:lnTo>
                    <a:pt x="347" y="68"/>
                  </a:lnTo>
                  <a:lnTo>
                    <a:pt x="87" y="630"/>
                  </a:lnTo>
                  <a:lnTo>
                    <a:pt x="77" y="644"/>
                  </a:lnTo>
                  <a:lnTo>
                    <a:pt x="61" y="653"/>
                  </a:lnTo>
                  <a:lnTo>
                    <a:pt x="43" y="655"/>
                  </a:lnTo>
                  <a:lnTo>
                    <a:pt x="26" y="650"/>
                  </a:lnTo>
                  <a:lnTo>
                    <a:pt x="10" y="639"/>
                  </a:lnTo>
                  <a:lnTo>
                    <a:pt x="3" y="623"/>
                  </a:lnTo>
                  <a:lnTo>
                    <a:pt x="0" y="606"/>
                  </a:lnTo>
                  <a:lnTo>
                    <a:pt x="5" y="589"/>
                  </a:lnTo>
                  <a:lnTo>
                    <a:pt x="265" y="27"/>
                  </a:lnTo>
                  <a:lnTo>
                    <a:pt x="276" y="11"/>
                  </a:lnTo>
                  <a:lnTo>
                    <a:pt x="291" y="4"/>
                  </a:lnTo>
                  <a:lnTo>
                    <a:pt x="309"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5" name="Freeform 22"/>
            <p:cNvSpPr>
              <a:spLocks/>
            </p:cNvSpPr>
            <p:nvPr userDrawn="1"/>
          </p:nvSpPr>
          <p:spPr bwMode="auto">
            <a:xfrm>
              <a:off x="7414800" y="4764984"/>
              <a:ext cx="430719" cy="659361"/>
            </a:xfrm>
            <a:custGeom>
              <a:avLst/>
              <a:gdLst>
                <a:gd name="T0" fmla="*/ 417 w 454"/>
                <a:gd name="T1" fmla="*/ 0 h 695"/>
                <a:gd name="T2" fmla="*/ 433 w 454"/>
                <a:gd name="T3" fmla="*/ 7 h 695"/>
                <a:gd name="T4" fmla="*/ 447 w 454"/>
                <a:gd name="T5" fmla="*/ 21 h 695"/>
                <a:gd name="T6" fmla="*/ 454 w 454"/>
                <a:gd name="T7" fmla="*/ 37 h 695"/>
                <a:gd name="T8" fmla="*/ 454 w 454"/>
                <a:gd name="T9" fmla="*/ 54 h 695"/>
                <a:gd name="T10" fmla="*/ 447 w 454"/>
                <a:gd name="T11" fmla="*/ 72 h 695"/>
                <a:gd name="T12" fmla="*/ 84 w 454"/>
                <a:gd name="T13" fmla="*/ 676 h 695"/>
                <a:gd name="T14" fmla="*/ 70 w 454"/>
                <a:gd name="T15" fmla="*/ 688 h 695"/>
                <a:gd name="T16" fmla="*/ 54 w 454"/>
                <a:gd name="T17" fmla="*/ 695 h 695"/>
                <a:gd name="T18" fmla="*/ 37 w 454"/>
                <a:gd name="T19" fmla="*/ 695 h 695"/>
                <a:gd name="T20" fmla="*/ 19 w 454"/>
                <a:gd name="T21" fmla="*/ 688 h 695"/>
                <a:gd name="T22" fmla="*/ 7 w 454"/>
                <a:gd name="T23" fmla="*/ 676 h 695"/>
                <a:gd name="T24" fmla="*/ 0 w 454"/>
                <a:gd name="T25" fmla="*/ 660 h 695"/>
                <a:gd name="T26" fmla="*/ 0 w 454"/>
                <a:gd name="T27" fmla="*/ 642 h 695"/>
                <a:gd name="T28" fmla="*/ 7 w 454"/>
                <a:gd name="T29" fmla="*/ 625 h 695"/>
                <a:gd name="T30" fmla="*/ 370 w 454"/>
                <a:gd name="T31" fmla="*/ 21 h 695"/>
                <a:gd name="T32" fmla="*/ 382 w 454"/>
                <a:gd name="T33" fmla="*/ 7 h 695"/>
                <a:gd name="T34" fmla="*/ 400 w 454"/>
                <a:gd name="T35" fmla="*/ 0 h 695"/>
                <a:gd name="T36" fmla="*/ 417 w 454"/>
                <a:gd name="T37" fmla="*/ 0 h 6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54" h="695">
                  <a:moveTo>
                    <a:pt x="417" y="0"/>
                  </a:moveTo>
                  <a:lnTo>
                    <a:pt x="433" y="7"/>
                  </a:lnTo>
                  <a:lnTo>
                    <a:pt x="447" y="21"/>
                  </a:lnTo>
                  <a:lnTo>
                    <a:pt x="454" y="37"/>
                  </a:lnTo>
                  <a:lnTo>
                    <a:pt x="454" y="54"/>
                  </a:lnTo>
                  <a:lnTo>
                    <a:pt x="447" y="72"/>
                  </a:lnTo>
                  <a:lnTo>
                    <a:pt x="84" y="676"/>
                  </a:lnTo>
                  <a:lnTo>
                    <a:pt x="70" y="688"/>
                  </a:lnTo>
                  <a:lnTo>
                    <a:pt x="54" y="695"/>
                  </a:lnTo>
                  <a:lnTo>
                    <a:pt x="37" y="695"/>
                  </a:lnTo>
                  <a:lnTo>
                    <a:pt x="19" y="688"/>
                  </a:lnTo>
                  <a:lnTo>
                    <a:pt x="7" y="676"/>
                  </a:lnTo>
                  <a:lnTo>
                    <a:pt x="0" y="660"/>
                  </a:lnTo>
                  <a:lnTo>
                    <a:pt x="0" y="642"/>
                  </a:lnTo>
                  <a:lnTo>
                    <a:pt x="7" y="625"/>
                  </a:lnTo>
                  <a:lnTo>
                    <a:pt x="370" y="21"/>
                  </a:lnTo>
                  <a:lnTo>
                    <a:pt x="382" y="7"/>
                  </a:lnTo>
                  <a:lnTo>
                    <a:pt x="400" y="0"/>
                  </a:lnTo>
                  <a:lnTo>
                    <a:pt x="417"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6" name="Freeform 23"/>
            <p:cNvSpPr>
              <a:spLocks/>
            </p:cNvSpPr>
            <p:nvPr userDrawn="1"/>
          </p:nvSpPr>
          <p:spPr bwMode="auto">
            <a:xfrm>
              <a:off x="7730724" y="4924369"/>
              <a:ext cx="543617" cy="680232"/>
            </a:xfrm>
            <a:custGeom>
              <a:avLst/>
              <a:gdLst>
                <a:gd name="T0" fmla="*/ 522 w 573"/>
                <a:gd name="T1" fmla="*/ 0 h 717"/>
                <a:gd name="T2" fmla="*/ 540 w 573"/>
                <a:gd name="T3" fmla="*/ 1 h 717"/>
                <a:gd name="T4" fmla="*/ 557 w 573"/>
                <a:gd name="T5" fmla="*/ 10 h 717"/>
                <a:gd name="T6" fmla="*/ 568 w 573"/>
                <a:gd name="T7" fmla="*/ 24 h 717"/>
                <a:gd name="T8" fmla="*/ 573 w 573"/>
                <a:gd name="T9" fmla="*/ 40 h 717"/>
                <a:gd name="T10" fmla="*/ 571 w 573"/>
                <a:gd name="T11" fmla="*/ 57 h 717"/>
                <a:gd name="T12" fmla="*/ 562 w 573"/>
                <a:gd name="T13" fmla="*/ 75 h 717"/>
                <a:gd name="T14" fmla="*/ 81 w 573"/>
                <a:gd name="T15" fmla="*/ 700 h 717"/>
                <a:gd name="T16" fmla="*/ 67 w 573"/>
                <a:gd name="T17" fmla="*/ 712 h 717"/>
                <a:gd name="T18" fmla="*/ 51 w 573"/>
                <a:gd name="T19" fmla="*/ 717 h 717"/>
                <a:gd name="T20" fmla="*/ 32 w 573"/>
                <a:gd name="T21" fmla="*/ 715 h 717"/>
                <a:gd name="T22" fmla="*/ 16 w 573"/>
                <a:gd name="T23" fmla="*/ 707 h 717"/>
                <a:gd name="T24" fmla="*/ 5 w 573"/>
                <a:gd name="T25" fmla="*/ 693 h 717"/>
                <a:gd name="T26" fmla="*/ 0 w 573"/>
                <a:gd name="T27" fmla="*/ 675 h 717"/>
                <a:gd name="T28" fmla="*/ 2 w 573"/>
                <a:gd name="T29" fmla="*/ 658 h 717"/>
                <a:gd name="T30" fmla="*/ 11 w 573"/>
                <a:gd name="T31" fmla="*/ 642 h 717"/>
                <a:gd name="T32" fmla="*/ 491 w 573"/>
                <a:gd name="T33" fmla="*/ 15 h 717"/>
                <a:gd name="T34" fmla="*/ 506 w 573"/>
                <a:gd name="T35" fmla="*/ 3 h 717"/>
                <a:gd name="T36" fmla="*/ 522 w 573"/>
                <a:gd name="T37" fmla="*/ 0 h 7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573" h="717">
                  <a:moveTo>
                    <a:pt x="522" y="0"/>
                  </a:moveTo>
                  <a:lnTo>
                    <a:pt x="540" y="1"/>
                  </a:lnTo>
                  <a:lnTo>
                    <a:pt x="557" y="10"/>
                  </a:lnTo>
                  <a:lnTo>
                    <a:pt x="568" y="24"/>
                  </a:lnTo>
                  <a:lnTo>
                    <a:pt x="573" y="40"/>
                  </a:lnTo>
                  <a:lnTo>
                    <a:pt x="571" y="57"/>
                  </a:lnTo>
                  <a:lnTo>
                    <a:pt x="562" y="75"/>
                  </a:lnTo>
                  <a:lnTo>
                    <a:pt x="81" y="700"/>
                  </a:lnTo>
                  <a:lnTo>
                    <a:pt x="67" y="712"/>
                  </a:lnTo>
                  <a:lnTo>
                    <a:pt x="51" y="717"/>
                  </a:lnTo>
                  <a:lnTo>
                    <a:pt x="32" y="715"/>
                  </a:lnTo>
                  <a:lnTo>
                    <a:pt x="16" y="707"/>
                  </a:lnTo>
                  <a:lnTo>
                    <a:pt x="5" y="693"/>
                  </a:lnTo>
                  <a:lnTo>
                    <a:pt x="0" y="675"/>
                  </a:lnTo>
                  <a:lnTo>
                    <a:pt x="2" y="658"/>
                  </a:lnTo>
                  <a:lnTo>
                    <a:pt x="11" y="642"/>
                  </a:lnTo>
                  <a:lnTo>
                    <a:pt x="491" y="15"/>
                  </a:lnTo>
                  <a:lnTo>
                    <a:pt x="506" y="3"/>
                  </a:lnTo>
                  <a:lnTo>
                    <a:pt x="522"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grpSp>
      <p:sp>
        <p:nvSpPr>
          <p:cNvPr id="2" name="Title 1"/>
          <p:cNvSpPr>
            <a:spLocks noGrp="1"/>
          </p:cNvSpPr>
          <p:nvPr>
            <p:ph type="ctrTitle" hasCustomPrompt="1"/>
          </p:nvPr>
        </p:nvSpPr>
        <p:spPr>
          <a:xfrm>
            <a:off x="496177" y="320634"/>
            <a:ext cx="6807148" cy="2543545"/>
          </a:xfrm>
        </p:spPr>
        <p:txBody>
          <a:bodyPr anchor="b"/>
          <a:lstStyle>
            <a:lvl1pPr>
              <a:lnSpc>
                <a:spcPct val="80000"/>
              </a:lnSpc>
              <a:defRPr sz="4400" baseline="0">
                <a:solidFill>
                  <a:schemeClr val="bg1"/>
                </a:solidFill>
                <a:latin typeface="Arial" panose="020B0604020202020204" pitchFamily="34" charset="0"/>
                <a:cs typeface="Arial" panose="020B0604020202020204" pitchFamily="34" charset="0"/>
              </a:defRPr>
            </a:lvl1pPr>
          </a:lstStyle>
          <a:p>
            <a:r>
              <a:rPr lang="en-US" dirty="0"/>
              <a:t>Click to edit master</a:t>
            </a:r>
          </a:p>
        </p:txBody>
      </p:sp>
      <p:sp>
        <p:nvSpPr>
          <p:cNvPr id="3" name="Subtitle 2"/>
          <p:cNvSpPr>
            <a:spLocks noGrp="1"/>
          </p:cNvSpPr>
          <p:nvPr>
            <p:ph type="subTitle" idx="1"/>
          </p:nvPr>
        </p:nvSpPr>
        <p:spPr>
          <a:xfrm>
            <a:off x="496176" y="2924299"/>
            <a:ext cx="6814614" cy="1752600"/>
          </a:xfrm>
        </p:spPr>
        <p:txBody>
          <a:bodyPr/>
          <a:lstStyle>
            <a:lvl1pPr marL="0" indent="0" algn="l">
              <a:buNone/>
              <a:defRPr baseline="0">
                <a:solidFill>
                  <a:schemeClr val="tx2"/>
                </a:solidFill>
                <a:latin typeface="Arial" panose="020B0604020202020204" pitchFamily="34" charset="0"/>
                <a:cs typeface="Arial" panose="020B0604020202020204" pitchFamily="34"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Tree>
    <p:extLst>
      <p:ext uri="{BB962C8B-B14F-4D97-AF65-F5344CB8AC3E}">
        <p14:creationId xmlns:p14="http://schemas.microsoft.com/office/powerpoint/2010/main" val="32161591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ection">
    <p:spTree>
      <p:nvGrpSpPr>
        <p:cNvPr id="1" name=""/>
        <p:cNvGrpSpPr/>
        <p:nvPr/>
      </p:nvGrpSpPr>
      <p:grpSpPr>
        <a:xfrm>
          <a:off x="0" y="0"/>
          <a:ext cx="0" cy="0"/>
          <a:chOff x="0" y="0"/>
          <a:chExt cx="0" cy="0"/>
        </a:xfrm>
      </p:grpSpPr>
      <p:sp>
        <p:nvSpPr>
          <p:cNvPr id="5" name="Rectangle 4"/>
          <p:cNvSpPr/>
          <p:nvPr userDrawn="1"/>
        </p:nvSpPr>
        <p:spPr>
          <a:xfrm>
            <a:off x="0" y="0"/>
            <a:ext cx="9144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6" name="Picture 5"/>
          <p:cNvPicPr>
            <a:picLocks noChangeAspect="1"/>
          </p:cNvPicPr>
          <p:nvPr userDrawn="1"/>
        </p:nvPicPr>
        <p:blipFill rotWithShape="1">
          <a:blip r:embed="rId2" cstate="print">
            <a:extLst>
              <a:ext uri="{28A0092B-C50C-407E-A947-70E740481C1C}">
                <a14:useLocalDpi xmlns:a14="http://schemas.microsoft.com/office/drawing/2010/main" val="0"/>
              </a:ext>
            </a:extLst>
          </a:blip>
          <a:srcRect t="67499" b="6701"/>
          <a:stretch/>
        </p:blipFill>
        <p:spPr>
          <a:xfrm flipV="1">
            <a:off x="0" y="1740436"/>
            <a:ext cx="9144000" cy="1502227"/>
          </a:xfrm>
          <a:prstGeom prst="rect">
            <a:avLst/>
          </a:prstGeom>
        </p:spPr>
      </p:pic>
      <p:pic>
        <p:nvPicPr>
          <p:cNvPr id="7" name="Picture 6"/>
          <p:cNvPicPr>
            <a:picLocks noChangeAspect="1"/>
          </p:cNvPicPr>
          <p:nvPr userDrawn="1"/>
        </p:nvPicPr>
        <p:blipFill rotWithShape="1">
          <a:blip r:embed="rId3">
            <a:extLst>
              <a:ext uri="{28A0092B-C50C-407E-A947-70E740481C1C}">
                <a14:useLocalDpi xmlns:a14="http://schemas.microsoft.com/office/drawing/2010/main" val="0"/>
              </a:ext>
            </a:extLst>
          </a:blip>
          <a:srcRect t="24620" b="16130"/>
          <a:stretch/>
        </p:blipFill>
        <p:spPr>
          <a:xfrm flipH="1">
            <a:off x="2766" y="3242663"/>
            <a:ext cx="9144000" cy="3615334"/>
          </a:xfrm>
          <a:prstGeom prst="rect">
            <a:avLst/>
          </a:prstGeom>
        </p:spPr>
      </p:pic>
      <p:sp>
        <p:nvSpPr>
          <p:cNvPr id="9" name="Rectangle 8"/>
          <p:cNvSpPr/>
          <p:nvPr userDrawn="1"/>
        </p:nvSpPr>
        <p:spPr>
          <a:xfrm>
            <a:off x="-3" y="0"/>
            <a:ext cx="9143999" cy="1740437"/>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p:cNvGrpSpPr/>
          <p:nvPr userDrawn="1"/>
        </p:nvGrpSpPr>
        <p:grpSpPr>
          <a:xfrm>
            <a:off x="496176" y="382676"/>
            <a:ext cx="3105481" cy="975083"/>
            <a:chOff x="2814452" y="4625522"/>
            <a:chExt cx="5459889" cy="1714337"/>
          </a:xfrm>
        </p:grpSpPr>
        <p:sp>
          <p:nvSpPr>
            <p:cNvPr id="11" name="Freeform 6"/>
            <p:cNvSpPr>
              <a:spLocks noEditPoints="1"/>
            </p:cNvSpPr>
            <p:nvPr userDrawn="1"/>
          </p:nvSpPr>
          <p:spPr bwMode="auto">
            <a:xfrm>
              <a:off x="2814452" y="5818063"/>
              <a:ext cx="523694" cy="508514"/>
            </a:xfrm>
            <a:custGeom>
              <a:avLst/>
              <a:gdLst>
                <a:gd name="T0" fmla="*/ 98 w 552"/>
                <a:gd name="T1" fmla="*/ 79 h 536"/>
                <a:gd name="T2" fmla="*/ 98 w 552"/>
                <a:gd name="T3" fmla="*/ 241 h 536"/>
                <a:gd name="T4" fmla="*/ 307 w 552"/>
                <a:gd name="T5" fmla="*/ 241 h 536"/>
                <a:gd name="T6" fmla="*/ 342 w 552"/>
                <a:gd name="T7" fmla="*/ 241 h 536"/>
                <a:gd name="T8" fmla="*/ 374 w 552"/>
                <a:gd name="T9" fmla="*/ 238 h 536"/>
                <a:gd name="T10" fmla="*/ 398 w 552"/>
                <a:gd name="T11" fmla="*/ 231 h 536"/>
                <a:gd name="T12" fmla="*/ 417 w 552"/>
                <a:gd name="T13" fmla="*/ 222 h 536"/>
                <a:gd name="T14" fmla="*/ 431 w 552"/>
                <a:gd name="T15" fmla="*/ 206 h 536"/>
                <a:gd name="T16" fmla="*/ 440 w 552"/>
                <a:gd name="T17" fmla="*/ 187 h 536"/>
                <a:gd name="T18" fmla="*/ 443 w 552"/>
                <a:gd name="T19" fmla="*/ 161 h 536"/>
                <a:gd name="T20" fmla="*/ 440 w 552"/>
                <a:gd name="T21" fmla="*/ 135 h 536"/>
                <a:gd name="T22" fmla="*/ 431 w 552"/>
                <a:gd name="T23" fmla="*/ 114 h 536"/>
                <a:gd name="T24" fmla="*/ 417 w 552"/>
                <a:gd name="T25" fmla="*/ 100 h 536"/>
                <a:gd name="T26" fmla="*/ 398 w 552"/>
                <a:gd name="T27" fmla="*/ 89 h 536"/>
                <a:gd name="T28" fmla="*/ 374 w 552"/>
                <a:gd name="T29" fmla="*/ 84 h 536"/>
                <a:gd name="T30" fmla="*/ 342 w 552"/>
                <a:gd name="T31" fmla="*/ 80 h 536"/>
                <a:gd name="T32" fmla="*/ 307 w 552"/>
                <a:gd name="T33" fmla="*/ 79 h 536"/>
                <a:gd name="T34" fmla="*/ 98 w 552"/>
                <a:gd name="T35" fmla="*/ 79 h 536"/>
                <a:gd name="T36" fmla="*/ 0 w 552"/>
                <a:gd name="T37" fmla="*/ 0 h 536"/>
                <a:gd name="T38" fmla="*/ 323 w 552"/>
                <a:gd name="T39" fmla="*/ 0 h 536"/>
                <a:gd name="T40" fmla="*/ 377 w 552"/>
                <a:gd name="T41" fmla="*/ 2 h 536"/>
                <a:gd name="T42" fmla="*/ 422 w 552"/>
                <a:gd name="T43" fmla="*/ 9 h 536"/>
                <a:gd name="T44" fmla="*/ 461 w 552"/>
                <a:gd name="T45" fmla="*/ 19 h 536"/>
                <a:gd name="T46" fmla="*/ 490 w 552"/>
                <a:gd name="T47" fmla="*/ 37 h 536"/>
                <a:gd name="T48" fmla="*/ 513 w 552"/>
                <a:gd name="T49" fmla="*/ 58 h 536"/>
                <a:gd name="T50" fmla="*/ 529 w 552"/>
                <a:gd name="T51" fmla="*/ 86 h 536"/>
                <a:gd name="T52" fmla="*/ 538 w 552"/>
                <a:gd name="T53" fmla="*/ 119 h 536"/>
                <a:gd name="T54" fmla="*/ 541 w 552"/>
                <a:gd name="T55" fmla="*/ 157 h 536"/>
                <a:gd name="T56" fmla="*/ 538 w 552"/>
                <a:gd name="T57" fmla="*/ 194 h 536"/>
                <a:gd name="T58" fmla="*/ 529 w 552"/>
                <a:gd name="T59" fmla="*/ 225 h 536"/>
                <a:gd name="T60" fmla="*/ 513 w 552"/>
                <a:gd name="T61" fmla="*/ 252 h 536"/>
                <a:gd name="T62" fmla="*/ 494 w 552"/>
                <a:gd name="T63" fmla="*/ 272 h 536"/>
                <a:gd name="T64" fmla="*/ 473 w 552"/>
                <a:gd name="T65" fmla="*/ 290 h 536"/>
                <a:gd name="T66" fmla="*/ 447 w 552"/>
                <a:gd name="T67" fmla="*/ 302 h 536"/>
                <a:gd name="T68" fmla="*/ 421 w 552"/>
                <a:gd name="T69" fmla="*/ 311 h 536"/>
                <a:gd name="T70" fmla="*/ 393 w 552"/>
                <a:gd name="T71" fmla="*/ 314 h 536"/>
                <a:gd name="T72" fmla="*/ 384 w 552"/>
                <a:gd name="T73" fmla="*/ 314 h 536"/>
                <a:gd name="T74" fmla="*/ 552 w 552"/>
                <a:gd name="T75" fmla="*/ 536 h 536"/>
                <a:gd name="T76" fmla="*/ 431 w 552"/>
                <a:gd name="T77" fmla="*/ 536 h 536"/>
                <a:gd name="T78" fmla="*/ 274 w 552"/>
                <a:gd name="T79" fmla="*/ 323 h 536"/>
                <a:gd name="T80" fmla="*/ 274 w 552"/>
                <a:gd name="T81" fmla="*/ 321 h 536"/>
                <a:gd name="T82" fmla="*/ 98 w 552"/>
                <a:gd name="T83" fmla="*/ 321 h 536"/>
                <a:gd name="T84" fmla="*/ 98 w 552"/>
                <a:gd name="T85" fmla="*/ 536 h 536"/>
                <a:gd name="T86" fmla="*/ 0 w 552"/>
                <a:gd name="T87" fmla="*/ 536 h 536"/>
                <a:gd name="T88" fmla="*/ 0 w 552"/>
                <a:gd name="T89"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552" h="536">
                  <a:moveTo>
                    <a:pt x="98" y="79"/>
                  </a:moveTo>
                  <a:lnTo>
                    <a:pt x="98" y="241"/>
                  </a:lnTo>
                  <a:lnTo>
                    <a:pt x="307" y="241"/>
                  </a:lnTo>
                  <a:lnTo>
                    <a:pt x="342" y="241"/>
                  </a:lnTo>
                  <a:lnTo>
                    <a:pt x="374" y="238"/>
                  </a:lnTo>
                  <a:lnTo>
                    <a:pt x="398" y="231"/>
                  </a:lnTo>
                  <a:lnTo>
                    <a:pt x="417" y="222"/>
                  </a:lnTo>
                  <a:lnTo>
                    <a:pt x="431" y="206"/>
                  </a:lnTo>
                  <a:lnTo>
                    <a:pt x="440" y="187"/>
                  </a:lnTo>
                  <a:lnTo>
                    <a:pt x="443" y="161"/>
                  </a:lnTo>
                  <a:lnTo>
                    <a:pt x="440" y="135"/>
                  </a:lnTo>
                  <a:lnTo>
                    <a:pt x="431" y="114"/>
                  </a:lnTo>
                  <a:lnTo>
                    <a:pt x="417" y="100"/>
                  </a:lnTo>
                  <a:lnTo>
                    <a:pt x="398" y="89"/>
                  </a:lnTo>
                  <a:lnTo>
                    <a:pt x="374" y="84"/>
                  </a:lnTo>
                  <a:lnTo>
                    <a:pt x="342" y="80"/>
                  </a:lnTo>
                  <a:lnTo>
                    <a:pt x="307" y="79"/>
                  </a:lnTo>
                  <a:lnTo>
                    <a:pt x="98" y="79"/>
                  </a:lnTo>
                  <a:close/>
                  <a:moveTo>
                    <a:pt x="0" y="0"/>
                  </a:moveTo>
                  <a:lnTo>
                    <a:pt x="323" y="0"/>
                  </a:lnTo>
                  <a:lnTo>
                    <a:pt x="377" y="2"/>
                  </a:lnTo>
                  <a:lnTo>
                    <a:pt x="422" y="9"/>
                  </a:lnTo>
                  <a:lnTo>
                    <a:pt x="461" y="19"/>
                  </a:lnTo>
                  <a:lnTo>
                    <a:pt x="490" y="37"/>
                  </a:lnTo>
                  <a:lnTo>
                    <a:pt x="513" y="58"/>
                  </a:lnTo>
                  <a:lnTo>
                    <a:pt x="529" y="86"/>
                  </a:lnTo>
                  <a:lnTo>
                    <a:pt x="538" y="119"/>
                  </a:lnTo>
                  <a:lnTo>
                    <a:pt x="541" y="157"/>
                  </a:lnTo>
                  <a:lnTo>
                    <a:pt x="538" y="194"/>
                  </a:lnTo>
                  <a:lnTo>
                    <a:pt x="529" y="225"/>
                  </a:lnTo>
                  <a:lnTo>
                    <a:pt x="513" y="252"/>
                  </a:lnTo>
                  <a:lnTo>
                    <a:pt x="494" y="272"/>
                  </a:lnTo>
                  <a:lnTo>
                    <a:pt x="473" y="290"/>
                  </a:lnTo>
                  <a:lnTo>
                    <a:pt x="447" y="302"/>
                  </a:lnTo>
                  <a:lnTo>
                    <a:pt x="421" y="311"/>
                  </a:lnTo>
                  <a:lnTo>
                    <a:pt x="393" y="314"/>
                  </a:lnTo>
                  <a:lnTo>
                    <a:pt x="384" y="314"/>
                  </a:lnTo>
                  <a:lnTo>
                    <a:pt x="552" y="536"/>
                  </a:lnTo>
                  <a:lnTo>
                    <a:pt x="431" y="536"/>
                  </a:lnTo>
                  <a:lnTo>
                    <a:pt x="274" y="323"/>
                  </a:lnTo>
                  <a:lnTo>
                    <a:pt x="274" y="321"/>
                  </a:lnTo>
                  <a:lnTo>
                    <a:pt x="98" y="321"/>
                  </a:lnTo>
                  <a:lnTo>
                    <a:pt x="98" y="536"/>
                  </a:lnTo>
                  <a:lnTo>
                    <a:pt x="0" y="536"/>
                  </a:lnTo>
                  <a:lnTo>
                    <a:pt x="0" y="0"/>
                  </a:lnTo>
                  <a:close/>
                </a:path>
              </a:pathLst>
            </a:custGeom>
            <a:solidFill>
              <a:schemeClr val="bg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2" name="Freeform 7"/>
            <p:cNvSpPr>
              <a:spLocks/>
            </p:cNvSpPr>
            <p:nvPr userDrawn="1"/>
          </p:nvSpPr>
          <p:spPr bwMode="auto">
            <a:xfrm>
              <a:off x="3467172" y="5818063"/>
              <a:ext cx="462976" cy="508514"/>
            </a:xfrm>
            <a:custGeom>
              <a:avLst/>
              <a:gdLst>
                <a:gd name="T0" fmla="*/ 0 w 488"/>
                <a:gd name="T1" fmla="*/ 0 h 536"/>
                <a:gd name="T2" fmla="*/ 440 w 488"/>
                <a:gd name="T3" fmla="*/ 0 h 536"/>
                <a:gd name="T4" fmla="*/ 455 w 488"/>
                <a:gd name="T5" fmla="*/ 2 h 536"/>
                <a:gd name="T6" fmla="*/ 467 w 488"/>
                <a:gd name="T7" fmla="*/ 12 h 536"/>
                <a:gd name="T8" fmla="*/ 476 w 488"/>
                <a:gd name="T9" fmla="*/ 25 h 536"/>
                <a:gd name="T10" fmla="*/ 480 w 488"/>
                <a:gd name="T11" fmla="*/ 40 h 536"/>
                <a:gd name="T12" fmla="*/ 476 w 488"/>
                <a:gd name="T13" fmla="*/ 56 h 536"/>
                <a:gd name="T14" fmla="*/ 467 w 488"/>
                <a:gd name="T15" fmla="*/ 70 h 536"/>
                <a:gd name="T16" fmla="*/ 455 w 488"/>
                <a:gd name="T17" fmla="*/ 79 h 536"/>
                <a:gd name="T18" fmla="*/ 440 w 488"/>
                <a:gd name="T19" fmla="*/ 82 h 536"/>
                <a:gd name="T20" fmla="*/ 97 w 488"/>
                <a:gd name="T21" fmla="*/ 82 h 536"/>
                <a:gd name="T22" fmla="*/ 97 w 488"/>
                <a:gd name="T23" fmla="*/ 218 h 536"/>
                <a:gd name="T24" fmla="*/ 354 w 488"/>
                <a:gd name="T25" fmla="*/ 218 h 536"/>
                <a:gd name="T26" fmla="*/ 370 w 488"/>
                <a:gd name="T27" fmla="*/ 222 h 536"/>
                <a:gd name="T28" fmla="*/ 384 w 488"/>
                <a:gd name="T29" fmla="*/ 231 h 536"/>
                <a:gd name="T30" fmla="*/ 392 w 488"/>
                <a:gd name="T31" fmla="*/ 243 h 536"/>
                <a:gd name="T32" fmla="*/ 396 w 488"/>
                <a:gd name="T33" fmla="*/ 259 h 536"/>
                <a:gd name="T34" fmla="*/ 392 w 488"/>
                <a:gd name="T35" fmla="*/ 276 h 536"/>
                <a:gd name="T36" fmla="*/ 384 w 488"/>
                <a:gd name="T37" fmla="*/ 288 h 536"/>
                <a:gd name="T38" fmla="*/ 370 w 488"/>
                <a:gd name="T39" fmla="*/ 297 h 536"/>
                <a:gd name="T40" fmla="*/ 354 w 488"/>
                <a:gd name="T41" fmla="*/ 300 h 536"/>
                <a:gd name="T42" fmla="*/ 97 w 488"/>
                <a:gd name="T43" fmla="*/ 300 h 536"/>
                <a:gd name="T44" fmla="*/ 97 w 488"/>
                <a:gd name="T45" fmla="*/ 454 h 536"/>
                <a:gd name="T46" fmla="*/ 448 w 488"/>
                <a:gd name="T47" fmla="*/ 454 h 536"/>
                <a:gd name="T48" fmla="*/ 464 w 488"/>
                <a:gd name="T49" fmla="*/ 457 h 536"/>
                <a:gd name="T50" fmla="*/ 478 w 488"/>
                <a:gd name="T51" fmla="*/ 466 h 536"/>
                <a:gd name="T52" fmla="*/ 487 w 488"/>
                <a:gd name="T53" fmla="*/ 478 h 536"/>
                <a:gd name="T54" fmla="*/ 488 w 488"/>
                <a:gd name="T55" fmla="*/ 494 h 536"/>
                <a:gd name="T56" fmla="*/ 487 w 488"/>
                <a:gd name="T57" fmla="*/ 512 h 536"/>
                <a:gd name="T58" fmla="*/ 478 w 488"/>
                <a:gd name="T59" fmla="*/ 524 h 536"/>
                <a:gd name="T60" fmla="*/ 464 w 488"/>
                <a:gd name="T61" fmla="*/ 533 h 536"/>
                <a:gd name="T62" fmla="*/ 448 w 488"/>
                <a:gd name="T63" fmla="*/ 536 h 536"/>
                <a:gd name="T64" fmla="*/ 0 w 488"/>
                <a:gd name="T65" fmla="*/ 536 h 536"/>
                <a:gd name="T66" fmla="*/ 0 w 488"/>
                <a:gd name="T67"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488" h="536">
                  <a:moveTo>
                    <a:pt x="0" y="0"/>
                  </a:moveTo>
                  <a:lnTo>
                    <a:pt x="440" y="0"/>
                  </a:lnTo>
                  <a:lnTo>
                    <a:pt x="455" y="2"/>
                  </a:lnTo>
                  <a:lnTo>
                    <a:pt x="467" y="12"/>
                  </a:lnTo>
                  <a:lnTo>
                    <a:pt x="476" y="25"/>
                  </a:lnTo>
                  <a:lnTo>
                    <a:pt x="480" y="40"/>
                  </a:lnTo>
                  <a:lnTo>
                    <a:pt x="476" y="56"/>
                  </a:lnTo>
                  <a:lnTo>
                    <a:pt x="467" y="70"/>
                  </a:lnTo>
                  <a:lnTo>
                    <a:pt x="455" y="79"/>
                  </a:lnTo>
                  <a:lnTo>
                    <a:pt x="440" y="82"/>
                  </a:lnTo>
                  <a:lnTo>
                    <a:pt x="97" y="82"/>
                  </a:lnTo>
                  <a:lnTo>
                    <a:pt x="97" y="218"/>
                  </a:lnTo>
                  <a:lnTo>
                    <a:pt x="354" y="218"/>
                  </a:lnTo>
                  <a:lnTo>
                    <a:pt x="370" y="222"/>
                  </a:lnTo>
                  <a:lnTo>
                    <a:pt x="384" y="231"/>
                  </a:lnTo>
                  <a:lnTo>
                    <a:pt x="392" y="243"/>
                  </a:lnTo>
                  <a:lnTo>
                    <a:pt x="396" y="259"/>
                  </a:lnTo>
                  <a:lnTo>
                    <a:pt x="392" y="276"/>
                  </a:lnTo>
                  <a:lnTo>
                    <a:pt x="384" y="288"/>
                  </a:lnTo>
                  <a:lnTo>
                    <a:pt x="370" y="297"/>
                  </a:lnTo>
                  <a:lnTo>
                    <a:pt x="354" y="300"/>
                  </a:lnTo>
                  <a:lnTo>
                    <a:pt x="97" y="300"/>
                  </a:lnTo>
                  <a:lnTo>
                    <a:pt x="97" y="454"/>
                  </a:lnTo>
                  <a:lnTo>
                    <a:pt x="448" y="454"/>
                  </a:lnTo>
                  <a:lnTo>
                    <a:pt x="464" y="457"/>
                  </a:lnTo>
                  <a:lnTo>
                    <a:pt x="478" y="466"/>
                  </a:lnTo>
                  <a:lnTo>
                    <a:pt x="487" y="478"/>
                  </a:lnTo>
                  <a:lnTo>
                    <a:pt x="488" y="494"/>
                  </a:lnTo>
                  <a:lnTo>
                    <a:pt x="487" y="512"/>
                  </a:lnTo>
                  <a:lnTo>
                    <a:pt x="478" y="524"/>
                  </a:lnTo>
                  <a:lnTo>
                    <a:pt x="464" y="533"/>
                  </a:lnTo>
                  <a:lnTo>
                    <a:pt x="448" y="536"/>
                  </a:lnTo>
                  <a:lnTo>
                    <a:pt x="0" y="536"/>
                  </a:lnTo>
                  <a:lnTo>
                    <a:pt x="0" y="0"/>
                  </a:lnTo>
                  <a:close/>
                </a:path>
              </a:pathLst>
            </a:custGeom>
            <a:solidFill>
              <a:schemeClr val="bg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3" name="Freeform 8"/>
            <p:cNvSpPr>
              <a:spLocks/>
            </p:cNvSpPr>
            <p:nvPr userDrawn="1"/>
          </p:nvSpPr>
          <p:spPr bwMode="auto">
            <a:xfrm>
              <a:off x="4041148" y="5818063"/>
              <a:ext cx="541720" cy="508514"/>
            </a:xfrm>
            <a:custGeom>
              <a:avLst/>
              <a:gdLst>
                <a:gd name="T0" fmla="*/ 48 w 571"/>
                <a:gd name="T1" fmla="*/ 0 h 536"/>
                <a:gd name="T2" fmla="*/ 65 w 571"/>
                <a:gd name="T3" fmla="*/ 4 h 536"/>
                <a:gd name="T4" fmla="*/ 79 w 571"/>
                <a:gd name="T5" fmla="*/ 12 h 536"/>
                <a:gd name="T6" fmla="*/ 89 w 571"/>
                <a:gd name="T7" fmla="*/ 26 h 536"/>
                <a:gd name="T8" fmla="*/ 280 w 571"/>
                <a:gd name="T9" fmla="*/ 431 h 536"/>
                <a:gd name="T10" fmla="*/ 285 w 571"/>
                <a:gd name="T11" fmla="*/ 440 h 536"/>
                <a:gd name="T12" fmla="*/ 484 w 571"/>
                <a:gd name="T13" fmla="*/ 26 h 536"/>
                <a:gd name="T14" fmla="*/ 494 w 571"/>
                <a:gd name="T15" fmla="*/ 12 h 536"/>
                <a:gd name="T16" fmla="*/ 508 w 571"/>
                <a:gd name="T17" fmla="*/ 2 h 536"/>
                <a:gd name="T18" fmla="*/ 526 w 571"/>
                <a:gd name="T19" fmla="*/ 0 h 536"/>
                <a:gd name="T20" fmla="*/ 541 w 571"/>
                <a:gd name="T21" fmla="*/ 2 h 536"/>
                <a:gd name="T22" fmla="*/ 554 w 571"/>
                <a:gd name="T23" fmla="*/ 9 h 536"/>
                <a:gd name="T24" fmla="*/ 564 w 571"/>
                <a:gd name="T25" fmla="*/ 21 h 536"/>
                <a:gd name="T26" fmla="*/ 571 w 571"/>
                <a:gd name="T27" fmla="*/ 35 h 536"/>
                <a:gd name="T28" fmla="*/ 571 w 571"/>
                <a:gd name="T29" fmla="*/ 51 h 536"/>
                <a:gd name="T30" fmla="*/ 568 w 571"/>
                <a:gd name="T31" fmla="*/ 67 h 536"/>
                <a:gd name="T32" fmla="*/ 337 w 571"/>
                <a:gd name="T33" fmla="*/ 536 h 536"/>
                <a:gd name="T34" fmla="*/ 233 w 571"/>
                <a:gd name="T35" fmla="*/ 536 h 536"/>
                <a:gd name="T36" fmla="*/ 6 w 571"/>
                <a:gd name="T37" fmla="*/ 67 h 536"/>
                <a:gd name="T38" fmla="*/ 0 w 571"/>
                <a:gd name="T39" fmla="*/ 51 h 536"/>
                <a:gd name="T40" fmla="*/ 2 w 571"/>
                <a:gd name="T41" fmla="*/ 35 h 536"/>
                <a:gd name="T42" fmla="*/ 7 w 571"/>
                <a:gd name="T43" fmla="*/ 21 h 536"/>
                <a:gd name="T44" fmla="*/ 18 w 571"/>
                <a:gd name="T45" fmla="*/ 9 h 536"/>
                <a:gd name="T46" fmla="*/ 32 w 571"/>
                <a:gd name="T47" fmla="*/ 2 h 536"/>
                <a:gd name="T48" fmla="*/ 48 w 571"/>
                <a:gd name="T49"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571" h="536">
                  <a:moveTo>
                    <a:pt x="48" y="0"/>
                  </a:moveTo>
                  <a:lnTo>
                    <a:pt x="65" y="4"/>
                  </a:lnTo>
                  <a:lnTo>
                    <a:pt x="79" y="12"/>
                  </a:lnTo>
                  <a:lnTo>
                    <a:pt x="89" y="26"/>
                  </a:lnTo>
                  <a:lnTo>
                    <a:pt x="280" y="431"/>
                  </a:lnTo>
                  <a:lnTo>
                    <a:pt x="285" y="440"/>
                  </a:lnTo>
                  <a:lnTo>
                    <a:pt x="484" y="26"/>
                  </a:lnTo>
                  <a:lnTo>
                    <a:pt x="494" y="12"/>
                  </a:lnTo>
                  <a:lnTo>
                    <a:pt x="508" y="2"/>
                  </a:lnTo>
                  <a:lnTo>
                    <a:pt x="526" y="0"/>
                  </a:lnTo>
                  <a:lnTo>
                    <a:pt x="541" y="2"/>
                  </a:lnTo>
                  <a:lnTo>
                    <a:pt x="554" y="9"/>
                  </a:lnTo>
                  <a:lnTo>
                    <a:pt x="564" y="21"/>
                  </a:lnTo>
                  <a:lnTo>
                    <a:pt x="571" y="35"/>
                  </a:lnTo>
                  <a:lnTo>
                    <a:pt x="571" y="51"/>
                  </a:lnTo>
                  <a:lnTo>
                    <a:pt x="568" y="67"/>
                  </a:lnTo>
                  <a:lnTo>
                    <a:pt x="337" y="536"/>
                  </a:lnTo>
                  <a:lnTo>
                    <a:pt x="233" y="536"/>
                  </a:lnTo>
                  <a:lnTo>
                    <a:pt x="6" y="67"/>
                  </a:lnTo>
                  <a:lnTo>
                    <a:pt x="0" y="51"/>
                  </a:lnTo>
                  <a:lnTo>
                    <a:pt x="2" y="35"/>
                  </a:lnTo>
                  <a:lnTo>
                    <a:pt x="7" y="21"/>
                  </a:lnTo>
                  <a:lnTo>
                    <a:pt x="18" y="9"/>
                  </a:lnTo>
                  <a:lnTo>
                    <a:pt x="32" y="2"/>
                  </a:lnTo>
                  <a:lnTo>
                    <a:pt x="48" y="0"/>
                  </a:lnTo>
                  <a:close/>
                </a:path>
              </a:pathLst>
            </a:custGeom>
            <a:solidFill>
              <a:schemeClr val="bg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4" name="Freeform 9"/>
            <p:cNvSpPr>
              <a:spLocks noEditPoints="1"/>
            </p:cNvSpPr>
            <p:nvPr userDrawn="1"/>
          </p:nvSpPr>
          <p:spPr bwMode="auto">
            <a:xfrm>
              <a:off x="4582868" y="5818063"/>
              <a:ext cx="608130" cy="508514"/>
            </a:xfrm>
            <a:custGeom>
              <a:avLst/>
              <a:gdLst>
                <a:gd name="T0" fmla="*/ 321 w 641"/>
                <a:gd name="T1" fmla="*/ 70 h 536"/>
                <a:gd name="T2" fmla="*/ 201 w 641"/>
                <a:gd name="T3" fmla="*/ 328 h 536"/>
                <a:gd name="T4" fmla="*/ 443 w 641"/>
                <a:gd name="T5" fmla="*/ 328 h 536"/>
                <a:gd name="T6" fmla="*/ 321 w 641"/>
                <a:gd name="T7" fmla="*/ 70 h 536"/>
                <a:gd name="T8" fmla="*/ 264 w 641"/>
                <a:gd name="T9" fmla="*/ 0 h 536"/>
                <a:gd name="T10" fmla="*/ 381 w 641"/>
                <a:gd name="T11" fmla="*/ 0 h 536"/>
                <a:gd name="T12" fmla="*/ 641 w 641"/>
                <a:gd name="T13" fmla="*/ 536 h 536"/>
                <a:gd name="T14" fmla="*/ 538 w 641"/>
                <a:gd name="T15" fmla="*/ 536 h 536"/>
                <a:gd name="T16" fmla="*/ 482 w 641"/>
                <a:gd name="T17" fmla="*/ 414 h 536"/>
                <a:gd name="T18" fmla="*/ 480 w 641"/>
                <a:gd name="T19" fmla="*/ 410 h 536"/>
                <a:gd name="T20" fmla="*/ 161 w 641"/>
                <a:gd name="T21" fmla="*/ 410 h 536"/>
                <a:gd name="T22" fmla="*/ 103 w 641"/>
                <a:gd name="T23" fmla="*/ 536 h 536"/>
                <a:gd name="T24" fmla="*/ 0 w 641"/>
                <a:gd name="T25" fmla="*/ 536 h 536"/>
                <a:gd name="T26" fmla="*/ 264 w 641"/>
                <a:gd name="T27"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641" h="536">
                  <a:moveTo>
                    <a:pt x="321" y="70"/>
                  </a:moveTo>
                  <a:lnTo>
                    <a:pt x="201" y="328"/>
                  </a:lnTo>
                  <a:lnTo>
                    <a:pt x="443" y="328"/>
                  </a:lnTo>
                  <a:lnTo>
                    <a:pt x="321" y="70"/>
                  </a:lnTo>
                  <a:close/>
                  <a:moveTo>
                    <a:pt x="264" y="0"/>
                  </a:moveTo>
                  <a:lnTo>
                    <a:pt x="381" y="0"/>
                  </a:lnTo>
                  <a:lnTo>
                    <a:pt x="641" y="536"/>
                  </a:lnTo>
                  <a:lnTo>
                    <a:pt x="538" y="536"/>
                  </a:lnTo>
                  <a:lnTo>
                    <a:pt x="482" y="414"/>
                  </a:lnTo>
                  <a:lnTo>
                    <a:pt x="480" y="410"/>
                  </a:lnTo>
                  <a:lnTo>
                    <a:pt x="161" y="410"/>
                  </a:lnTo>
                  <a:lnTo>
                    <a:pt x="103" y="536"/>
                  </a:lnTo>
                  <a:lnTo>
                    <a:pt x="0" y="536"/>
                  </a:lnTo>
                  <a:lnTo>
                    <a:pt x="264" y="0"/>
                  </a:lnTo>
                  <a:close/>
                </a:path>
              </a:pathLst>
            </a:custGeom>
            <a:solidFill>
              <a:schemeClr val="bg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5" name="Freeform 10"/>
            <p:cNvSpPr>
              <a:spLocks/>
            </p:cNvSpPr>
            <p:nvPr userDrawn="1"/>
          </p:nvSpPr>
          <p:spPr bwMode="auto">
            <a:xfrm>
              <a:off x="5169177" y="5818063"/>
              <a:ext cx="555002" cy="508514"/>
            </a:xfrm>
            <a:custGeom>
              <a:avLst/>
              <a:gdLst>
                <a:gd name="T0" fmla="*/ 42 w 585"/>
                <a:gd name="T1" fmla="*/ 0 h 536"/>
                <a:gd name="T2" fmla="*/ 545 w 585"/>
                <a:gd name="T3" fmla="*/ 0 h 536"/>
                <a:gd name="T4" fmla="*/ 560 w 585"/>
                <a:gd name="T5" fmla="*/ 2 h 536"/>
                <a:gd name="T6" fmla="*/ 574 w 585"/>
                <a:gd name="T7" fmla="*/ 12 h 536"/>
                <a:gd name="T8" fmla="*/ 583 w 585"/>
                <a:gd name="T9" fmla="*/ 25 h 536"/>
                <a:gd name="T10" fmla="*/ 585 w 585"/>
                <a:gd name="T11" fmla="*/ 40 h 536"/>
                <a:gd name="T12" fmla="*/ 583 w 585"/>
                <a:gd name="T13" fmla="*/ 56 h 536"/>
                <a:gd name="T14" fmla="*/ 574 w 585"/>
                <a:gd name="T15" fmla="*/ 70 h 536"/>
                <a:gd name="T16" fmla="*/ 560 w 585"/>
                <a:gd name="T17" fmla="*/ 79 h 536"/>
                <a:gd name="T18" fmla="*/ 545 w 585"/>
                <a:gd name="T19" fmla="*/ 82 h 536"/>
                <a:gd name="T20" fmla="*/ 342 w 585"/>
                <a:gd name="T21" fmla="*/ 82 h 536"/>
                <a:gd name="T22" fmla="*/ 342 w 585"/>
                <a:gd name="T23" fmla="*/ 536 h 536"/>
                <a:gd name="T24" fmla="*/ 244 w 585"/>
                <a:gd name="T25" fmla="*/ 536 h 536"/>
                <a:gd name="T26" fmla="*/ 244 w 585"/>
                <a:gd name="T27" fmla="*/ 82 h 536"/>
                <a:gd name="T28" fmla="*/ 42 w 585"/>
                <a:gd name="T29" fmla="*/ 82 h 536"/>
                <a:gd name="T30" fmla="*/ 26 w 585"/>
                <a:gd name="T31" fmla="*/ 79 h 536"/>
                <a:gd name="T32" fmla="*/ 12 w 585"/>
                <a:gd name="T33" fmla="*/ 70 h 536"/>
                <a:gd name="T34" fmla="*/ 4 w 585"/>
                <a:gd name="T35" fmla="*/ 56 h 536"/>
                <a:gd name="T36" fmla="*/ 0 w 585"/>
                <a:gd name="T37" fmla="*/ 40 h 536"/>
                <a:gd name="T38" fmla="*/ 4 w 585"/>
                <a:gd name="T39" fmla="*/ 25 h 536"/>
                <a:gd name="T40" fmla="*/ 12 w 585"/>
                <a:gd name="T41" fmla="*/ 12 h 536"/>
                <a:gd name="T42" fmla="*/ 26 w 585"/>
                <a:gd name="T43" fmla="*/ 2 h 536"/>
                <a:gd name="T44" fmla="*/ 42 w 585"/>
                <a:gd name="T45"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585" h="536">
                  <a:moveTo>
                    <a:pt x="42" y="0"/>
                  </a:moveTo>
                  <a:lnTo>
                    <a:pt x="545" y="0"/>
                  </a:lnTo>
                  <a:lnTo>
                    <a:pt x="560" y="2"/>
                  </a:lnTo>
                  <a:lnTo>
                    <a:pt x="574" y="12"/>
                  </a:lnTo>
                  <a:lnTo>
                    <a:pt x="583" y="25"/>
                  </a:lnTo>
                  <a:lnTo>
                    <a:pt x="585" y="40"/>
                  </a:lnTo>
                  <a:lnTo>
                    <a:pt x="583" y="56"/>
                  </a:lnTo>
                  <a:lnTo>
                    <a:pt x="574" y="70"/>
                  </a:lnTo>
                  <a:lnTo>
                    <a:pt x="560" y="79"/>
                  </a:lnTo>
                  <a:lnTo>
                    <a:pt x="545" y="82"/>
                  </a:lnTo>
                  <a:lnTo>
                    <a:pt x="342" y="82"/>
                  </a:lnTo>
                  <a:lnTo>
                    <a:pt x="342" y="536"/>
                  </a:lnTo>
                  <a:lnTo>
                    <a:pt x="244" y="536"/>
                  </a:lnTo>
                  <a:lnTo>
                    <a:pt x="244" y="82"/>
                  </a:lnTo>
                  <a:lnTo>
                    <a:pt x="42" y="82"/>
                  </a:lnTo>
                  <a:lnTo>
                    <a:pt x="26" y="79"/>
                  </a:lnTo>
                  <a:lnTo>
                    <a:pt x="12" y="70"/>
                  </a:lnTo>
                  <a:lnTo>
                    <a:pt x="4" y="56"/>
                  </a:lnTo>
                  <a:lnTo>
                    <a:pt x="0" y="40"/>
                  </a:lnTo>
                  <a:lnTo>
                    <a:pt x="4" y="25"/>
                  </a:lnTo>
                  <a:lnTo>
                    <a:pt x="12" y="12"/>
                  </a:lnTo>
                  <a:lnTo>
                    <a:pt x="26" y="2"/>
                  </a:lnTo>
                  <a:lnTo>
                    <a:pt x="42" y="0"/>
                  </a:lnTo>
                  <a:close/>
                </a:path>
              </a:pathLst>
            </a:custGeom>
            <a:solidFill>
              <a:schemeClr val="bg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6" name="Freeform 11"/>
            <p:cNvSpPr>
              <a:spLocks/>
            </p:cNvSpPr>
            <p:nvPr userDrawn="1"/>
          </p:nvSpPr>
          <p:spPr bwMode="auto">
            <a:xfrm>
              <a:off x="5831384" y="5818063"/>
              <a:ext cx="541720" cy="521796"/>
            </a:xfrm>
            <a:custGeom>
              <a:avLst/>
              <a:gdLst>
                <a:gd name="T0" fmla="*/ 49 w 571"/>
                <a:gd name="T1" fmla="*/ 0 h 550"/>
                <a:gd name="T2" fmla="*/ 68 w 571"/>
                <a:gd name="T3" fmla="*/ 4 h 550"/>
                <a:gd name="T4" fmla="*/ 84 w 571"/>
                <a:gd name="T5" fmla="*/ 14 h 550"/>
                <a:gd name="T6" fmla="*/ 94 w 571"/>
                <a:gd name="T7" fmla="*/ 30 h 550"/>
                <a:gd name="T8" fmla="*/ 98 w 571"/>
                <a:gd name="T9" fmla="*/ 49 h 550"/>
                <a:gd name="T10" fmla="*/ 98 w 571"/>
                <a:gd name="T11" fmla="*/ 299 h 550"/>
                <a:gd name="T12" fmla="*/ 98 w 571"/>
                <a:gd name="T13" fmla="*/ 320 h 550"/>
                <a:gd name="T14" fmla="*/ 101 w 571"/>
                <a:gd name="T15" fmla="*/ 342 h 550"/>
                <a:gd name="T16" fmla="*/ 105 w 571"/>
                <a:gd name="T17" fmla="*/ 363 h 550"/>
                <a:gd name="T18" fmla="*/ 112 w 571"/>
                <a:gd name="T19" fmla="*/ 384 h 550"/>
                <a:gd name="T20" fmla="*/ 122 w 571"/>
                <a:gd name="T21" fmla="*/ 403 h 550"/>
                <a:gd name="T22" fmla="*/ 136 w 571"/>
                <a:gd name="T23" fmla="*/ 421 h 550"/>
                <a:gd name="T24" fmla="*/ 156 w 571"/>
                <a:gd name="T25" fmla="*/ 437 h 550"/>
                <a:gd name="T26" fmla="*/ 180 w 571"/>
                <a:gd name="T27" fmla="*/ 449 h 550"/>
                <a:gd name="T28" fmla="*/ 208 w 571"/>
                <a:gd name="T29" fmla="*/ 459 h 550"/>
                <a:gd name="T30" fmla="*/ 245 w 571"/>
                <a:gd name="T31" fmla="*/ 464 h 550"/>
                <a:gd name="T32" fmla="*/ 286 w 571"/>
                <a:gd name="T33" fmla="*/ 466 h 550"/>
                <a:gd name="T34" fmla="*/ 328 w 571"/>
                <a:gd name="T35" fmla="*/ 464 h 550"/>
                <a:gd name="T36" fmla="*/ 363 w 571"/>
                <a:gd name="T37" fmla="*/ 459 h 550"/>
                <a:gd name="T38" fmla="*/ 391 w 571"/>
                <a:gd name="T39" fmla="*/ 449 h 550"/>
                <a:gd name="T40" fmla="*/ 416 w 571"/>
                <a:gd name="T41" fmla="*/ 437 h 550"/>
                <a:gd name="T42" fmla="*/ 435 w 571"/>
                <a:gd name="T43" fmla="*/ 421 h 550"/>
                <a:gd name="T44" fmla="*/ 449 w 571"/>
                <a:gd name="T45" fmla="*/ 403 h 550"/>
                <a:gd name="T46" fmla="*/ 459 w 571"/>
                <a:gd name="T47" fmla="*/ 384 h 550"/>
                <a:gd name="T48" fmla="*/ 466 w 571"/>
                <a:gd name="T49" fmla="*/ 363 h 550"/>
                <a:gd name="T50" fmla="*/ 470 w 571"/>
                <a:gd name="T51" fmla="*/ 342 h 550"/>
                <a:gd name="T52" fmla="*/ 473 w 571"/>
                <a:gd name="T53" fmla="*/ 320 h 550"/>
                <a:gd name="T54" fmla="*/ 473 w 571"/>
                <a:gd name="T55" fmla="*/ 299 h 550"/>
                <a:gd name="T56" fmla="*/ 473 w 571"/>
                <a:gd name="T57" fmla="*/ 49 h 550"/>
                <a:gd name="T58" fmla="*/ 477 w 571"/>
                <a:gd name="T59" fmla="*/ 30 h 550"/>
                <a:gd name="T60" fmla="*/ 487 w 571"/>
                <a:gd name="T61" fmla="*/ 14 h 550"/>
                <a:gd name="T62" fmla="*/ 503 w 571"/>
                <a:gd name="T63" fmla="*/ 4 h 550"/>
                <a:gd name="T64" fmla="*/ 522 w 571"/>
                <a:gd name="T65" fmla="*/ 0 h 550"/>
                <a:gd name="T66" fmla="*/ 541 w 571"/>
                <a:gd name="T67" fmla="*/ 4 h 550"/>
                <a:gd name="T68" fmla="*/ 557 w 571"/>
                <a:gd name="T69" fmla="*/ 14 h 550"/>
                <a:gd name="T70" fmla="*/ 567 w 571"/>
                <a:gd name="T71" fmla="*/ 30 h 550"/>
                <a:gd name="T72" fmla="*/ 571 w 571"/>
                <a:gd name="T73" fmla="*/ 49 h 550"/>
                <a:gd name="T74" fmla="*/ 571 w 571"/>
                <a:gd name="T75" fmla="*/ 306 h 550"/>
                <a:gd name="T76" fmla="*/ 567 w 571"/>
                <a:gd name="T77" fmla="*/ 358 h 550"/>
                <a:gd name="T78" fmla="*/ 557 w 571"/>
                <a:gd name="T79" fmla="*/ 402 h 550"/>
                <a:gd name="T80" fmla="*/ 540 w 571"/>
                <a:gd name="T81" fmla="*/ 442 h 550"/>
                <a:gd name="T82" fmla="*/ 513 w 571"/>
                <a:gd name="T83" fmla="*/ 475 h 550"/>
                <a:gd name="T84" fmla="*/ 482 w 571"/>
                <a:gd name="T85" fmla="*/ 501 h 550"/>
                <a:gd name="T86" fmla="*/ 444 w 571"/>
                <a:gd name="T87" fmla="*/ 522 h 550"/>
                <a:gd name="T88" fmla="*/ 398 w 571"/>
                <a:gd name="T89" fmla="*/ 538 h 550"/>
                <a:gd name="T90" fmla="*/ 346 w 571"/>
                <a:gd name="T91" fmla="*/ 547 h 550"/>
                <a:gd name="T92" fmla="*/ 286 w 571"/>
                <a:gd name="T93" fmla="*/ 550 h 550"/>
                <a:gd name="T94" fmla="*/ 225 w 571"/>
                <a:gd name="T95" fmla="*/ 547 h 550"/>
                <a:gd name="T96" fmla="*/ 173 w 571"/>
                <a:gd name="T97" fmla="*/ 538 h 550"/>
                <a:gd name="T98" fmla="*/ 128 w 571"/>
                <a:gd name="T99" fmla="*/ 522 h 550"/>
                <a:gd name="T100" fmla="*/ 89 w 571"/>
                <a:gd name="T101" fmla="*/ 501 h 550"/>
                <a:gd name="T102" fmla="*/ 58 w 571"/>
                <a:gd name="T103" fmla="*/ 475 h 550"/>
                <a:gd name="T104" fmla="*/ 32 w 571"/>
                <a:gd name="T105" fmla="*/ 442 h 550"/>
                <a:gd name="T106" fmla="*/ 14 w 571"/>
                <a:gd name="T107" fmla="*/ 402 h 550"/>
                <a:gd name="T108" fmla="*/ 4 w 571"/>
                <a:gd name="T109" fmla="*/ 358 h 550"/>
                <a:gd name="T110" fmla="*/ 0 w 571"/>
                <a:gd name="T111" fmla="*/ 306 h 550"/>
                <a:gd name="T112" fmla="*/ 0 w 571"/>
                <a:gd name="T113" fmla="*/ 49 h 550"/>
                <a:gd name="T114" fmla="*/ 4 w 571"/>
                <a:gd name="T115" fmla="*/ 30 h 550"/>
                <a:gd name="T116" fmla="*/ 14 w 571"/>
                <a:gd name="T117" fmla="*/ 14 h 550"/>
                <a:gd name="T118" fmla="*/ 30 w 571"/>
                <a:gd name="T119" fmla="*/ 4 h 550"/>
                <a:gd name="T120" fmla="*/ 49 w 571"/>
                <a:gd name="T121" fmla="*/ 0 h 5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571" h="550">
                  <a:moveTo>
                    <a:pt x="49" y="0"/>
                  </a:moveTo>
                  <a:lnTo>
                    <a:pt x="68" y="4"/>
                  </a:lnTo>
                  <a:lnTo>
                    <a:pt x="84" y="14"/>
                  </a:lnTo>
                  <a:lnTo>
                    <a:pt x="94" y="30"/>
                  </a:lnTo>
                  <a:lnTo>
                    <a:pt x="98" y="49"/>
                  </a:lnTo>
                  <a:lnTo>
                    <a:pt x="98" y="299"/>
                  </a:lnTo>
                  <a:lnTo>
                    <a:pt x="98" y="320"/>
                  </a:lnTo>
                  <a:lnTo>
                    <a:pt x="101" y="342"/>
                  </a:lnTo>
                  <a:lnTo>
                    <a:pt x="105" y="363"/>
                  </a:lnTo>
                  <a:lnTo>
                    <a:pt x="112" y="384"/>
                  </a:lnTo>
                  <a:lnTo>
                    <a:pt x="122" y="403"/>
                  </a:lnTo>
                  <a:lnTo>
                    <a:pt x="136" y="421"/>
                  </a:lnTo>
                  <a:lnTo>
                    <a:pt x="156" y="437"/>
                  </a:lnTo>
                  <a:lnTo>
                    <a:pt x="180" y="449"/>
                  </a:lnTo>
                  <a:lnTo>
                    <a:pt x="208" y="459"/>
                  </a:lnTo>
                  <a:lnTo>
                    <a:pt x="245" y="464"/>
                  </a:lnTo>
                  <a:lnTo>
                    <a:pt x="286" y="466"/>
                  </a:lnTo>
                  <a:lnTo>
                    <a:pt x="328" y="464"/>
                  </a:lnTo>
                  <a:lnTo>
                    <a:pt x="363" y="459"/>
                  </a:lnTo>
                  <a:lnTo>
                    <a:pt x="391" y="449"/>
                  </a:lnTo>
                  <a:lnTo>
                    <a:pt x="416" y="437"/>
                  </a:lnTo>
                  <a:lnTo>
                    <a:pt x="435" y="421"/>
                  </a:lnTo>
                  <a:lnTo>
                    <a:pt x="449" y="403"/>
                  </a:lnTo>
                  <a:lnTo>
                    <a:pt x="459" y="384"/>
                  </a:lnTo>
                  <a:lnTo>
                    <a:pt x="466" y="363"/>
                  </a:lnTo>
                  <a:lnTo>
                    <a:pt x="470" y="342"/>
                  </a:lnTo>
                  <a:lnTo>
                    <a:pt x="473" y="320"/>
                  </a:lnTo>
                  <a:lnTo>
                    <a:pt x="473" y="299"/>
                  </a:lnTo>
                  <a:lnTo>
                    <a:pt x="473" y="49"/>
                  </a:lnTo>
                  <a:lnTo>
                    <a:pt x="477" y="30"/>
                  </a:lnTo>
                  <a:lnTo>
                    <a:pt x="487" y="14"/>
                  </a:lnTo>
                  <a:lnTo>
                    <a:pt x="503" y="4"/>
                  </a:lnTo>
                  <a:lnTo>
                    <a:pt x="522" y="0"/>
                  </a:lnTo>
                  <a:lnTo>
                    <a:pt x="541" y="4"/>
                  </a:lnTo>
                  <a:lnTo>
                    <a:pt x="557" y="14"/>
                  </a:lnTo>
                  <a:lnTo>
                    <a:pt x="567" y="30"/>
                  </a:lnTo>
                  <a:lnTo>
                    <a:pt x="571" y="49"/>
                  </a:lnTo>
                  <a:lnTo>
                    <a:pt x="571" y="306"/>
                  </a:lnTo>
                  <a:lnTo>
                    <a:pt x="567" y="358"/>
                  </a:lnTo>
                  <a:lnTo>
                    <a:pt x="557" y="402"/>
                  </a:lnTo>
                  <a:lnTo>
                    <a:pt x="540" y="442"/>
                  </a:lnTo>
                  <a:lnTo>
                    <a:pt x="513" y="475"/>
                  </a:lnTo>
                  <a:lnTo>
                    <a:pt x="482" y="501"/>
                  </a:lnTo>
                  <a:lnTo>
                    <a:pt x="444" y="522"/>
                  </a:lnTo>
                  <a:lnTo>
                    <a:pt x="398" y="538"/>
                  </a:lnTo>
                  <a:lnTo>
                    <a:pt x="346" y="547"/>
                  </a:lnTo>
                  <a:lnTo>
                    <a:pt x="286" y="550"/>
                  </a:lnTo>
                  <a:lnTo>
                    <a:pt x="225" y="547"/>
                  </a:lnTo>
                  <a:lnTo>
                    <a:pt x="173" y="538"/>
                  </a:lnTo>
                  <a:lnTo>
                    <a:pt x="128" y="522"/>
                  </a:lnTo>
                  <a:lnTo>
                    <a:pt x="89" y="501"/>
                  </a:lnTo>
                  <a:lnTo>
                    <a:pt x="58" y="475"/>
                  </a:lnTo>
                  <a:lnTo>
                    <a:pt x="32" y="442"/>
                  </a:lnTo>
                  <a:lnTo>
                    <a:pt x="14" y="402"/>
                  </a:lnTo>
                  <a:lnTo>
                    <a:pt x="4" y="358"/>
                  </a:lnTo>
                  <a:lnTo>
                    <a:pt x="0" y="306"/>
                  </a:lnTo>
                  <a:lnTo>
                    <a:pt x="0" y="49"/>
                  </a:lnTo>
                  <a:lnTo>
                    <a:pt x="4" y="30"/>
                  </a:lnTo>
                  <a:lnTo>
                    <a:pt x="14" y="14"/>
                  </a:lnTo>
                  <a:lnTo>
                    <a:pt x="30" y="4"/>
                  </a:lnTo>
                  <a:lnTo>
                    <a:pt x="49" y="0"/>
                  </a:lnTo>
                  <a:close/>
                </a:path>
              </a:pathLst>
            </a:custGeom>
            <a:solidFill>
              <a:schemeClr val="bg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7" name="Freeform 12"/>
            <p:cNvSpPr>
              <a:spLocks noEditPoints="1"/>
            </p:cNvSpPr>
            <p:nvPr userDrawn="1"/>
          </p:nvSpPr>
          <p:spPr bwMode="auto">
            <a:xfrm>
              <a:off x="6530592" y="5818063"/>
              <a:ext cx="521796" cy="508514"/>
            </a:xfrm>
            <a:custGeom>
              <a:avLst/>
              <a:gdLst>
                <a:gd name="T0" fmla="*/ 96 w 550"/>
                <a:gd name="T1" fmla="*/ 79 h 536"/>
                <a:gd name="T2" fmla="*/ 96 w 550"/>
                <a:gd name="T3" fmla="*/ 241 h 536"/>
                <a:gd name="T4" fmla="*/ 307 w 550"/>
                <a:gd name="T5" fmla="*/ 241 h 536"/>
                <a:gd name="T6" fmla="*/ 342 w 550"/>
                <a:gd name="T7" fmla="*/ 241 h 536"/>
                <a:gd name="T8" fmla="*/ 372 w 550"/>
                <a:gd name="T9" fmla="*/ 238 h 536"/>
                <a:gd name="T10" fmla="*/ 398 w 550"/>
                <a:gd name="T11" fmla="*/ 231 h 536"/>
                <a:gd name="T12" fmla="*/ 417 w 550"/>
                <a:gd name="T13" fmla="*/ 222 h 536"/>
                <a:gd name="T14" fmla="*/ 431 w 550"/>
                <a:gd name="T15" fmla="*/ 206 h 536"/>
                <a:gd name="T16" fmla="*/ 440 w 550"/>
                <a:gd name="T17" fmla="*/ 187 h 536"/>
                <a:gd name="T18" fmla="*/ 443 w 550"/>
                <a:gd name="T19" fmla="*/ 161 h 536"/>
                <a:gd name="T20" fmla="*/ 440 w 550"/>
                <a:gd name="T21" fmla="*/ 135 h 536"/>
                <a:gd name="T22" fmla="*/ 431 w 550"/>
                <a:gd name="T23" fmla="*/ 114 h 536"/>
                <a:gd name="T24" fmla="*/ 417 w 550"/>
                <a:gd name="T25" fmla="*/ 100 h 536"/>
                <a:gd name="T26" fmla="*/ 398 w 550"/>
                <a:gd name="T27" fmla="*/ 89 h 536"/>
                <a:gd name="T28" fmla="*/ 372 w 550"/>
                <a:gd name="T29" fmla="*/ 84 h 536"/>
                <a:gd name="T30" fmla="*/ 342 w 550"/>
                <a:gd name="T31" fmla="*/ 80 h 536"/>
                <a:gd name="T32" fmla="*/ 307 w 550"/>
                <a:gd name="T33" fmla="*/ 79 h 536"/>
                <a:gd name="T34" fmla="*/ 96 w 550"/>
                <a:gd name="T35" fmla="*/ 79 h 536"/>
                <a:gd name="T36" fmla="*/ 0 w 550"/>
                <a:gd name="T37" fmla="*/ 0 h 536"/>
                <a:gd name="T38" fmla="*/ 323 w 550"/>
                <a:gd name="T39" fmla="*/ 0 h 536"/>
                <a:gd name="T40" fmla="*/ 377 w 550"/>
                <a:gd name="T41" fmla="*/ 2 h 536"/>
                <a:gd name="T42" fmla="*/ 422 w 550"/>
                <a:gd name="T43" fmla="*/ 9 h 536"/>
                <a:gd name="T44" fmla="*/ 459 w 550"/>
                <a:gd name="T45" fmla="*/ 19 h 536"/>
                <a:gd name="T46" fmla="*/ 489 w 550"/>
                <a:gd name="T47" fmla="*/ 37 h 536"/>
                <a:gd name="T48" fmla="*/ 511 w 550"/>
                <a:gd name="T49" fmla="*/ 58 h 536"/>
                <a:gd name="T50" fmla="*/ 527 w 550"/>
                <a:gd name="T51" fmla="*/ 86 h 536"/>
                <a:gd name="T52" fmla="*/ 537 w 550"/>
                <a:gd name="T53" fmla="*/ 119 h 536"/>
                <a:gd name="T54" fmla="*/ 539 w 550"/>
                <a:gd name="T55" fmla="*/ 157 h 536"/>
                <a:gd name="T56" fmla="*/ 537 w 550"/>
                <a:gd name="T57" fmla="*/ 194 h 536"/>
                <a:gd name="T58" fmla="*/ 527 w 550"/>
                <a:gd name="T59" fmla="*/ 225 h 536"/>
                <a:gd name="T60" fmla="*/ 513 w 550"/>
                <a:gd name="T61" fmla="*/ 252 h 536"/>
                <a:gd name="T62" fmla="*/ 494 w 550"/>
                <a:gd name="T63" fmla="*/ 272 h 536"/>
                <a:gd name="T64" fmla="*/ 471 w 550"/>
                <a:gd name="T65" fmla="*/ 290 h 536"/>
                <a:gd name="T66" fmla="*/ 447 w 550"/>
                <a:gd name="T67" fmla="*/ 302 h 536"/>
                <a:gd name="T68" fmla="*/ 419 w 550"/>
                <a:gd name="T69" fmla="*/ 311 h 536"/>
                <a:gd name="T70" fmla="*/ 393 w 550"/>
                <a:gd name="T71" fmla="*/ 314 h 536"/>
                <a:gd name="T72" fmla="*/ 384 w 550"/>
                <a:gd name="T73" fmla="*/ 314 h 536"/>
                <a:gd name="T74" fmla="*/ 550 w 550"/>
                <a:gd name="T75" fmla="*/ 536 h 536"/>
                <a:gd name="T76" fmla="*/ 431 w 550"/>
                <a:gd name="T77" fmla="*/ 536 h 536"/>
                <a:gd name="T78" fmla="*/ 274 w 550"/>
                <a:gd name="T79" fmla="*/ 323 h 536"/>
                <a:gd name="T80" fmla="*/ 272 w 550"/>
                <a:gd name="T81" fmla="*/ 321 h 536"/>
                <a:gd name="T82" fmla="*/ 96 w 550"/>
                <a:gd name="T83" fmla="*/ 321 h 536"/>
                <a:gd name="T84" fmla="*/ 96 w 550"/>
                <a:gd name="T85" fmla="*/ 536 h 536"/>
                <a:gd name="T86" fmla="*/ 0 w 550"/>
                <a:gd name="T87" fmla="*/ 536 h 536"/>
                <a:gd name="T88" fmla="*/ 0 w 550"/>
                <a:gd name="T89"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550" h="536">
                  <a:moveTo>
                    <a:pt x="96" y="79"/>
                  </a:moveTo>
                  <a:lnTo>
                    <a:pt x="96" y="241"/>
                  </a:lnTo>
                  <a:lnTo>
                    <a:pt x="307" y="241"/>
                  </a:lnTo>
                  <a:lnTo>
                    <a:pt x="342" y="241"/>
                  </a:lnTo>
                  <a:lnTo>
                    <a:pt x="372" y="238"/>
                  </a:lnTo>
                  <a:lnTo>
                    <a:pt x="398" y="231"/>
                  </a:lnTo>
                  <a:lnTo>
                    <a:pt x="417" y="222"/>
                  </a:lnTo>
                  <a:lnTo>
                    <a:pt x="431" y="206"/>
                  </a:lnTo>
                  <a:lnTo>
                    <a:pt x="440" y="187"/>
                  </a:lnTo>
                  <a:lnTo>
                    <a:pt x="443" y="161"/>
                  </a:lnTo>
                  <a:lnTo>
                    <a:pt x="440" y="135"/>
                  </a:lnTo>
                  <a:lnTo>
                    <a:pt x="431" y="114"/>
                  </a:lnTo>
                  <a:lnTo>
                    <a:pt x="417" y="100"/>
                  </a:lnTo>
                  <a:lnTo>
                    <a:pt x="398" y="89"/>
                  </a:lnTo>
                  <a:lnTo>
                    <a:pt x="372" y="84"/>
                  </a:lnTo>
                  <a:lnTo>
                    <a:pt x="342" y="80"/>
                  </a:lnTo>
                  <a:lnTo>
                    <a:pt x="307" y="79"/>
                  </a:lnTo>
                  <a:lnTo>
                    <a:pt x="96" y="79"/>
                  </a:lnTo>
                  <a:close/>
                  <a:moveTo>
                    <a:pt x="0" y="0"/>
                  </a:moveTo>
                  <a:lnTo>
                    <a:pt x="323" y="0"/>
                  </a:lnTo>
                  <a:lnTo>
                    <a:pt x="377" y="2"/>
                  </a:lnTo>
                  <a:lnTo>
                    <a:pt x="422" y="9"/>
                  </a:lnTo>
                  <a:lnTo>
                    <a:pt x="459" y="19"/>
                  </a:lnTo>
                  <a:lnTo>
                    <a:pt x="489" y="37"/>
                  </a:lnTo>
                  <a:lnTo>
                    <a:pt x="511" y="58"/>
                  </a:lnTo>
                  <a:lnTo>
                    <a:pt x="527" y="86"/>
                  </a:lnTo>
                  <a:lnTo>
                    <a:pt x="537" y="119"/>
                  </a:lnTo>
                  <a:lnTo>
                    <a:pt x="539" y="157"/>
                  </a:lnTo>
                  <a:lnTo>
                    <a:pt x="537" y="194"/>
                  </a:lnTo>
                  <a:lnTo>
                    <a:pt x="527" y="225"/>
                  </a:lnTo>
                  <a:lnTo>
                    <a:pt x="513" y="252"/>
                  </a:lnTo>
                  <a:lnTo>
                    <a:pt x="494" y="272"/>
                  </a:lnTo>
                  <a:lnTo>
                    <a:pt x="471" y="290"/>
                  </a:lnTo>
                  <a:lnTo>
                    <a:pt x="447" y="302"/>
                  </a:lnTo>
                  <a:lnTo>
                    <a:pt x="419" y="311"/>
                  </a:lnTo>
                  <a:lnTo>
                    <a:pt x="393" y="314"/>
                  </a:lnTo>
                  <a:lnTo>
                    <a:pt x="384" y="314"/>
                  </a:lnTo>
                  <a:lnTo>
                    <a:pt x="550" y="536"/>
                  </a:lnTo>
                  <a:lnTo>
                    <a:pt x="431" y="536"/>
                  </a:lnTo>
                  <a:lnTo>
                    <a:pt x="274" y="323"/>
                  </a:lnTo>
                  <a:lnTo>
                    <a:pt x="272" y="321"/>
                  </a:lnTo>
                  <a:lnTo>
                    <a:pt x="96" y="321"/>
                  </a:lnTo>
                  <a:lnTo>
                    <a:pt x="96" y="536"/>
                  </a:lnTo>
                  <a:lnTo>
                    <a:pt x="0" y="536"/>
                  </a:lnTo>
                  <a:lnTo>
                    <a:pt x="0" y="0"/>
                  </a:lnTo>
                  <a:close/>
                </a:path>
              </a:pathLst>
            </a:custGeom>
            <a:solidFill>
              <a:schemeClr val="bg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8" name="Freeform 13"/>
            <p:cNvSpPr>
              <a:spLocks/>
            </p:cNvSpPr>
            <p:nvPr userDrawn="1"/>
          </p:nvSpPr>
          <p:spPr bwMode="auto">
            <a:xfrm>
              <a:off x="7183312" y="5818063"/>
              <a:ext cx="462976" cy="508514"/>
            </a:xfrm>
            <a:custGeom>
              <a:avLst/>
              <a:gdLst>
                <a:gd name="T0" fmla="*/ 0 w 488"/>
                <a:gd name="T1" fmla="*/ 0 h 536"/>
                <a:gd name="T2" fmla="*/ 438 w 488"/>
                <a:gd name="T3" fmla="*/ 0 h 536"/>
                <a:gd name="T4" fmla="*/ 453 w 488"/>
                <a:gd name="T5" fmla="*/ 2 h 536"/>
                <a:gd name="T6" fmla="*/ 467 w 488"/>
                <a:gd name="T7" fmla="*/ 12 h 536"/>
                <a:gd name="T8" fmla="*/ 476 w 488"/>
                <a:gd name="T9" fmla="*/ 25 h 536"/>
                <a:gd name="T10" fmla="*/ 480 w 488"/>
                <a:gd name="T11" fmla="*/ 40 h 536"/>
                <a:gd name="T12" fmla="*/ 476 w 488"/>
                <a:gd name="T13" fmla="*/ 56 h 536"/>
                <a:gd name="T14" fmla="*/ 467 w 488"/>
                <a:gd name="T15" fmla="*/ 70 h 536"/>
                <a:gd name="T16" fmla="*/ 453 w 488"/>
                <a:gd name="T17" fmla="*/ 79 h 536"/>
                <a:gd name="T18" fmla="*/ 438 w 488"/>
                <a:gd name="T19" fmla="*/ 82 h 536"/>
                <a:gd name="T20" fmla="*/ 97 w 488"/>
                <a:gd name="T21" fmla="*/ 82 h 536"/>
                <a:gd name="T22" fmla="*/ 97 w 488"/>
                <a:gd name="T23" fmla="*/ 218 h 536"/>
                <a:gd name="T24" fmla="*/ 333 w 488"/>
                <a:gd name="T25" fmla="*/ 218 h 536"/>
                <a:gd name="T26" fmla="*/ 349 w 488"/>
                <a:gd name="T27" fmla="*/ 222 h 536"/>
                <a:gd name="T28" fmla="*/ 361 w 488"/>
                <a:gd name="T29" fmla="*/ 231 h 536"/>
                <a:gd name="T30" fmla="*/ 370 w 488"/>
                <a:gd name="T31" fmla="*/ 243 h 536"/>
                <a:gd name="T32" fmla="*/ 373 w 488"/>
                <a:gd name="T33" fmla="*/ 259 h 536"/>
                <a:gd name="T34" fmla="*/ 370 w 488"/>
                <a:gd name="T35" fmla="*/ 276 h 536"/>
                <a:gd name="T36" fmla="*/ 361 w 488"/>
                <a:gd name="T37" fmla="*/ 288 h 536"/>
                <a:gd name="T38" fmla="*/ 349 w 488"/>
                <a:gd name="T39" fmla="*/ 297 h 536"/>
                <a:gd name="T40" fmla="*/ 333 w 488"/>
                <a:gd name="T41" fmla="*/ 300 h 536"/>
                <a:gd name="T42" fmla="*/ 97 w 488"/>
                <a:gd name="T43" fmla="*/ 300 h 536"/>
                <a:gd name="T44" fmla="*/ 97 w 488"/>
                <a:gd name="T45" fmla="*/ 454 h 536"/>
                <a:gd name="T46" fmla="*/ 446 w 488"/>
                <a:gd name="T47" fmla="*/ 454 h 536"/>
                <a:gd name="T48" fmla="*/ 464 w 488"/>
                <a:gd name="T49" fmla="*/ 457 h 536"/>
                <a:gd name="T50" fmla="*/ 476 w 488"/>
                <a:gd name="T51" fmla="*/ 466 h 536"/>
                <a:gd name="T52" fmla="*/ 485 w 488"/>
                <a:gd name="T53" fmla="*/ 478 h 536"/>
                <a:gd name="T54" fmla="*/ 488 w 488"/>
                <a:gd name="T55" fmla="*/ 494 h 536"/>
                <a:gd name="T56" fmla="*/ 485 w 488"/>
                <a:gd name="T57" fmla="*/ 512 h 536"/>
                <a:gd name="T58" fmla="*/ 476 w 488"/>
                <a:gd name="T59" fmla="*/ 524 h 536"/>
                <a:gd name="T60" fmla="*/ 464 w 488"/>
                <a:gd name="T61" fmla="*/ 533 h 536"/>
                <a:gd name="T62" fmla="*/ 446 w 488"/>
                <a:gd name="T63" fmla="*/ 536 h 536"/>
                <a:gd name="T64" fmla="*/ 0 w 488"/>
                <a:gd name="T65" fmla="*/ 536 h 536"/>
                <a:gd name="T66" fmla="*/ 0 w 488"/>
                <a:gd name="T67"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488" h="536">
                  <a:moveTo>
                    <a:pt x="0" y="0"/>
                  </a:moveTo>
                  <a:lnTo>
                    <a:pt x="438" y="0"/>
                  </a:lnTo>
                  <a:lnTo>
                    <a:pt x="453" y="2"/>
                  </a:lnTo>
                  <a:lnTo>
                    <a:pt x="467" y="12"/>
                  </a:lnTo>
                  <a:lnTo>
                    <a:pt x="476" y="25"/>
                  </a:lnTo>
                  <a:lnTo>
                    <a:pt x="480" y="40"/>
                  </a:lnTo>
                  <a:lnTo>
                    <a:pt x="476" y="56"/>
                  </a:lnTo>
                  <a:lnTo>
                    <a:pt x="467" y="70"/>
                  </a:lnTo>
                  <a:lnTo>
                    <a:pt x="453" y="79"/>
                  </a:lnTo>
                  <a:lnTo>
                    <a:pt x="438" y="82"/>
                  </a:lnTo>
                  <a:lnTo>
                    <a:pt x="97" y="82"/>
                  </a:lnTo>
                  <a:lnTo>
                    <a:pt x="97" y="218"/>
                  </a:lnTo>
                  <a:lnTo>
                    <a:pt x="333" y="218"/>
                  </a:lnTo>
                  <a:lnTo>
                    <a:pt x="349" y="222"/>
                  </a:lnTo>
                  <a:lnTo>
                    <a:pt x="361" y="231"/>
                  </a:lnTo>
                  <a:lnTo>
                    <a:pt x="370" y="243"/>
                  </a:lnTo>
                  <a:lnTo>
                    <a:pt x="373" y="259"/>
                  </a:lnTo>
                  <a:lnTo>
                    <a:pt x="370" y="276"/>
                  </a:lnTo>
                  <a:lnTo>
                    <a:pt x="361" y="288"/>
                  </a:lnTo>
                  <a:lnTo>
                    <a:pt x="349" y="297"/>
                  </a:lnTo>
                  <a:lnTo>
                    <a:pt x="333" y="300"/>
                  </a:lnTo>
                  <a:lnTo>
                    <a:pt x="97" y="300"/>
                  </a:lnTo>
                  <a:lnTo>
                    <a:pt x="97" y="454"/>
                  </a:lnTo>
                  <a:lnTo>
                    <a:pt x="446" y="454"/>
                  </a:lnTo>
                  <a:lnTo>
                    <a:pt x="464" y="457"/>
                  </a:lnTo>
                  <a:lnTo>
                    <a:pt x="476" y="466"/>
                  </a:lnTo>
                  <a:lnTo>
                    <a:pt x="485" y="478"/>
                  </a:lnTo>
                  <a:lnTo>
                    <a:pt x="488" y="494"/>
                  </a:lnTo>
                  <a:lnTo>
                    <a:pt x="485" y="512"/>
                  </a:lnTo>
                  <a:lnTo>
                    <a:pt x="476" y="524"/>
                  </a:lnTo>
                  <a:lnTo>
                    <a:pt x="464" y="533"/>
                  </a:lnTo>
                  <a:lnTo>
                    <a:pt x="446" y="536"/>
                  </a:lnTo>
                  <a:lnTo>
                    <a:pt x="0" y="536"/>
                  </a:lnTo>
                  <a:lnTo>
                    <a:pt x="0" y="0"/>
                  </a:lnTo>
                  <a:close/>
                </a:path>
              </a:pathLst>
            </a:custGeom>
            <a:solidFill>
              <a:schemeClr val="bg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9" name="Freeform 14"/>
            <p:cNvSpPr>
              <a:spLocks/>
            </p:cNvSpPr>
            <p:nvPr userDrawn="1"/>
          </p:nvSpPr>
          <p:spPr bwMode="auto">
            <a:xfrm>
              <a:off x="4647381" y="5515421"/>
              <a:ext cx="91077" cy="87282"/>
            </a:xfrm>
            <a:custGeom>
              <a:avLst/>
              <a:gdLst>
                <a:gd name="T0" fmla="*/ 51 w 96"/>
                <a:gd name="T1" fmla="*/ 0 h 92"/>
                <a:gd name="T2" fmla="*/ 53 w 96"/>
                <a:gd name="T3" fmla="*/ 0 h 92"/>
                <a:gd name="T4" fmla="*/ 70 w 96"/>
                <a:gd name="T5" fmla="*/ 5 h 92"/>
                <a:gd name="T6" fmla="*/ 84 w 96"/>
                <a:gd name="T7" fmla="*/ 15 h 92"/>
                <a:gd name="T8" fmla="*/ 93 w 96"/>
                <a:gd name="T9" fmla="*/ 31 h 92"/>
                <a:gd name="T10" fmla="*/ 96 w 96"/>
                <a:gd name="T11" fmla="*/ 49 h 92"/>
                <a:gd name="T12" fmla="*/ 91 w 96"/>
                <a:gd name="T13" fmla="*/ 66 h 92"/>
                <a:gd name="T14" fmla="*/ 81 w 96"/>
                <a:gd name="T15" fmla="*/ 80 h 92"/>
                <a:gd name="T16" fmla="*/ 65 w 96"/>
                <a:gd name="T17" fmla="*/ 91 h 92"/>
                <a:gd name="T18" fmla="*/ 47 w 96"/>
                <a:gd name="T19" fmla="*/ 92 h 92"/>
                <a:gd name="T20" fmla="*/ 44 w 96"/>
                <a:gd name="T21" fmla="*/ 92 h 92"/>
                <a:gd name="T22" fmla="*/ 26 w 96"/>
                <a:gd name="T23" fmla="*/ 87 h 92"/>
                <a:gd name="T24" fmla="*/ 12 w 96"/>
                <a:gd name="T25" fmla="*/ 77 h 92"/>
                <a:gd name="T26" fmla="*/ 4 w 96"/>
                <a:gd name="T27" fmla="*/ 61 h 92"/>
                <a:gd name="T28" fmla="*/ 0 w 96"/>
                <a:gd name="T29" fmla="*/ 43 h 92"/>
                <a:gd name="T30" fmla="*/ 5 w 96"/>
                <a:gd name="T31" fmla="*/ 26 h 92"/>
                <a:gd name="T32" fmla="*/ 16 w 96"/>
                <a:gd name="T33" fmla="*/ 12 h 92"/>
                <a:gd name="T34" fmla="*/ 32 w 96"/>
                <a:gd name="T35" fmla="*/ 2 h 92"/>
                <a:gd name="T36" fmla="*/ 51 w 96"/>
                <a:gd name="T37" fmla="*/ 0 h 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96" h="92">
                  <a:moveTo>
                    <a:pt x="51" y="0"/>
                  </a:moveTo>
                  <a:lnTo>
                    <a:pt x="53" y="0"/>
                  </a:lnTo>
                  <a:lnTo>
                    <a:pt x="70" y="5"/>
                  </a:lnTo>
                  <a:lnTo>
                    <a:pt x="84" y="15"/>
                  </a:lnTo>
                  <a:lnTo>
                    <a:pt x="93" y="31"/>
                  </a:lnTo>
                  <a:lnTo>
                    <a:pt x="96" y="49"/>
                  </a:lnTo>
                  <a:lnTo>
                    <a:pt x="91" y="66"/>
                  </a:lnTo>
                  <a:lnTo>
                    <a:pt x="81" y="80"/>
                  </a:lnTo>
                  <a:lnTo>
                    <a:pt x="65" y="91"/>
                  </a:lnTo>
                  <a:lnTo>
                    <a:pt x="47" y="92"/>
                  </a:lnTo>
                  <a:lnTo>
                    <a:pt x="44" y="92"/>
                  </a:lnTo>
                  <a:lnTo>
                    <a:pt x="26" y="87"/>
                  </a:lnTo>
                  <a:lnTo>
                    <a:pt x="12" y="77"/>
                  </a:lnTo>
                  <a:lnTo>
                    <a:pt x="4" y="61"/>
                  </a:lnTo>
                  <a:lnTo>
                    <a:pt x="0" y="43"/>
                  </a:lnTo>
                  <a:lnTo>
                    <a:pt x="5" y="26"/>
                  </a:lnTo>
                  <a:lnTo>
                    <a:pt x="16" y="12"/>
                  </a:lnTo>
                  <a:lnTo>
                    <a:pt x="32" y="2"/>
                  </a:lnTo>
                  <a:lnTo>
                    <a:pt x="51"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0" name="Freeform 15"/>
            <p:cNvSpPr>
              <a:spLocks/>
            </p:cNvSpPr>
            <p:nvPr userDrawn="1"/>
          </p:nvSpPr>
          <p:spPr bwMode="auto">
            <a:xfrm>
              <a:off x="4937689" y="5235549"/>
              <a:ext cx="130923" cy="157487"/>
            </a:xfrm>
            <a:custGeom>
              <a:avLst/>
              <a:gdLst>
                <a:gd name="T0" fmla="*/ 40 w 138"/>
                <a:gd name="T1" fmla="*/ 0 h 166"/>
                <a:gd name="T2" fmla="*/ 57 w 138"/>
                <a:gd name="T3" fmla="*/ 2 h 166"/>
                <a:gd name="T4" fmla="*/ 73 w 138"/>
                <a:gd name="T5" fmla="*/ 9 h 166"/>
                <a:gd name="T6" fmla="*/ 85 w 138"/>
                <a:gd name="T7" fmla="*/ 22 h 166"/>
                <a:gd name="T8" fmla="*/ 132 w 138"/>
                <a:gd name="T9" fmla="*/ 96 h 166"/>
                <a:gd name="T10" fmla="*/ 138 w 138"/>
                <a:gd name="T11" fmla="*/ 113 h 166"/>
                <a:gd name="T12" fmla="*/ 138 w 138"/>
                <a:gd name="T13" fmla="*/ 131 h 166"/>
                <a:gd name="T14" fmla="*/ 129 w 138"/>
                <a:gd name="T15" fmla="*/ 146 h 166"/>
                <a:gd name="T16" fmla="*/ 115 w 138"/>
                <a:gd name="T17" fmla="*/ 159 h 166"/>
                <a:gd name="T18" fmla="*/ 99 w 138"/>
                <a:gd name="T19" fmla="*/ 166 h 166"/>
                <a:gd name="T20" fmla="*/ 80 w 138"/>
                <a:gd name="T21" fmla="*/ 164 h 166"/>
                <a:gd name="T22" fmla="*/ 64 w 138"/>
                <a:gd name="T23" fmla="*/ 157 h 166"/>
                <a:gd name="T24" fmla="*/ 52 w 138"/>
                <a:gd name="T25" fmla="*/ 143 h 166"/>
                <a:gd name="T26" fmla="*/ 5 w 138"/>
                <a:gd name="T27" fmla="*/ 70 h 166"/>
                <a:gd name="T28" fmla="*/ 0 w 138"/>
                <a:gd name="T29" fmla="*/ 52 h 166"/>
                <a:gd name="T30" fmla="*/ 0 w 138"/>
                <a:gd name="T31" fmla="*/ 35 h 166"/>
                <a:gd name="T32" fmla="*/ 8 w 138"/>
                <a:gd name="T33" fmla="*/ 17 h 166"/>
                <a:gd name="T34" fmla="*/ 22 w 138"/>
                <a:gd name="T35" fmla="*/ 7 h 166"/>
                <a:gd name="T36" fmla="*/ 40 w 138"/>
                <a:gd name="T37" fmla="*/ 0 h 1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38" h="166">
                  <a:moveTo>
                    <a:pt x="40" y="0"/>
                  </a:moveTo>
                  <a:lnTo>
                    <a:pt x="57" y="2"/>
                  </a:lnTo>
                  <a:lnTo>
                    <a:pt x="73" y="9"/>
                  </a:lnTo>
                  <a:lnTo>
                    <a:pt x="85" y="22"/>
                  </a:lnTo>
                  <a:lnTo>
                    <a:pt x="132" y="96"/>
                  </a:lnTo>
                  <a:lnTo>
                    <a:pt x="138" y="113"/>
                  </a:lnTo>
                  <a:lnTo>
                    <a:pt x="138" y="131"/>
                  </a:lnTo>
                  <a:lnTo>
                    <a:pt x="129" y="146"/>
                  </a:lnTo>
                  <a:lnTo>
                    <a:pt x="115" y="159"/>
                  </a:lnTo>
                  <a:lnTo>
                    <a:pt x="99" y="166"/>
                  </a:lnTo>
                  <a:lnTo>
                    <a:pt x="80" y="164"/>
                  </a:lnTo>
                  <a:lnTo>
                    <a:pt x="64" y="157"/>
                  </a:lnTo>
                  <a:lnTo>
                    <a:pt x="52" y="143"/>
                  </a:lnTo>
                  <a:lnTo>
                    <a:pt x="5" y="70"/>
                  </a:lnTo>
                  <a:lnTo>
                    <a:pt x="0" y="52"/>
                  </a:lnTo>
                  <a:lnTo>
                    <a:pt x="0" y="35"/>
                  </a:lnTo>
                  <a:lnTo>
                    <a:pt x="8" y="17"/>
                  </a:lnTo>
                  <a:lnTo>
                    <a:pt x="22" y="7"/>
                  </a:lnTo>
                  <a:lnTo>
                    <a:pt x="40"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1" name="Freeform 16"/>
            <p:cNvSpPr>
              <a:spLocks/>
            </p:cNvSpPr>
            <p:nvPr userDrawn="1"/>
          </p:nvSpPr>
          <p:spPr bwMode="auto">
            <a:xfrm>
              <a:off x="5278280" y="5018292"/>
              <a:ext cx="132821" cy="243821"/>
            </a:xfrm>
            <a:custGeom>
              <a:avLst/>
              <a:gdLst>
                <a:gd name="T0" fmla="*/ 53 w 140"/>
                <a:gd name="T1" fmla="*/ 0 h 257"/>
                <a:gd name="T2" fmla="*/ 68 w 140"/>
                <a:gd name="T3" fmla="*/ 7 h 257"/>
                <a:gd name="T4" fmla="*/ 82 w 140"/>
                <a:gd name="T5" fmla="*/ 19 h 257"/>
                <a:gd name="T6" fmla="*/ 89 w 140"/>
                <a:gd name="T7" fmla="*/ 35 h 257"/>
                <a:gd name="T8" fmla="*/ 140 w 140"/>
                <a:gd name="T9" fmla="*/ 199 h 257"/>
                <a:gd name="T10" fmla="*/ 140 w 140"/>
                <a:gd name="T11" fmla="*/ 218 h 257"/>
                <a:gd name="T12" fmla="*/ 135 w 140"/>
                <a:gd name="T13" fmla="*/ 234 h 257"/>
                <a:gd name="T14" fmla="*/ 122 w 140"/>
                <a:gd name="T15" fmla="*/ 248 h 257"/>
                <a:gd name="T16" fmla="*/ 105 w 140"/>
                <a:gd name="T17" fmla="*/ 255 h 257"/>
                <a:gd name="T18" fmla="*/ 88 w 140"/>
                <a:gd name="T19" fmla="*/ 257 h 257"/>
                <a:gd name="T20" fmla="*/ 70 w 140"/>
                <a:gd name="T21" fmla="*/ 250 h 257"/>
                <a:gd name="T22" fmla="*/ 58 w 140"/>
                <a:gd name="T23" fmla="*/ 239 h 257"/>
                <a:gd name="T24" fmla="*/ 49 w 140"/>
                <a:gd name="T25" fmla="*/ 222 h 257"/>
                <a:gd name="T26" fmla="*/ 0 w 140"/>
                <a:gd name="T27" fmla="*/ 58 h 257"/>
                <a:gd name="T28" fmla="*/ 0 w 140"/>
                <a:gd name="T29" fmla="*/ 40 h 257"/>
                <a:gd name="T30" fmla="*/ 5 w 140"/>
                <a:gd name="T31" fmla="*/ 23 h 257"/>
                <a:gd name="T32" fmla="*/ 18 w 140"/>
                <a:gd name="T33" fmla="*/ 11 h 257"/>
                <a:gd name="T34" fmla="*/ 33 w 140"/>
                <a:gd name="T35" fmla="*/ 2 h 257"/>
                <a:gd name="T36" fmla="*/ 53 w 140"/>
                <a:gd name="T37" fmla="*/ 0 h 2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40" h="257">
                  <a:moveTo>
                    <a:pt x="53" y="0"/>
                  </a:moveTo>
                  <a:lnTo>
                    <a:pt x="68" y="7"/>
                  </a:lnTo>
                  <a:lnTo>
                    <a:pt x="82" y="19"/>
                  </a:lnTo>
                  <a:lnTo>
                    <a:pt x="89" y="35"/>
                  </a:lnTo>
                  <a:lnTo>
                    <a:pt x="140" y="199"/>
                  </a:lnTo>
                  <a:lnTo>
                    <a:pt x="140" y="218"/>
                  </a:lnTo>
                  <a:lnTo>
                    <a:pt x="135" y="234"/>
                  </a:lnTo>
                  <a:lnTo>
                    <a:pt x="122" y="248"/>
                  </a:lnTo>
                  <a:lnTo>
                    <a:pt x="105" y="255"/>
                  </a:lnTo>
                  <a:lnTo>
                    <a:pt x="88" y="257"/>
                  </a:lnTo>
                  <a:lnTo>
                    <a:pt x="70" y="250"/>
                  </a:lnTo>
                  <a:lnTo>
                    <a:pt x="58" y="239"/>
                  </a:lnTo>
                  <a:lnTo>
                    <a:pt x="49" y="222"/>
                  </a:lnTo>
                  <a:lnTo>
                    <a:pt x="0" y="58"/>
                  </a:lnTo>
                  <a:lnTo>
                    <a:pt x="0" y="40"/>
                  </a:lnTo>
                  <a:lnTo>
                    <a:pt x="5" y="23"/>
                  </a:lnTo>
                  <a:lnTo>
                    <a:pt x="18" y="11"/>
                  </a:lnTo>
                  <a:lnTo>
                    <a:pt x="33" y="2"/>
                  </a:lnTo>
                  <a:lnTo>
                    <a:pt x="53"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2" name="Freeform 17"/>
            <p:cNvSpPr>
              <a:spLocks/>
            </p:cNvSpPr>
            <p:nvPr userDrawn="1"/>
          </p:nvSpPr>
          <p:spPr bwMode="auto">
            <a:xfrm>
              <a:off x="5649230" y="4842779"/>
              <a:ext cx="112898" cy="335847"/>
            </a:xfrm>
            <a:custGeom>
              <a:avLst/>
              <a:gdLst>
                <a:gd name="T0" fmla="*/ 44 w 119"/>
                <a:gd name="T1" fmla="*/ 0 h 354"/>
                <a:gd name="T2" fmla="*/ 63 w 119"/>
                <a:gd name="T3" fmla="*/ 4 h 354"/>
                <a:gd name="T4" fmla="*/ 77 w 119"/>
                <a:gd name="T5" fmla="*/ 12 h 354"/>
                <a:gd name="T6" fmla="*/ 87 w 119"/>
                <a:gd name="T7" fmla="*/ 26 h 354"/>
                <a:gd name="T8" fmla="*/ 93 w 119"/>
                <a:gd name="T9" fmla="*/ 44 h 354"/>
                <a:gd name="T10" fmla="*/ 119 w 119"/>
                <a:gd name="T11" fmla="*/ 306 h 354"/>
                <a:gd name="T12" fmla="*/ 115 w 119"/>
                <a:gd name="T13" fmla="*/ 323 h 354"/>
                <a:gd name="T14" fmla="*/ 107 w 119"/>
                <a:gd name="T15" fmla="*/ 339 h 354"/>
                <a:gd name="T16" fmla="*/ 93 w 119"/>
                <a:gd name="T17" fmla="*/ 349 h 354"/>
                <a:gd name="T18" fmla="*/ 75 w 119"/>
                <a:gd name="T19" fmla="*/ 354 h 354"/>
                <a:gd name="T20" fmla="*/ 58 w 119"/>
                <a:gd name="T21" fmla="*/ 351 h 354"/>
                <a:gd name="T22" fmla="*/ 42 w 119"/>
                <a:gd name="T23" fmla="*/ 342 h 354"/>
                <a:gd name="T24" fmla="*/ 32 w 119"/>
                <a:gd name="T25" fmla="*/ 328 h 354"/>
                <a:gd name="T26" fmla="*/ 26 w 119"/>
                <a:gd name="T27" fmla="*/ 311 h 354"/>
                <a:gd name="T28" fmla="*/ 0 w 119"/>
                <a:gd name="T29" fmla="*/ 49 h 354"/>
                <a:gd name="T30" fmla="*/ 4 w 119"/>
                <a:gd name="T31" fmla="*/ 32 h 354"/>
                <a:gd name="T32" fmla="*/ 12 w 119"/>
                <a:gd name="T33" fmla="*/ 16 h 354"/>
                <a:gd name="T34" fmla="*/ 26 w 119"/>
                <a:gd name="T35" fmla="*/ 5 h 354"/>
                <a:gd name="T36" fmla="*/ 44 w 119"/>
                <a:gd name="T37" fmla="*/ 0 h 3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19" h="354">
                  <a:moveTo>
                    <a:pt x="44" y="0"/>
                  </a:moveTo>
                  <a:lnTo>
                    <a:pt x="63" y="4"/>
                  </a:lnTo>
                  <a:lnTo>
                    <a:pt x="77" y="12"/>
                  </a:lnTo>
                  <a:lnTo>
                    <a:pt x="87" y="26"/>
                  </a:lnTo>
                  <a:lnTo>
                    <a:pt x="93" y="44"/>
                  </a:lnTo>
                  <a:lnTo>
                    <a:pt x="119" y="306"/>
                  </a:lnTo>
                  <a:lnTo>
                    <a:pt x="115" y="323"/>
                  </a:lnTo>
                  <a:lnTo>
                    <a:pt x="107" y="339"/>
                  </a:lnTo>
                  <a:lnTo>
                    <a:pt x="93" y="349"/>
                  </a:lnTo>
                  <a:lnTo>
                    <a:pt x="75" y="354"/>
                  </a:lnTo>
                  <a:lnTo>
                    <a:pt x="58" y="351"/>
                  </a:lnTo>
                  <a:lnTo>
                    <a:pt x="42" y="342"/>
                  </a:lnTo>
                  <a:lnTo>
                    <a:pt x="32" y="328"/>
                  </a:lnTo>
                  <a:lnTo>
                    <a:pt x="26" y="311"/>
                  </a:lnTo>
                  <a:lnTo>
                    <a:pt x="0" y="49"/>
                  </a:lnTo>
                  <a:lnTo>
                    <a:pt x="4" y="32"/>
                  </a:lnTo>
                  <a:lnTo>
                    <a:pt x="12" y="16"/>
                  </a:lnTo>
                  <a:lnTo>
                    <a:pt x="26" y="5"/>
                  </a:lnTo>
                  <a:lnTo>
                    <a:pt x="44"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3" name="Freeform 18"/>
            <p:cNvSpPr>
              <a:spLocks/>
            </p:cNvSpPr>
            <p:nvPr userDrawn="1"/>
          </p:nvSpPr>
          <p:spPr bwMode="auto">
            <a:xfrm>
              <a:off x="6026821" y="4720394"/>
              <a:ext cx="104359" cy="420283"/>
            </a:xfrm>
            <a:custGeom>
              <a:avLst/>
              <a:gdLst>
                <a:gd name="T0" fmla="*/ 68 w 110"/>
                <a:gd name="T1" fmla="*/ 0 h 443"/>
                <a:gd name="T2" fmla="*/ 86 w 110"/>
                <a:gd name="T3" fmla="*/ 5 h 443"/>
                <a:gd name="T4" fmla="*/ 100 w 110"/>
                <a:gd name="T5" fmla="*/ 16 h 443"/>
                <a:gd name="T6" fmla="*/ 107 w 110"/>
                <a:gd name="T7" fmla="*/ 31 h 443"/>
                <a:gd name="T8" fmla="*/ 110 w 110"/>
                <a:gd name="T9" fmla="*/ 51 h 443"/>
                <a:gd name="T10" fmla="*/ 93 w 110"/>
                <a:gd name="T11" fmla="*/ 401 h 443"/>
                <a:gd name="T12" fmla="*/ 87 w 110"/>
                <a:gd name="T13" fmla="*/ 419 h 443"/>
                <a:gd name="T14" fmla="*/ 75 w 110"/>
                <a:gd name="T15" fmla="*/ 433 h 443"/>
                <a:gd name="T16" fmla="*/ 61 w 110"/>
                <a:gd name="T17" fmla="*/ 442 h 443"/>
                <a:gd name="T18" fmla="*/ 42 w 110"/>
                <a:gd name="T19" fmla="*/ 443 h 443"/>
                <a:gd name="T20" fmla="*/ 25 w 110"/>
                <a:gd name="T21" fmla="*/ 438 h 443"/>
                <a:gd name="T22" fmla="*/ 11 w 110"/>
                <a:gd name="T23" fmla="*/ 426 h 443"/>
                <a:gd name="T24" fmla="*/ 2 w 110"/>
                <a:gd name="T25" fmla="*/ 412 h 443"/>
                <a:gd name="T26" fmla="*/ 0 w 110"/>
                <a:gd name="T27" fmla="*/ 393 h 443"/>
                <a:gd name="T28" fmla="*/ 18 w 110"/>
                <a:gd name="T29" fmla="*/ 42 h 443"/>
                <a:gd name="T30" fmla="*/ 23 w 110"/>
                <a:gd name="T31" fmla="*/ 24 h 443"/>
                <a:gd name="T32" fmla="*/ 33 w 110"/>
                <a:gd name="T33" fmla="*/ 10 h 443"/>
                <a:gd name="T34" fmla="*/ 49 w 110"/>
                <a:gd name="T35" fmla="*/ 2 h 443"/>
                <a:gd name="T36" fmla="*/ 68 w 110"/>
                <a:gd name="T37" fmla="*/ 0 h 4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10" h="443">
                  <a:moveTo>
                    <a:pt x="68" y="0"/>
                  </a:moveTo>
                  <a:lnTo>
                    <a:pt x="86" y="5"/>
                  </a:lnTo>
                  <a:lnTo>
                    <a:pt x="100" y="16"/>
                  </a:lnTo>
                  <a:lnTo>
                    <a:pt x="107" y="31"/>
                  </a:lnTo>
                  <a:lnTo>
                    <a:pt x="110" y="51"/>
                  </a:lnTo>
                  <a:lnTo>
                    <a:pt x="93" y="401"/>
                  </a:lnTo>
                  <a:lnTo>
                    <a:pt x="87" y="419"/>
                  </a:lnTo>
                  <a:lnTo>
                    <a:pt x="75" y="433"/>
                  </a:lnTo>
                  <a:lnTo>
                    <a:pt x="61" y="442"/>
                  </a:lnTo>
                  <a:lnTo>
                    <a:pt x="42" y="443"/>
                  </a:lnTo>
                  <a:lnTo>
                    <a:pt x="25" y="438"/>
                  </a:lnTo>
                  <a:lnTo>
                    <a:pt x="11" y="426"/>
                  </a:lnTo>
                  <a:lnTo>
                    <a:pt x="2" y="412"/>
                  </a:lnTo>
                  <a:lnTo>
                    <a:pt x="0" y="393"/>
                  </a:lnTo>
                  <a:lnTo>
                    <a:pt x="18" y="42"/>
                  </a:lnTo>
                  <a:lnTo>
                    <a:pt x="23" y="24"/>
                  </a:lnTo>
                  <a:lnTo>
                    <a:pt x="33" y="10"/>
                  </a:lnTo>
                  <a:lnTo>
                    <a:pt x="49" y="2"/>
                  </a:lnTo>
                  <a:lnTo>
                    <a:pt x="68"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4" name="Freeform 19"/>
            <p:cNvSpPr>
              <a:spLocks/>
            </p:cNvSpPr>
            <p:nvPr userDrawn="1"/>
          </p:nvSpPr>
          <p:spPr bwMode="auto">
            <a:xfrm>
              <a:off x="6384489" y="4647343"/>
              <a:ext cx="162232" cy="497129"/>
            </a:xfrm>
            <a:custGeom>
              <a:avLst/>
              <a:gdLst>
                <a:gd name="T0" fmla="*/ 119 w 171"/>
                <a:gd name="T1" fmla="*/ 0 h 524"/>
                <a:gd name="T2" fmla="*/ 136 w 171"/>
                <a:gd name="T3" fmla="*/ 0 h 524"/>
                <a:gd name="T4" fmla="*/ 154 w 171"/>
                <a:gd name="T5" fmla="*/ 9 h 524"/>
                <a:gd name="T6" fmla="*/ 166 w 171"/>
                <a:gd name="T7" fmla="*/ 21 h 524"/>
                <a:gd name="T8" fmla="*/ 171 w 171"/>
                <a:gd name="T9" fmla="*/ 37 h 524"/>
                <a:gd name="T10" fmla="*/ 171 w 171"/>
                <a:gd name="T11" fmla="*/ 56 h 524"/>
                <a:gd name="T12" fmla="*/ 91 w 171"/>
                <a:gd name="T13" fmla="*/ 489 h 524"/>
                <a:gd name="T14" fmla="*/ 84 w 171"/>
                <a:gd name="T15" fmla="*/ 506 h 524"/>
                <a:gd name="T16" fmla="*/ 70 w 171"/>
                <a:gd name="T17" fmla="*/ 517 h 524"/>
                <a:gd name="T18" fmla="*/ 54 w 171"/>
                <a:gd name="T19" fmla="*/ 524 h 524"/>
                <a:gd name="T20" fmla="*/ 37 w 171"/>
                <a:gd name="T21" fmla="*/ 524 h 524"/>
                <a:gd name="T22" fmla="*/ 19 w 171"/>
                <a:gd name="T23" fmla="*/ 517 h 524"/>
                <a:gd name="T24" fmla="*/ 7 w 171"/>
                <a:gd name="T25" fmla="*/ 503 h 524"/>
                <a:gd name="T26" fmla="*/ 0 w 171"/>
                <a:gd name="T27" fmla="*/ 487 h 524"/>
                <a:gd name="T28" fmla="*/ 2 w 171"/>
                <a:gd name="T29" fmla="*/ 468 h 524"/>
                <a:gd name="T30" fmla="*/ 82 w 171"/>
                <a:gd name="T31" fmla="*/ 35 h 524"/>
                <a:gd name="T32" fmla="*/ 89 w 171"/>
                <a:gd name="T33" fmla="*/ 19 h 524"/>
                <a:gd name="T34" fmla="*/ 101 w 171"/>
                <a:gd name="T35" fmla="*/ 7 h 524"/>
                <a:gd name="T36" fmla="*/ 119 w 171"/>
                <a:gd name="T37" fmla="*/ 0 h 5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71" h="524">
                  <a:moveTo>
                    <a:pt x="119" y="0"/>
                  </a:moveTo>
                  <a:lnTo>
                    <a:pt x="136" y="0"/>
                  </a:lnTo>
                  <a:lnTo>
                    <a:pt x="154" y="9"/>
                  </a:lnTo>
                  <a:lnTo>
                    <a:pt x="166" y="21"/>
                  </a:lnTo>
                  <a:lnTo>
                    <a:pt x="171" y="37"/>
                  </a:lnTo>
                  <a:lnTo>
                    <a:pt x="171" y="56"/>
                  </a:lnTo>
                  <a:lnTo>
                    <a:pt x="91" y="489"/>
                  </a:lnTo>
                  <a:lnTo>
                    <a:pt x="84" y="506"/>
                  </a:lnTo>
                  <a:lnTo>
                    <a:pt x="70" y="517"/>
                  </a:lnTo>
                  <a:lnTo>
                    <a:pt x="54" y="524"/>
                  </a:lnTo>
                  <a:lnTo>
                    <a:pt x="37" y="524"/>
                  </a:lnTo>
                  <a:lnTo>
                    <a:pt x="19" y="517"/>
                  </a:lnTo>
                  <a:lnTo>
                    <a:pt x="7" y="503"/>
                  </a:lnTo>
                  <a:lnTo>
                    <a:pt x="0" y="487"/>
                  </a:lnTo>
                  <a:lnTo>
                    <a:pt x="2" y="468"/>
                  </a:lnTo>
                  <a:lnTo>
                    <a:pt x="82" y="35"/>
                  </a:lnTo>
                  <a:lnTo>
                    <a:pt x="89" y="19"/>
                  </a:lnTo>
                  <a:lnTo>
                    <a:pt x="101" y="7"/>
                  </a:lnTo>
                  <a:lnTo>
                    <a:pt x="119"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5" name="Freeform 20"/>
            <p:cNvSpPr>
              <a:spLocks/>
            </p:cNvSpPr>
            <p:nvPr userDrawn="1"/>
          </p:nvSpPr>
          <p:spPr bwMode="auto">
            <a:xfrm>
              <a:off x="6733618" y="4625522"/>
              <a:ext cx="241924" cy="568283"/>
            </a:xfrm>
            <a:custGeom>
              <a:avLst/>
              <a:gdLst>
                <a:gd name="T0" fmla="*/ 206 w 255"/>
                <a:gd name="T1" fmla="*/ 0 h 599"/>
                <a:gd name="T2" fmla="*/ 226 w 255"/>
                <a:gd name="T3" fmla="*/ 4 h 599"/>
                <a:gd name="T4" fmla="*/ 241 w 255"/>
                <a:gd name="T5" fmla="*/ 13 h 599"/>
                <a:gd name="T6" fmla="*/ 252 w 255"/>
                <a:gd name="T7" fmla="*/ 27 h 599"/>
                <a:gd name="T8" fmla="*/ 255 w 255"/>
                <a:gd name="T9" fmla="*/ 44 h 599"/>
                <a:gd name="T10" fmla="*/ 254 w 255"/>
                <a:gd name="T11" fmla="*/ 62 h 599"/>
                <a:gd name="T12" fmla="*/ 90 w 255"/>
                <a:gd name="T13" fmla="*/ 569 h 599"/>
                <a:gd name="T14" fmla="*/ 81 w 255"/>
                <a:gd name="T15" fmla="*/ 585 h 599"/>
                <a:gd name="T16" fmla="*/ 65 w 255"/>
                <a:gd name="T17" fmla="*/ 596 h 599"/>
                <a:gd name="T18" fmla="*/ 49 w 255"/>
                <a:gd name="T19" fmla="*/ 599 h 599"/>
                <a:gd name="T20" fmla="*/ 30 w 255"/>
                <a:gd name="T21" fmla="*/ 597 h 599"/>
                <a:gd name="T22" fmla="*/ 14 w 255"/>
                <a:gd name="T23" fmla="*/ 587 h 599"/>
                <a:gd name="T24" fmla="*/ 4 w 255"/>
                <a:gd name="T25" fmla="*/ 573 h 599"/>
                <a:gd name="T26" fmla="*/ 0 w 255"/>
                <a:gd name="T27" fmla="*/ 556 h 599"/>
                <a:gd name="T28" fmla="*/ 2 w 255"/>
                <a:gd name="T29" fmla="*/ 538 h 599"/>
                <a:gd name="T30" fmla="*/ 166 w 255"/>
                <a:gd name="T31" fmla="*/ 30 h 599"/>
                <a:gd name="T32" fmla="*/ 175 w 255"/>
                <a:gd name="T33" fmla="*/ 16 h 599"/>
                <a:gd name="T34" fmla="*/ 191 w 255"/>
                <a:gd name="T35" fmla="*/ 6 h 599"/>
                <a:gd name="T36" fmla="*/ 206 w 255"/>
                <a:gd name="T37" fmla="*/ 0 h 5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5" h="599">
                  <a:moveTo>
                    <a:pt x="206" y="0"/>
                  </a:moveTo>
                  <a:lnTo>
                    <a:pt x="226" y="4"/>
                  </a:lnTo>
                  <a:lnTo>
                    <a:pt x="241" y="13"/>
                  </a:lnTo>
                  <a:lnTo>
                    <a:pt x="252" y="27"/>
                  </a:lnTo>
                  <a:lnTo>
                    <a:pt x="255" y="44"/>
                  </a:lnTo>
                  <a:lnTo>
                    <a:pt x="254" y="62"/>
                  </a:lnTo>
                  <a:lnTo>
                    <a:pt x="90" y="569"/>
                  </a:lnTo>
                  <a:lnTo>
                    <a:pt x="81" y="585"/>
                  </a:lnTo>
                  <a:lnTo>
                    <a:pt x="65" y="596"/>
                  </a:lnTo>
                  <a:lnTo>
                    <a:pt x="49" y="599"/>
                  </a:lnTo>
                  <a:lnTo>
                    <a:pt x="30" y="597"/>
                  </a:lnTo>
                  <a:lnTo>
                    <a:pt x="14" y="587"/>
                  </a:lnTo>
                  <a:lnTo>
                    <a:pt x="4" y="573"/>
                  </a:lnTo>
                  <a:lnTo>
                    <a:pt x="0" y="556"/>
                  </a:lnTo>
                  <a:lnTo>
                    <a:pt x="2" y="538"/>
                  </a:lnTo>
                  <a:lnTo>
                    <a:pt x="166" y="30"/>
                  </a:lnTo>
                  <a:lnTo>
                    <a:pt x="175" y="16"/>
                  </a:lnTo>
                  <a:lnTo>
                    <a:pt x="191" y="6"/>
                  </a:lnTo>
                  <a:lnTo>
                    <a:pt x="206"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6" name="Freeform 21"/>
            <p:cNvSpPr>
              <a:spLocks/>
            </p:cNvSpPr>
            <p:nvPr userDrawn="1"/>
          </p:nvSpPr>
          <p:spPr bwMode="auto">
            <a:xfrm>
              <a:off x="7077055" y="4665368"/>
              <a:ext cx="333950" cy="621412"/>
            </a:xfrm>
            <a:custGeom>
              <a:avLst/>
              <a:gdLst>
                <a:gd name="T0" fmla="*/ 309 w 352"/>
                <a:gd name="T1" fmla="*/ 0 h 655"/>
                <a:gd name="T2" fmla="*/ 326 w 352"/>
                <a:gd name="T3" fmla="*/ 6 h 655"/>
                <a:gd name="T4" fmla="*/ 342 w 352"/>
                <a:gd name="T5" fmla="*/ 18 h 655"/>
                <a:gd name="T6" fmla="*/ 349 w 352"/>
                <a:gd name="T7" fmla="*/ 32 h 655"/>
                <a:gd name="T8" fmla="*/ 352 w 352"/>
                <a:gd name="T9" fmla="*/ 49 h 655"/>
                <a:gd name="T10" fmla="*/ 347 w 352"/>
                <a:gd name="T11" fmla="*/ 68 h 655"/>
                <a:gd name="T12" fmla="*/ 87 w 352"/>
                <a:gd name="T13" fmla="*/ 630 h 655"/>
                <a:gd name="T14" fmla="*/ 77 w 352"/>
                <a:gd name="T15" fmla="*/ 644 h 655"/>
                <a:gd name="T16" fmla="*/ 61 w 352"/>
                <a:gd name="T17" fmla="*/ 653 h 655"/>
                <a:gd name="T18" fmla="*/ 43 w 352"/>
                <a:gd name="T19" fmla="*/ 655 h 655"/>
                <a:gd name="T20" fmla="*/ 26 w 352"/>
                <a:gd name="T21" fmla="*/ 650 h 655"/>
                <a:gd name="T22" fmla="*/ 10 w 352"/>
                <a:gd name="T23" fmla="*/ 639 h 655"/>
                <a:gd name="T24" fmla="*/ 3 w 352"/>
                <a:gd name="T25" fmla="*/ 623 h 655"/>
                <a:gd name="T26" fmla="*/ 0 w 352"/>
                <a:gd name="T27" fmla="*/ 606 h 655"/>
                <a:gd name="T28" fmla="*/ 5 w 352"/>
                <a:gd name="T29" fmla="*/ 589 h 655"/>
                <a:gd name="T30" fmla="*/ 265 w 352"/>
                <a:gd name="T31" fmla="*/ 27 h 655"/>
                <a:gd name="T32" fmla="*/ 276 w 352"/>
                <a:gd name="T33" fmla="*/ 11 h 655"/>
                <a:gd name="T34" fmla="*/ 291 w 352"/>
                <a:gd name="T35" fmla="*/ 4 h 655"/>
                <a:gd name="T36" fmla="*/ 309 w 352"/>
                <a:gd name="T37" fmla="*/ 0 h 6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352" h="655">
                  <a:moveTo>
                    <a:pt x="309" y="0"/>
                  </a:moveTo>
                  <a:lnTo>
                    <a:pt x="326" y="6"/>
                  </a:lnTo>
                  <a:lnTo>
                    <a:pt x="342" y="18"/>
                  </a:lnTo>
                  <a:lnTo>
                    <a:pt x="349" y="32"/>
                  </a:lnTo>
                  <a:lnTo>
                    <a:pt x="352" y="49"/>
                  </a:lnTo>
                  <a:lnTo>
                    <a:pt x="347" y="68"/>
                  </a:lnTo>
                  <a:lnTo>
                    <a:pt x="87" y="630"/>
                  </a:lnTo>
                  <a:lnTo>
                    <a:pt x="77" y="644"/>
                  </a:lnTo>
                  <a:lnTo>
                    <a:pt x="61" y="653"/>
                  </a:lnTo>
                  <a:lnTo>
                    <a:pt x="43" y="655"/>
                  </a:lnTo>
                  <a:lnTo>
                    <a:pt x="26" y="650"/>
                  </a:lnTo>
                  <a:lnTo>
                    <a:pt x="10" y="639"/>
                  </a:lnTo>
                  <a:lnTo>
                    <a:pt x="3" y="623"/>
                  </a:lnTo>
                  <a:lnTo>
                    <a:pt x="0" y="606"/>
                  </a:lnTo>
                  <a:lnTo>
                    <a:pt x="5" y="589"/>
                  </a:lnTo>
                  <a:lnTo>
                    <a:pt x="265" y="27"/>
                  </a:lnTo>
                  <a:lnTo>
                    <a:pt x="276" y="11"/>
                  </a:lnTo>
                  <a:lnTo>
                    <a:pt x="291" y="4"/>
                  </a:lnTo>
                  <a:lnTo>
                    <a:pt x="309"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7" name="Freeform 22"/>
            <p:cNvSpPr>
              <a:spLocks/>
            </p:cNvSpPr>
            <p:nvPr userDrawn="1"/>
          </p:nvSpPr>
          <p:spPr bwMode="auto">
            <a:xfrm>
              <a:off x="7414800" y="4764984"/>
              <a:ext cx="430719" cy="659361"/>
            </a:xfrm>
            <a:custGeom>
              <a:avLst/>
              <a:gdLst>
                <a:gd name="T0" fmla="*/ 417 w 454"/>
                <a:gd name="T1" fmla="*/ 0 h 695"/>
                <a:gd name="T2" fmla="*/ 433 w 454"/>
                <a:gd name="T3" fmla="*/ 7 h 695"/>
                <a:gd name="T4" fmla="*/ 447 w 454"/>
                <a:gd name="T5" fmla="*/ 21 h 695"/>
                <a:gd name="T6" fmla="*/ 454 w 454"/>
                <a:gd name="T7" fmla="*/ 37 h 695"/>
                <a:gd name="T8" fmla="*/ 454 w 454"/>
                <a:gd name="T9" fmla="*/ 54 h 695"/>
                <a:gd name="T10" fmla="*/ 447 w 454"/>
                <a:gd name="T11" fmla="*/ 72 h 695"/>
                <a:gd name="T12" fmla="*/ 84 w 454"/>
                <a:gd name="T13" fmla="*/ 676 h 695"/>
                <a:gd name="T14" fmla="*/ 70 w 454"/>
                <a:gd name="T15" fmla="*/ 688 h 695"/>
                <a:gd name="T16" fmla="*/ 54 w 454"/>
                <a:gd name="T17" fmla="*/ 695 h 695"/>
                <a:gd name="T18" fmla="*/ 37 w 454"/>
                <a:gd name="T19" fmla="*/ 695 h 695"/>
                <a:gd name="T20" fmla="*/ 19 w 454"/>
                <a:gd name="T21" fmla="*/ 688 h 695"/>
                <a:gd name="T22" fmla="*/ 7 w 454"/>
                <a:gd name="T23" fmla="*/ 676 h 695"/>
                <a:gd name="T24" fmla="*/ 0 w 454"/>
                <a:gd name="T25" fmla="*/ 660 h 695"/>
                <a:gd name="T26" fmla="*/ 0 w 454"/>
                <a:gd name="T27" fmla="*/ 642 h 695"/>
                <a:gd name="T28" fmla="*/ 7 w 454"/>
                <a:gd name="T29" fmla="*/ 625 h 695"/>
                <a:gd name="T30" fmla="*/ 370 w 454"/>
                <a:gd name="T31" fmla="*/ 21 h 695"/>
                <a:gd name="T32" fmla="*/ 382 w 454"/>
                <a:gd name="T33" fmla="*/ 7 h 695"/>
                <a:gd name="T34" fmla="*/ 400 w 454"/>
                <a:gd name="T35" fmla="*/ 0 h 695"/>
                <a:gd name="T36" fmla="*/ 417 w 454"/>
                <a:gd name="T37" fmla="*/ 0 h 6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54" h="695">
                  <a:moveTo>
                    <a:pt x="417" y="0"/>
                  </a:moveTo>
                  <a:lnTo>
                    <a:pt x="433" y="7"/>
                  </a:lnTo>
                  <a:lnTo>
                    <a:pt x="447" y="21"/>
                  </a:lnTo>
                  <a:lnTo>
                    <a:pt x="454" y="37"/>
                  </a:lnTo>
                  <a:lnTo>
                    <a:pt x="454" y="54"/>
                  </a:lnTo>
                  <a:lnTo>
                    <a:pt x="447" y="72"/>
                  </a:lnTo>
                  <a:lnTo>
                    <a:pt x="84" y="676"/>
                  </a:lnTo>
                  <a:lnTo>
                    <a:pt x="70" y="688"/>
                  </a:lnTo>
                  <a:lnTo>
                    <a:pt x="54" y="695"/>
                  </a:lnTo>
                  <a:lnTo>
                    <a:pt x="37" y="695"/>
                  </a:lnTo>
                  <a:lnTo>
                    <a:pt x="19" y="688"/>
                  </a:lnTo>
                  <a:lnTo>
                    <a:pt x="7" y="676"/>
                  </a:lnTo>
                  <a:lnTo>
                    <a:pt x="0" y="660"/>
                  </a:lnTo>
                  <a:lnTo>
                    <a:pt x="0" y="642"/>
                  </a:lnTo>
                  <a:lnTo>
                    <a:pt x="7" y="625"/>
                  </a:lnTo>
                  <a:lnTo>
                    <a:pt x="370" y="21"/>
                  </a:lnTo>
                  <a:lnTo>
                    <a:pt x="382" y="7"/>
                  </a:lnTo>
                  <a:lnTo>
                    <a:pt x="400" y="0"/>
                  </a:lnTo>
                  <a:lnTo>
                    <a:pt x="417"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8" name="Freeform 23"/>
            <p:cNvSpPr>
              <a:spLocks/>
            </p:cNvSpPr>
            <p:nvPr userDrawn="1"/>
          </p:nvSpPr>
          <p:spPr bwMode="auto">
            <a:xfrm>
              <a:off x="7730724" y="4924369"/>
              <a:ext cx="543617" cy="680232"/>
            </a:xfrm>
            <a:custGeom>
              <a:avLst/>
              <a:gdLst>
                <a:gd name="T0" fmla="*/ 522 w 573"/>
                <a:gd name="T1" fmla="*/ 0 h 717"/>
                <a:gd name="T2" fmla="*/ 540 w 573"/>
                <a:gd name="T3" fmla="*/ 1 h 717"/>
                <a:gd name="T4" fmla="*/ 557 w 573"/>
                <a:gd name="T5" fmla="*/ 10 h 717"/>
                <a:gd name="T6" fmla="*/ 568 w 573"/>
                <a:gd name="T7" fmla="*/ 24 h 717"/>
                <a:gd name="T8" fmla="*/ 573 w 573"/>
                <a:gd name="T9" fmla="*/ 40 h 717"/>
                <a:gd name="T10" fmla="*/ 571 w 573"/>
                <a:gd name="T11" fmla="*/ 57 h 717"/>
                <a:gd name="T12" fmla="*/ 562 w 573"/>
                <a:gd name="T13" fmla="*/ 75 h 717"/>
                <a:gd name="T14" fmla="*/ 81 w 573"/>
                <a:gd name="T15" fmla="*/ 700 h 717"/>
                <a:gd name="T16" fmla="*/ 67 w 573"/>
                <a:gd name="T17" fmla="*/ 712 h 717"/>
                <a:gd name="T18" fmla="*/ 51 w 573"/>
                <a:gd name="T19" fmla="*/ 717 h 717"/>
                <a:gd name="T20" fmla="*/ 32 w 573"/>
                <a:gd name="T21" fmla="*/ 715 h 717"/>
                <a:gd name="T22" fmla="*/ 16 w 573"/>
                <a:gd name="T23" fmla="*/ 707 h 717"/>
                <a:gd name="T24" fmla="*/ 5 w 573"/>
                <a:gd name="T25" fmla="*/ 693 h 717"/>
                <a:gd name="T26" fmla="*/ 0 w 573"/>
                <a:gd name="T27" fmla="*/ 675 h 717"/>
                <a:gd name="T28" fmla="*/ 2 w 573"/>
                <a:gd name="T29" fmla="*/ 658 h 717"/>
                <a:gd name="T30" fmla="*/ 11 w 573"/>
                <a:gd name="T31" fmla="*/ 642 h 717"/>
                <a:gd name="T32" fmla="*/ 491 w 573"/>
                <a:gd name="T33" fmla="*/ 15 h 717"/>
                <a:gd name="T34" fmla="*/ 506 w 573"/>
                <a:gd name="T35" fmla="*/ 3 h 717"/>
                <a:gd name="T36" fmla="*/ 522 w 573"/>
                <a:gd name="T37" fmla="*/ 0 h 7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573" h="717">
                  <a:moveTo>
                    <a:pt x="522" y="0"/>
                  </a:moveTo>
                  <a:lnTo>
                    <a:pt x="540" y="1"/>
                  </a:lnTo>
                  <a:lnTo>
                    <a:pt x="557" y="10"/>
                  </a:lnTo>
                  <a:lnTo>
                    <a:pt x="568" y="24"/>
                  </a:lnTo>
                  <a:lnTo>
                    <a:pt x="573" y="40"/>
                  </a:lnTo>
                  <a:lnTo>
                    <a:pt x="571" y="57"/>
                  </a:lnTo>
                  <a:lnTo>
                    <a:pt x="562" y="75"/>
                  </a:lnTo>
                  <a:lnTo>
                    <a:pt x="81" y="700"/>
                  </a:lnTo>
                  <a:lnTo>
                    <a:pt x="67" y="712"/>
                  </a:lnTo>
                  <a:lnTo>
                    <a:pt x="51" y="717"/>
                  </a:lnTo>
                  <a:lnTo>
                    <a:pt x="32" y="715"/>
                  </a:lnTo>
                  <a:lnTo>
                    <a:pt x="16" y="707"/>
                  </a:lnTo>
                  <a:lnTo>
                    <a:pt x="5" y="693"/>
                  </a:lnTo>
                  <a:lnTo>
                    <a:pt x="0" y="675"/>
                  </a:lnTo>
                  <a:lnTo>
                    <a:pt x="2" y="658"/>
                  </a:lnTo>
                  <a:lnTo>
                    <a:pt x="11" y="642"/>
                  </a:lnTo>
                  <a:lnTo>
                    <a:pt x="491" y="15"/>
                  </a:lnTo>
                  <a:lnTo>
                    <a:pt x="506" y="3"/>
                  </a:lnTo>
                  <a:lnTo>
                    <a:pt x="522"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grpSp>
      <p:sp>
        <p:nvSpPr>
          <p:cNvPr id="30" name="Text Placeholder 29"/>
          <p:cNvSpPr>
            <a:spLocks noGrp="1"/>
          </p:cNvSpPr>
          <p:nvPr>
            <p:ph type="body" sz="quarter" idx="13" hasCustomPrompt="1"/>
          </p:nvPr>
        </p:nvSpPr>
        <p:spPr>
          <a:xfrm>
            <a:off x="323135" y="1846263"/>
            <a:ext cx="8441453" cy="1241425"/>
          </a:xfrm>
        </p:spPr>
        <p:txBody>
          <a:bodyPr anchor="ctr" anchorCtr="0">
            <a:normAutofit/>
          </a:bodyPr>
          <a:lstStyle>
            <a:lvl1pPr marL="0" indent="0">
              <a:buNone/>
              <a:defRPr sz="4000" b="1">
                <a:solidFill>
                  <a:schemeClr val="bg1"/>
                </a:solidFill>
              </a:defRPr>
            </a:lvl1pPr>
          </a:lstStyle>
          <a:p>
            <a:pPr lvl="0"/>
            <a:r>
              <a:rPr lang="en-US" dirty="0"/>
              <a:t>CLICK TO ADD TEXT</a:t>
            </a:r>
          </a:p>
        </p:txBody>
      </p:sp>
    </p:spTree>
    <p:extLst>
      <p:ext uri="{BB962C8B-B14F-4D97-AF65-F5344CB8AC3E}">
        <p14:creationId xmlns:p14="http://schemas.microsoft.com/office/powerpoint/2010/main" val="27289039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decel="100000" fill="hold" nodeType="withEffect">
                                  <p:stCondLst>
                                    <p:cond delay="30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750" fill="hold"/>
                                        <p:tgtEl>
                                          <p:spTgt spid="7"/>
                                        </p:tgtEl>
                                        <p:attrNameLst>
                                          <p:attrName>ppt_x</p:attrName>
                                        </p:attrNameLst>
                                      </p:cBhvr>
                                      <p:tavLst>
                                        <p:tav tm="0">
                                          <p:val>
                                            <p:strVal val="0-#ppt_w/2"/>
                                          </p:val>
                                        </p:tav>
                                        <p:tav tm="100000">
                                          <p:val>
                                            <p:strVal val="#ppt_x"/>
                                          </p:val>
                                        </p:tav>
                                      </p:tavLst>
                                    </p:anim>
                                    <p:anim calcmode="lin" valueType="num">
                                      <p:cBhvr additive="base">
                                        <p:cTn id="8" dur="750" fill="hold"/>
                                        <p:tgtEl>
                                          <p:spTgt spid="7"/>
                                        </p:tgtEl>
                                        <p:attrNameLst>
                                          <p:attrName>ppt_y</p:attrName>
                                        </p:attrNameLst>
                                      </p:cBhvr>
                                      <p:tavLst>
                                        <p:tav tm="0">
                                          <p:val>
                                            <p:strVal val="#ppt_y"/>
                                          </p:val>
                                        </p:tav>
                                        <p:tav tm="100000">
                                          <p:val>
                                            <p:strVal val="#ppt_y"/>
                                          </p:val>
                                        </p:tav>
                                      </p:tavLst>
                                    </p:anim>
                                  </p:childTnLst>
                                </p:cTn>
                              </p:par>
                              <p:par>
                                <p:cTn id="9" presetID="2" presetClass="entr" presetSubtype="1" decel="100000" fill="hold" nodeType="withEffect">
                                  <p:stCondLst>
                                    <p:cond delay="0"/>
                                  </p:stCondLst>
                                  <p:childTnLst>
                                    <p:set>
                                      <p:cBhvr>
                                        <p:cTn id="10" dur="1" fill="hold">
                                          <p:stCondLst>
                                            <p:cond delay="0"/>
                                          </p:stCondLst>
                                        </p:cTn>
                                        <p:tgtEl>
                                          <p:spTgt spid="6"/>
                                        </p:tgtEl>
                                        <p:attrNameLst>
                                          <p:attrName>style.visibility</p:attrName>
                                        </p:attrNameLst>
                                      </p:cBhvr>
                                      <p:to>
                                        <p:strVal val="visible"/>
                                      </p:to>
                                    </p:set>
                                    <p:anim calcmode="lin" valueType="num">
                                      <p:cBhvr additive="base">
                                        <p:cTn id="11" dur="750" fill="hold"/>
                                        <p:tgtEl>
                                          <p:spTgt spid="6"/>
                                        </p:tgtEl>
                                        <p:attrNameLst>
                                          <p:attrName>ppt_x</p:attrName>
                                        </p:attrNameLst>
                                      </p:cBhvr>
                                      <p:tavLst>
                                        <p:tav tm="0">
                                          <p:val>
                                            <p:strVal val="#ppt_x"/>
                                          </p:val>
                                        </p:tav>
                                        <p:tav tm="100000">
                                          <p:val>
                                            <p:strVal val="#ppt_x"/>
                                          </p:val>
                                        </p:tav>
                                      </p:tavLst>
                                    </p:anim>
                                    <p:anim calcmode="lin" valueType="num">
                                      <p:cBhvr additive="base">
                                        <p:cTn id="12" dur="750" fill="hold"/>
                                        <p:tgtEl>
                                          <p:spTgt spid="6"/>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section 2">
    <p:spTree>
      <p:nvGrpSpPr>
        <p:cNvPr id="1" name=""/>
        <p:cNvGrpSpPr/>
        <p:nvPr/>
      </p:nvGrpSpPr>
      <p:grpSpPr>
        <a:xfrm>
          <a:off x="0" y="0"/>
          <a:ext cx="0" cy="0"/>
          <a:chOff x="0" y="0"/>
          <a:chExt cx="0" cy="0"/>
        </a:xfrm>
      </p:grpSpPr>
      <p:pic>
        <p:nvPicPr>
          <p:cNvPr id="53" name="Picture 52"/>
          <p:cNvPicPr>
            <a:picLocks noChangeAspect="1"/>
          </p:cNvPicPr>
          <p:nvPr userDrawn="1"/>
        </p:nvPicPr>
        <p:blipFill rotWithShape="1">
          <a:blip r:embed="rId2" cstate="print">
            <a:extLst>
              <a:ext uri="{28A0092B-C50C-407E-A947-70E740481C1C}">
                <a14:useLocalDpi xmlns:a14="http://schemas.microsoft.com/office/drawing/2010/main" val="0"/>
              </a:ext>
            </a:extLst>
          </a:blip>
          <a:srcRect l="6615" t="2065" r="80083" b="1471"/>
          <a:stretch/>
        </p:blipFill>
        <p:spPr>
          <a:xfrm rot="5400000">
            <a:off x="3820885" y="-2080448"/>
            <a:ext cx="1502227" cy="9143997"/>
          </a:xfrm>
          <a:prstGeom prst="rect">
            <a:avLst/>
          </a:prstGeom>
        </p:spPr>
      </p:pic>
      <p:pic>
        <p:nvPicPr>
          <p:cNvPr id="54" name="Picture 53"/>
          <p:cNvPicPr>
            <a:picLocks noChangeAspect="1"/>
          </p:cNvPicPr>
          <p:nvPr userDrawn="1"/>
        </p:nvPicPr>
        <p:blipFill rotWithShape="1">
          <a:blip r:embed="rId3" cstate="print">
            <a:extLst>
              <a:ext uri="{28A0092B-C50C-407E-A947-70E740481C1C}">
                <a14:useLocalDpi xmlns:a14="http://schemas.microsoft.com/office/drawing/2010/main" val="0"/>
              </a:ext>
            </a:extLst>
          </a:blip>
          <a:srcRect t="20282" b="20282"/>
          <a:stretch/>
        </p:blipFill>
        <p:spPr>
          <a:xfrm>
            <a:off x="0" y="3242662"/>
            <a:ext cx="9144000" cy="3623223"/>
          </a:xfrm>
          <a:prstGeom prst="rect">
            <a:avLst/>
          </a:prstGeom>
        </p:spPr>
      </p:pic>
      <p:sp>
        <p:nvSpPr>
          <p:cNvPr id="9" name="Rectangle 8"/>
          <p:cNvSpPr/>
          <p:nvPr userDrawn="1"/>
        </p:nvSpPr>
        <p:spPr>
          <a:xfrm>
            <a:off x="-3" y="0"/>
            <a:ext cx="9143999" cy="1740437"/>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p:cNvGrpSpPr/>
          <p:nvPr userDrawn="1"/>
        </p:nvGrpSpPr>
        <p:grpSpPr>
          <a:xfrm>
            <a:off x="496176" y="382676"/>
            <a:ext cx="3105481" cy="975083"/>
            <a:chOff x="2814452" y="4625522"/>
            <a:chExt cx="5459889" cy="1714337"/>
          </a:xfrm>
        </p:grpSpPr>
        <p:sp>
          <p:nvSpPr>
            <p:cNvPr id="11" name="Freeform 6"/>
            <p:cNvSpPr>
              <a:spLocks noEditPoints="1"/>
            </p:cNvSpPr>
            <p:nvPr userDrawn="1"/>
          </p:nvSpPr>
          <p:spPr bwMode="auto">
            <a:xfrm>
              <a:off x="2814452" y="5818063"/>
              <a:ext cx="523694" cy="508514"/>
            </a:xfrm>
            <a:custGeom>
              <a:avLst/>
              <a:gdLst>
                <a:gd name="T0" fmla="*/ 98 w 552"/>
                <a:gd name="T1" fmla="*/ 79 h 536"/>
                <a:gd name="T2" fmla="*/ 98 w 552"/>
                <a:gd name="T3" fmla="*/ 241 h 536"/>
                <a:gd name="T4" fmla="*/ 307 w 552"/>
                <a:gd name="T5" fmla="*/ 241 h 536"/>
                <a:gd name="T6" fmla="*/ 342 w 552"/>
                <a:gd name="T7" fmla="*/ 241 h 536"/>
                <a:gd name="T8" fmla="*/ 374 w 552"/>
                <a:gd name="T9" fmla="*/ 238 h 536"/>
                <a:gd name="T10" fmla="*/ 398 w 552"/>
                <a:gd name="T11" fmla="*/ 231 h 536"/>
                <a:gd name="T12" fmla="*/ 417 w 552"/>
                <a:gd name="T13" fmla="*/ 222 h 536"/>
                <a:gd name="T14" fmla="*/ 431 w 552"/>
                <a:gd name="T15" fmla="*/ 206 h 536"/>
                <a:gd name="T16" fmla="*/ 440 w 552"/>
                <a:gd name="T17" fmla="*/ 187 h 536"/>
                <a:gd name="T18" fmla="*/ 443 w 552"/>
                <a:gd name="T19" fmla="*/ 161 h 536"/>
                <a:gd name="T20" fmla="*/ 440 w 552"/>
                <a:gd name="T21" fmla="*/ 135 h 536"/>
                <a:gd name="T22" fmla="*/ 431 w 552"/>
                <a:gd name="T23" fmla="*/ 114 h 536"/>
                <a:gd name="T24" fmla="*/ 417 w 552"/>
                <a:gd name="T25" fmla="*/ 100 h 536"/>
                <a:gd name="T26" fmla="*/ 398 w 552"/>
                <a:gd name="T27" fmla="*/ 89 h 536"/>
                <a:gd name="T28" fmla="*/ 374 w 552"/>
                <a:gd name="T29" fmla="*/ 84 h 536"/>
                <a:gd name="T30" fmla="*/ 342 w 552"/>
                <a:gd name="T31" fmla="*/ 80 h 536"/>
                <a:gd name="T32" fmla="*/ 307 w 552"/>
                <a:gd name="T33" fmla="*/ 79 h 536"/>
                <a:gd name="T34" fmla="*/ 98 w 552"/>
                <a:gd name="T35" fmla="*/ 79 h 536"/>
                <a:gd name="T36" fmla="*/ 0 w 552"/>
                <a:gd name="T37" fmla="*/ 0 h 536"/>
                <a:gd name="T38" fmla="*/ 323 w 552"/>
                <a:gd name="T39" fmla="*/ 0 h 536"/>
                <a:gd name="T40" fmla="*/ 377 w 552"/>
                <a:gd name="T41" fmla="*/ 2 h 536"/>
                <a:gd name="T42" fmla="*/ 422 w 552"/>
                <a:gd name="T43" fmla="*/ 9 h 536"/>
                <a:gd name="T44" fmla="*/ 461 w 552"/>
                <a:gd name="T45" fmla="*/ 19 h 536"/>
                <a:gd name="T46" fmla="*/ 490 w 552"/>
                <a:gd name="T47" fmla="*/ 37 h 536"/>
                <a:gd name="T48" fmla="*/ 513 w 552"/>
                <a:gd name="T49" fmla="*/ 58 h 536"/>
                <a:gd name="T50" fmla="*/ 529 w 552"/>
                <a:gd name="T51" fmla="*/ 86 h 536"/>
                <a:gd name="T52" fmla="*/ 538 w 552"/>
                <a:gd name="T53" fmla="*/ 119 h 536"/>
                <a:gd name="T54" fmla="*/ 541 w 552"/>
                <a:gd name="T55" fmla="*/ 157 h 536"/>
                <a:gd name="T56" fmla="*/ 538 w 552"/>
                <a:gd name="T57" fmla="*/ 194 h 536"/>
                <a:gd name="T58" fmla="*/ 529 w 552"/>
                <a:gd name="T59" fmla="*/ 225 h 536"/>
                <a:gd name="T60" fmla="*/ 513 w 552"/>
                <a:gd name="T61" fmla="*/ 252 h 536"/>
                <a:gd name="T62" fmla="*/ 494 w 552"/>
                <a:gd name="T63" fmla="*/ 272 h 536"/>
                <a:gd name="T64" fmla="*/ 473 w 552"/>
                <a:gd name="T65" fmla="*/ 290 h 536"/>
                <a:gd name="T66" fmla="*/ 447 w 552"/>
                <a:gd name="T67" fmla="*/ 302 h 536"/>
                <a:gd name="T68" fmla="*/ 421 w 552"/>
                <a:gd name="T69" fmla="*/ 311 h 536"/>
                <a:gd name="T70" fmla="*/ 393 w 552"/>
                <a:gd name="T71" fmla="*/ 314 h 536"/>
                <a:gd name="T72" fmla="*/ 384 w 552"/>
                <a:gd name="T73" fmla="*/ 314 h 536"/>
                <a:gd name="T74" fmla="*/ 552 w 552"/>
                <a:gd name="T75" fmla="*/ 536 h 536"/>
                <a:gd name="T76" fmla="*/ 431 w 552"/>
                <a:gd name="T77" fmla="*/ 536 h 536"/>
                <a:gd name="T78" fmla="*/ 274 w 552"/>
                <a:gd name="T79" fmla="*/ 323 h 536"/>
                <a:gd name="T80" fmla="*/ 274 w 552"/>
                <a:gd name="T81" fmla="*/ 321 h 536"/>
                <a:gd name="T82" fmla="*/ 98 w 552"/>
                <a:gd name="T83" fmla="*/ 321 h 536"/>
                <a:gd name="T84" fmla="*/ 98 w 552"/>
                <a:gd name="T85" fmla="*/ 536 h 536"/>
                <a:gd name="T86" fmla="*/ 0 w 552"/>
                <a:gd name="T87" fmla="*/ 536 h 536"/>
                <a:gd name="T88" fmla="*/ 0 w 552"/>
                <a:gd name="T89"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552" h="536">
                  <a:moveTo>
                    <a:pt x="98" y="79"/>
                  </a:moveTo>
                  <a:lnTo>
                    <a:pt x="98" y="241"/>
                  </a:lnTo>
                  <a:lnTo>
                    <a:pt x="307" y="241"/>
                  </a:lnTo>
                  <a:lnTo>
                    <a:pt x="342" y="241"/>
                  </a:lnTo>
                  <a:lnTo>
                    <a:pt x="374" y="238"/>
                  </a:lnTo>
                  <a:lnTo>
                    <a:pt x="398" y="231"/>
                  </a:lnTo>
                  <a:lnTo>
                    <a:pt x="417" y="222"/>
                  </a:lnTo>
                  <a:lnTo>
                    <a:pt x="431" y="206"/>
                  </a:lnTo>
                  <a:lnTo>
                    <a:pt x="440" y="187"/>
                  </a:lnTo>
                  <a:lnTo>
                    <a:pt x="443" y="161"/>
                  </a:lnTo>
                  <a:lnTo>
                    <a:pt x="440" y="135"/>
                  </a:lnTo>
                  <a:lnTo>
                    <a:pt x="431" y="114"/>
                  </a:lnTo>
                  <a:lnTo>
                    <a:pt x="417" y="100"/>
                  </a:lnTo>
                  <a:lnTo>
                    <a:pt x="398" y="89"/>
                  </a:lnTo>
                  <a:lnTo>
                    <a:pt x="374" y="84"/>
                  </a:lnTo>
                  <a:lnTo>
                    <a:pt x="342" y="80"/>
                  </a:lnTo>
                  <a:lnTo>
                    <a:pt x="307" y="79"/>
                  </a:lnTo>
                  <a:lnTo>
                    <a:pt x="98" y="79"/>
                  </a:lnTo>
                  <a:close/>
                  <a:moveTo>
                    <a:pt x="0" y="0"/>
                  </a:moveTo>
                  <a:lnTo>
                    <a:pt x="323" y="0"/>
                  </a:lnTo>
                  <a:lnTo>
                    <a:pt x="377" y="2"/>
                  </a:lnTo>
                  <a:lnTo>
                    <a:pt x="422" y="9"/>
                  </a:lnTo>
                  <a:lnTo>
                    <a:pt x="461" y="19"/>
                  </a:lnTo>
                  <a:lnTo>
                    <a:pt x="490" y="37"/>
                  </a:lnTo>
                  <a:lnTo>
                    <a:pt x="513" y="58"/>
                  </a:lnTo>
                  <a:lnTo>
                    <a:pt x="529" y="86"/>
                  </a:lnTo>
                  <a:lnTo>
                    <a:pt x="538" y="119"/>
                  </a:lnTo>
                  <a:lnTo>
                    <a:pt x="541" y="157"/>
                  </a:lnTo>
                  <a:lnTo>
                    <a:pt x="538" y="194"/>
                  </a:lnTo>
                  <a:lnTo>
                    <a:pt x="529" y="225"/>
                  </a:lnTo>
                  <a:lnTo>
                    <a:pt x="513" y="252"/>
                  </a:lnTo>
                  <a:lnTo>
                    <a:pt x="494" y="272"/>
                  </a:lnTo>
                  <a:lnTo>
                    <a:pt x="473" y="290"/>
                  </a:lnTo>
                  <a:lnTo>
                    <a:pt x="447" y="302"/>
                  </a:lnTo>
                  <a:lnTo>
                    <a:pt x="421" y="311"/>
                  </a:lnTo>
                  <a:lnTo>
                    <a:pt x="393" y="314"/>
                  </a:lnTo>
                  <a:lnTo>
                    <a:pt x="384" y="314"/>
                  </a:lnTo>
                  <a:lnTo>
                    <a:pt x="552" y="536"/>
                  </a:lnTo>
                  <a:lnTo>
                    <a:pt x="431" y="536"/>
                  </a:lnTo>
                  <a:lnTo>
                    <a:pt x="274" y="323"/>
                  </a:lnTo>
                  <a:lnTo>
                    <a:pt x="274" y="321"/>
                  </a:lnTo>
                  <a:lnTo>
                    <a:pt x="98" y="321"/>
                  </a:lnTo>
                  <a:lnTo>
                    <a:pt x="98" y="536"/>
                  </a:lnTo>
                  <a:lnTo>
                    <a:pt x="0" y="536"/>
                  </a:lnTo>
                  <a:lnTo>
                    <a:pt x="0" y="0"/>
                  </a:lnTo>
                  <a:close/>
                </a:path>
              </a:pathLst>
            </a:custGeom>
            <a:solidFill>
              <a:schemeClr val="bg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2" name="Freeform 7"/>
            <p:cNvSpPr>
              <a:spLocks/>
            </p:cNvSpPr>
            <p:nvPr userDrawn="1"/>
          </p:nvSpPr>
          <p:spPr bwMode="auto">
            <a:xfrm>
              <a:off x="3467172" y="5818063"/>
              <a:ext cx="462976" cy="508514"/>
            </a:xfrm>
            <a:custGeom>
              <a:avLst/>
              <a:gdLst>
                <a:gd name="T0" fmla="*/ 0 w 488"/>
                <a:gd name="T1" fmla="*/ 0 h 536"/>
                <a:gd name="T2" fmla="*/ 440 w 488"/>
                <a:gd name="T3" fmla="*/ 0 h 536"/>
                <a:gd name="T4" fmla="*/ 455 w 488"/>
                <a:gd name="T5" fmla="*/ 2 h 536"/>
                <a:gd name="T6" fmla="*/ 467 w 488"/>
                <a:gd name="T7" fmla="*/ 12 h 536"/>
                <a:gd name="T8" fmla="*/ 476 w 488"/>
                <a:gd name="T9" fmla="*/ 25 h 536"/>
                <a:gd name="T10" fmla="*/ 480 w 488"/>
                <a:gd name="T11" fmla="*/ 40 h 536"/>
                <a:gd name="T12" fmla="*/ 476 w 488"/>
                <a:gd name="T13" fmla="*/ 56 h 536"/>
                <a:gd name="T14" fmla="*/ 467 w 488"/>
                <a:gd name="T15" fmla="*/ 70 h 536"/>
                <a:gd name="T16" fmla="*/ 455 w 488"/>
                <a:gd name="T17" fmla="*/ 79 h 536"/>
                <a:gd name="T18" fmla="*/ 440 w 488"/>
                <a:gd name="T19" fmla="*/ 82 h 536"/>
                <a:gd name="T20" fmla="*/ 97 w 488"/>
                <a:gd name="T21" fmla="*/ 82 h 536"/>
                <a:gd name="T22" fmla="*/ 97 w 488"/>
                <a:gd name="T23" fmla="*/ 218 h 536"/>
                <a:gd name="T24" fmla="*/ 354 w 488"/>
                <a:gd name="T25" fmla="*/ 218 h 536"/>
                <a:gd name="T26" fmla="*/ 370 w 488"/>
                <a:gd name="T27" fmla="*/ 222 h 536"/>
                <a:gd name="T28" fmla="*/ 384 w 488"/>
                <a:gd name="T29" fmla="*/ 231 h 536"/>
                <a:gd name="T30" fmla="*/ 392 w 488"/>
                <a:gd name="T31" fmla="*/ 243 h 536"/>
                <a:gd name="T32" fmla="*/ 396 w 488"/>
                <a:gd name="T33" fmla="*/ 259 h 536"/>
                <a:gd name="T34" fmla="*/ 392 w 488"/>
                <a:gd name="T35" fmla="*/ 276 h 536"/>
                <a:gd name="T36" fmla="*/ 384 w 488"/>
                <a:gd name="T37" fmla="*/ 288 h 536"/>
                <a:gd name="T38" fmla="*/ 370 w 488"/>
                <a:gd name="T39" fmla="*/ 297 h 536"/>
                <a:gd name="T40" fmla="*/ 354 w 488"/>
                <a:gd name="T41" fmla="*/ 300 h 536"/>
                <a:gd name="T42" fmla="*/ 97 w 488"/>
                <a:gd name="T43" fmla="*/ 300 h 536"/>
                <a:gd name="T44" fmla="*/ 97 w 488"/>
                <a:gd name="T45" fmla="*/ 454 h 536"/>
                <a:gd name="T46" fmla="*/ 448 w 488"/>
                <a:gd name="T47" fmla="*/ 454 h 536"/>
                <a:gd name="T48" fmla="*/ 464 w 488"/>
                <a:gd name="T49" fmla="*/ 457 h 536"/>
                <a:gd name="T50" fmla="*/ 478 w 488"/>
                <a:gd name="T51" fmla="*/ 466 h 536"/>
                <a:gd name="T52" fmla="*/ 487 w 488"/>
                <a:gd name="T53" fmla="*/ 478 h 536"/>
                <a:gd name="T54" fmla="*/ 488 w 488"/>
                <a:gd name="T55" fmla="*/ 494 h 536"/>
                <a:gd name="T56" fmla="*/ 487 w 488"/>
                <a:gd name="T57" fmla="*/ 512 h 536"/>
                <a:gd name="T58" fmla="*/ 478 w 488"/>
                <a:gd name="T59" fmla="*/ 524 h 536"/>
                <a:gd name="T60" fmla="*/ 464 w 488"/>
                <a:gd name="T61" fmla="*/ 533 h 536"/>
                <a:gd name="T62" fmla="*/ 448 w 488"/>
                <a:gd name="T63" fmla="*/ 536 h 536"/>
                <a:gd name="T64" fmla="*/ 0 w 488"/>
                <a:gd name="T65" fmla="*/ 536 h 536"/>
                <a:gd name="T66" fmla="*/ 0 w 488"/>
                <a:gd name="T67"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488" h="536">
                  <a:moveTo>
                    <a:pt x="0" y="0"/>
                  </a:moveTo>
                  <a:lnTo>
                    <a:pt x="440" y="0"/>
                  </a:lnTo>
                  <a:lnTo>
                    <a:pt x="455" y="2"/>
                  </a:lnTo>
                  <a:lnTo>
                    <a:pt x="467" y="12"/>
                  </a:lnTo>
                  <a:lnTo>
                    <a:pt x="476" y="25"/>
                  </a:lnTo>
                  <a:lnTo>
                    <a:pt x="480" y="40"/>
                  </a:lnTo>
                  <a:lnTo>
                    <a:pt x="476" y="56"/>
                  </a:lnTo>
                  <a:lnTo>
                    <a:pt x="467" y="70"/>
                  </a:lnTo>
                  <a:lnTo>
                    <a:pt x="455" y="79"/>
                  </a:lnTo>
                  <a:lnTo>
                    <a:pt x="440" y="82"/>
                  </a:lnTo>
                  <a:lnTo>
                    <a:pt x="97" y="82"/>
                  </a:lnTo>
                  <a:lnTo>
                    <a:pt x="97" y="218"/>
                  </a:lnTo>
                  <a:lnTo>
                    <a:pt x="354" y="218"/>
                  </a:lnTo>
                  <a:lnTo>
                    <a:pt x="370" y="222"/>
                  </a:lnTo>
                  <a:lnTo>
                    <a:pt x="384" y="231"/>
                  </a:lnTo>
                  <a:lnTo>
                    <a:pt x="392" y="243"/>
                  </a:lnTo>
                  <a:lnTo>
                    <a:pt x="396" y="259"/>
                  </a:lnTo>
                  <a:lnTo>
                    <a:pt x="392" y="276"/>
                  </a:lnTo>
                  <a:lnTo>
                    <a:pt x="384" y="288"/>
                  </a:lnTo>
                  <a:lnTo>
                    <a:pt x="370" y="297"/>
                  </a:lnTo>
                  <a:lnTo>
                    <a:pt x="354" y="300"/>
                  </a:lnTo>
                  <a:lnTo>
                    <a:pt x="97" y="300"/>
                  </a:lnTo>
                  <a:lnTo>
                    <a:pt x="97" y="454"/>
                  </a:lnTo>
                  <a:lnTo>
                    <a:pt x="448" y="454"/>
                  </a:lnTo>
                  <a:lnTo>
                    <a:pt x="464" y="457"/>
                  </a:lnTo>
                  <a:lnTo>
                    <a:pt x="478" y="466"/>
                  </a:lnTo>
                  <a:lnTo>
                    <a:pt x="487" y="478"/>
                  </a:lnTo>
                  <a:lnTo>
                    <a:pt x="488" y="494"/>
                  </a:lnTo>
                  <a:lnTo>
                    <a:pt x="487" y="512"/>
                  </a:lnTo>
                  <a:lnTo>
                    <a:pt x="478" y="524"/>
                  </a:lnTo>
                  <a:lnTo>
                    <a:pt x="464" y="533"/>
                  </a:lnTo>
                  <a:lnTo>
                    <a:pt x="448" y="536"/>
                  </a:lnTo>
                  <a:lnTo>
                    <a:pt x="0" y="536"/>
                  </a:lnTo>
                  <a:lnTo>
                    <a:pt x="0" y="0"/>
                  </a:lnTo>
                  <a:close/>
                </a:path>
              </a:pathLst>
            </a:custGeom>
            <a:solidFill>
              <a:schemeClr val="bg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3" name="Freeform 8"/>
            <p:cNvSpPr>
              <a:spLocks/>
            </p:cNvSpPr>
            <p:nvPr userDrawn="1"/>
          </p:nvSpPr>
          <p:spPr bwMode="auto">
            <a:xfrm>
              <a:off x="4041148" y="5818063"/>
              <a:ext cx="541720" cy="508514"/>
            </a:xfrm>
            <a:custGeom>
              <a:avLst/>
              <a:gdLst>
                <a:gd name="T0" fmla="*/ 48 w 571"/>
                <a:gd name="T1" fmla="*/ 0 h 536"/>
                <a:gd name="T2" fmla="*/ 65 w 571"/>
                <a:gd name="T3" fmla="*/ 4 h 536"/>
                <a:gd name="T4" fmla="*/ 79 w 571"/>
                <a:gd name="T5" fmla="*/ 12 h 536"/>
                <a:gd name="T6" fmla="*/ 89 w 571"/>
                <a:gd name="T7" fmla="*/ 26 h 536"/>
                <a:gd name="T8" fmla="*/ 280 w 571"/>
                <a:gd name="T9" fmla="*/ 431 h 536"/>
                <a:gd name="T10" fmla="*/ 285 w 571"/>
                <a:gd name="T11" fmla="*/ 440 h 536"/>
                <a:gd name="T12" fmla="*/ 484 w 571"/>
                <a:gd name="T13" fmla="*/ 26 h 536"/>
                <a:gd name="T14" fmla="*/ 494 w 571"/>
                <a:gd name="T15" fmla="*/ 12 h 536"/>
                <a:gd name="T16" fmla="*/ 508 w 571"/>
                <a:gd name="T17" fmla="*/ 2 h 536"/>
                <a:gd name="T18" fmla="*/ 526 w 571"/>
                <a:gd name="T19" fmla="*/ 0 h 536"/>
                <a:gd name="T20" fmla="*/ 541 w 571"/>
                <a:gd name="T21" fmla="*/ 2 h 536"/>
                <a:gd name="T22" fmla="*/ 554 w 571"/>
                <a:gd name="T23" fmla="*/ 9 h 536"/>
                <a:gd name="T24" fmla="*/ 564 w 571"/>
                <a:gd name="T25" fmla="*/ 21 h 536"/>
                <a:gd name="T26" fmla="*/ 571 w 571"/>
                <a:gd name="T27" fmla="*/ 35 h 536"/>
                <a:gd name="T28" fmla="*/ 571 w 571"/>
                <a:gd name="T29" fmla="*/ 51 h 536"/>
                <a:gd name="T30" fmla="*/ 568 w 571"/>
                <a:gd name="T31" fmla="*/ 67 h 536"/>
                <a:gd name="T32" fmla="*/ 337 w 571"/>
                <a:gd name="T33" fmla="*/ 536 h 536"/>
                <a:gd name="T34" fmla="*/ 233 w 571"/>
                <a:gd name="T35" fmla="*/ 536 h 536"/>
                <a:gd name="T36" fmla="*/ 6 w 571"/>
                <a:gd name="T37" fmla="*/ 67 h 536"/>
                <a:gd name="T38" fmla="*/ 0 w 571"/>
                <a:gd name="T39" fmla="*/ 51 h 536"/>
                <a:gd name="T40" fmla="*/ 2 w 571"/>
                <a:gd name="T41" fmla="*/ 35 h 536"/>
                <a:gd name="T42" fmla="*/ 7 w 571"/>
                <a:gd name="T43" fmla="*/ 21 h 536"/>
                <a:gd name="T44" fmla="*/ 18 w 571"/>
                <a:gd name="T45" fmla="*/ 9 h 536"/>
                <a:gd name="T46" fmla="*/ 32 w 571"/>
                <a:gd name="T47" fmla="*/ 2 h 536"/>
                <a:gd name="T48" fmla="*/ 48 w 571"/>
                <a:gd name="T49"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571" h="536">
                  <a:moveTo>
                    <a:pt x="48" y="0"/>
                  </a:moveTo>
                  <a:lnTo>
                    <a:pt x="65" y="4"/>
                  </a:lnTo>
                  <a:lnTo>
                    <a:pt x="79" y="12"/>
                  </a:lnTo>
                  <a:lnTo>
                    <a:pt x="89" y="26"/>
                  </a:lnTo>
                  <a:lnTo>
                    <a:pt x="280" y="431"/>
                  </a:lnTo>
                  <a:lnTo>
                    <a:pt x="285" y="440"/>
                  </a:lnTo>
                  <a:lnTo>
                    <a:pt x="484" y="26"/>
                  </a:lnTo>
                  <a:lnTo>
                    <a:pt x="494" y="12"/>
                  </a:lnTo>
                  <a:lnTo>
                    <a:pt x="508" y="2"/>
                  </a:lnTo>
                  <a:lnTo>
                    <a:pt x="526" y="0"/>
                  </a:lnTo>
                  <a:lnTo>
                    <a:pt x="541" y="2"/>
                  </a:lnTo>
                  <a:lnTo>
                    <a:pt x="554" y="9"/>
                  </a:lnTo>
                  <a:lnTo>
                    <a:pt x="564" y="21"/>
                  </a:lnTo>
                  <a:lnTo>
                    <a:pt x="571" y="35"/>
                  </a:lnTo>
                  <a:lnTo>
                    <a:pt x="571" y="51"/>
                  </a:lnTo>
                  <a:lnTo>
                    <a:pt x="568" y="67"/>
                  </a:lnTo>
                  <a:lnTo>
                    <a:pt x="337" y="536"/>
                  </a:lnTo>
                  <a:lnTo>
                    <a:pt x="233" y="536"/>
                  </a:lnTo>
                  <a:lnTo>
                    <a:pt x="6" y="67"/>
                  </a:lnTo>
                  <a:lnTo>
                    <a:pt x="0" y="51"/>
                  </a:lnTo>
                  <a:lnTo>
                    <a:pt x="2" y="35"/>
                  </a:lnTo>
                  <a:lnTo>
                    <a:pt x="7" y="21"/>
                  </a:lnTo>
                  <a:lnTo>
                    <a:pt x="18" y="9"/>
                  </a:lnTo>
                  <a:lnTo>
                    <a:pt x="32" y="2"/>
                  </a:lnTo>
                  <a:lnTo>
                    <a:pt x="48" y="0"/>
                  </a:lnTo>
                  <a:close/>
                </a:path>
              </a:pathLst>
            </a:custGeom>
            <a:solidFill>
              <a:schemeClr val="bg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4" name="Freeform 9"/>
            <p:cNvSpPr>
              <a:spLocks noEditPoints="1"/>
            </p:cNvSpPr>
            <p:nvPr userDrawn="1"/>
          </p:nvSpPr>
          <p:spPr bwMode="auto">
            <a:xfrm>
              <a:off x="4582868" y="5818063"/>
              <a:ext cx="608130" cy="508514"/>
            </a:xfrm>
            <a:custGeom>
              <a:avLst/>
              <a:gdLst>
                <a:gd name="T0" fmla="*/ 321 w 641"/>
                <a:gd name="T1" fmla="*/ 70 h 536"/>
                <a:gd name="T2" fmla="*/ 201 w 641"/>
                <a:gd name="T3" fmla="*/ 328 h 536"/>
                <a:gd name="T4" fmla="*/ 443 w 641"/>
                <a:gd name="T5" fmla="*/ 328 h 536"/>
                <a:gd name="T6" fmla="*/ 321 w 641"/>
                <a:gd name="T7" fmla="*/ 70 h 536"/>
                <a:gd name="T8" fmla="*/ 264 w 641"/>
                <a:gd name="T9" fmla="*/ 0 h 536"/>
                <a:gd name="T10" fmla="*/ 381 w 641"/>
                <a:gd name="T11" fmla="*/ 0 h 536"/>
                <a:gd name="T12" fmla="*/ 641 w 641"/>
                <a:gd name="T13" fmla="*/ 536 h 536"/>
                <a:gd name="T14" fmla="*/ 538 w 641"/>
                <a:gd name="T15" fmla="*/ 536 h 536"/>
                <a:gd name="T16" fmla="*/ 482 w 641"/>
                <a:gd name="T17" fmla="*/ 414 h 536"/>
                <a:gd name="T18" fmla="*/ 480 w 641"/>
                <a:gd name="T19" fmla="*/ 410 h 536"/>
                <a:gd name="T20" fmla="*/ 161 w 641"/>
                <a:gd name="T21" fmla="*/ 410 h 536"/>
                <a:gd name="T22" fmla="*/ 103 w 641"/>
                <a:gd name="T23" fmla="*/ 536 h 536"/>
                <a:gd name="T24" fmla="*/ 0 w 641"/>
                <a:gd name="T25" fmla="*/ 536 h 536"/>
                <a:gd name="T26" fmla="*/ 264 w 641"/>
                <a:gd name="T27"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641" h="536">
                  <a:moveTo>
                    <a:pt x="321" y="70"/>
                  </a:moveTo>
                  <a:lnTo>
                    <a:pt x="201" y="328"/>
                  </a:lnTo>
                  <a:lnTo>
                    <a:pt x="443" y="328"/>
                  </a:lnTo>
                  <a:lnTo>
                    <a:pt x="321" y="70"/>
                  </a:lnTo>
                  <a:close/>
                  <a:moveTo>
                    <a:pt x="264" y="0"/>
                  </a:moveTo>
                  <a:lnTo>
                    <a:pt x="381" y="0"/>
                  </a:lnTo>
                  <a:lnTo>
                    <a:pt x="641" y="536"/>
                  </a:lnTo>
                  <a:lnTo>
                    <a:pt x="538" y="536"/>
                  </a:lnTo>
                  <a:lnTo>
                    <a:pt x="482" y="414"/>
                  </a:lnTo>
                  <a:lnTo>
                    <a:pt x="480" y="410"/>
                  </a:lnTo>
                  <a:lnTo>
                    <a:pt x="161" y="410"/>
                  </a:lnTo>
                  <a:lnTo>
                    <a:pt x="103" y="536"/>
                  </a:lnTo>
                  <a:lnTo>
                    <a:pt x="0" y="536"/>
                  </a:lnTo>
                  <a:lnTo>
                    <a:pt x="264" y="0"/>
                  </a:lnTo>
                  <a:close/>
                </a:path>
              </a:pathLst>
            </a:custGeom>
            <a:solidFill>
              <a:schemeClr val="bg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5" name="Freeform 10"/>
            <p:cNvSpPr>
              <a:spLocks/>
            </p:cNvSpPr>
            <p:nvPr userDrawn="1"/>
          </p:nvSpPr>
          <p:spPr bwMode="auto">
            <a:xfrm>
              <a:off x="5169177" y="5818063"/>
              <a:ext cx="555002" cy="508514"/>
            </a:xfrm>
            <a:custGeom>
              <a:avLst/>
              <a:gdLst>
                <a:gd name="T0" fmla="*/ 42 w 585"/>
                <a:gd name="T1" fmla="*/ 0 h 536"/>
                <a:gd name="T2" fmla="*/ 545 w 585"/>
                <a:gd name="T3" fmla="*/ 0 h 536"/>
                <a:gd name="T4" fmla="*/ 560 w 585"/>
                <a:gd name="T5" fmla="*/ 2 h 536"/>
                <a:gd name="T6" fmla="*/ 574 w 585"/>
                <a:gd name="T7" fmla="*/ 12 h 536"/>
                <a:gd name="T8" fmla="*/ 583 w 585"/>
                <a:gd name="T9" fmla="*/ 25 h 536"/>
                <a:gd name="T10" fmla="*/ 585 w 585"/>
                <a:gd name="T11" fmla="*/ 40 h 536"/>
                <a:gd name="T12" fmla="*/ 583 w 585"/>
                <a:gd name="T13" fmla="*/ 56 h 536"/>
                <a:gd name="T14" fmla="*/ 574 w 585"/>
                <a:gd name="T15" fmla="*/ 70 h 536"/>
                <a:gd name="T16" fmla="*/ 560 w 585"/>
                <a:gd name="T17" fmla="*/ 79 h 536"/>
                <a:gd name="T18" fmla="*/ 545 w 585"/>
                <a:gd name="T19" fmla="*/ 82 h 536"/>
                <a:gd name="T20" fmla="*/ 342 w 585"/>
                <a:gd name="T21" fmla="*/ 82 h 536"/>
                <a:gd name="T22" fmla="*/ 342 w 585"/>
                <a:gd name="T23" fmla="*/ 536 h 536"/>
                <a:gd name="T24" fmla="*/ 244 w 585"/>
                <a:gd name="T25" fmla="*/ 536 h 536"/>
                <a:gd name="T26" fmla="*/ 244 w 585"/>
                <a:gd name="T27" fmla="*/ 82 h 536"/>
                <a:gd name="T28" fmla="*/ 42 w 585"/>
                <a:gd name="T29" fmla="*/ 82 h 536"/>
                <a:gd name="T30" fmla="*/ 26 w 585"/>
                <a:gd name="T31" fmla="*/ 79 h 536"/>
                <a:gd name="T32" fmla="*/ 12 w 585"/>
                <a:gd name="T33" fmla="*/ 70 h 536"/>
                <a:gd name="T34" fmla="*/ 4 w 585"/>
                <a:gd name="T35" fmla="*/ 56 h 536"/>
                <a:gd name="T36" fmla="*/ 0 w 585"/>
                <a:gd name="T37" fmla="*/ 40 h 536"/>
                <a:gd name="T38" fmla="*/ 4 w 585"/>
                <a:gd name="T39" fmla="*/ 25 h 536"/>
                <a:gd name="T40" fmla="*/ 12 w 585"/>
                <a:gd name="T41" fmla="*/ 12 h 536"/>
                <a:gd name="T42" fmla="*/ 26 w 585"/>
                <a:gd name="T43" fmla="*/ 2 h 536"/>
                <a:gd name="T44" fmla="*/ 42 w 585"/>
                <a:gd name="T45"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585" h="536">
                  <a:moveTo>
                    <a:pt x="42" y="0"/>
                  </a:moveTo>
                  <a:lnTo>
                    <a:pt x="545" y="0"/>
                  </a:lnTo>
                  <a:lnTo>
                    <a:pt x="560" y="2"/>
                  </a:lnTo>
                  <a:lnTo>
                    <a:pt x="574" y="12"/>
                  </a:lnTo>
                  <a:lnTo>
                    <a:pt x="583" y="25"/>
                  </a:lnTo>
                  <a:lnTo>
                    <a:pt x="585" y="40"/>
                  </a:lnTo>
                  <a:lnTo>
                    <a:pt x="583" y="56"/>
                  </a:lnTo>
                  <a:lnTo>
                    <a:pt x="574" y="70"/>
                  </a:lnTo>
                  <a:lnTo>
                    <a:pt x="560" y="79"/>
                  </a:lnTo>
                  <a:lnTo>
                    <a:pt x="545" y="82"/>
                  </a:lnTo>
                  <a:lnTo>
                    <a:pt x="342" y="82"/>
                  </a:lnTo>
                  <a:lnTo>
                    <a:pt x="342" y="536"/>
                  </a:lnTo>
                  <a:lnTo>
                    <a:pt x="244" y="536"/>
                  </a:lnTo>
                  <a:lnTo>
                    <a:pt x="244" y="82"/>
                  </a:lnTo>
                  <a:lnTo>
                    <a:pt x="42" y="82"/>
                  </a:lnTo>
                  <a:lnTo>
                    <a:pt x="26" y="79"/>
                  </a:lnTo>
                  <a:lnTo>
                    <a:pt x="12" y="70"/>
                  </a:lnTo>
                  <a:lnTo>
                    <a:pt x="4" y="56"/>
                  </a:lnTo>
                  <a:lnTo>
                    <a:pt x="0" y="40"/>
                  </a:lnTo>
                  <a:lnTo>
                    <a:pt x="4" y="25"/>
                  </a:lnTo>
                  <a:lnTo>
                    <a:pt x="12" y="12"/>
                  </a:lnTo>
                  <a:lnTo>
                    <a:pt x="26" y="2"/>
                  </a:lnTo>
                  <a:lnTo>
                    <a:pt x="42" y="0"/>
                  </a:lnTo>
                  <a:close/>
                </a:path>
              </a:pathLst>
            </a:custGeom>
            <a:solidFill>
              <a:schemeClr val="bg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6" name="Freeform 11"/>
            <p:cNvSpPr>
              <a:spLocks/>
            </p:cNvSpPr>
            <p:nvPr userDrawn="1"/>
          </p:nvSpPr>
          <p:spPr bwMode="auto">
            <a:xfrm>
              <a:off x="5831384" y="5818063"/>
              <a:ext cx="541720" cy="521796"/>
            </a:xfrm>
            <a:custGeom>
              <a:avLst/>
              <a:gdLst>
                <a:gd name="T0" fmla="*/ 49 w 571"/>
                <a:gd name="T1" fmla="*/ 0 h 550"/>
                <a:gd name="T2" fmla="*/ 68 w 571"/>
                <a:gd name="T3" fmla="*/ 4 h 550"/>
                <a:gd name="T4" fmla="*/ 84 w 571"/>
                <a:gd name="T5" fmla="*/ 14 h 550"/>
                <a:gd name="T6" fmla="*/ 94 w 571"/>
                <a:gd name="T7" fmla="*/ 30 h 550"/>
                <a:gd name="T8" fmla="*/ 98 w 571"/>
                <a:gd name="T9" fmla="*/ 49 h 550"/>
                <a:gd name="T10" fmla="*/ 98 w 571"/>
                <a:gd name="T11" fmla="*/ 299 h 550"/>
                <a:gd name="T12" fmla="*/ 98 w 571"/>
                <a:gd name="T13" fmla="*/ 320 h 550"/>
                <a:gd name="T14" fmla="*/ 101 w 571"/>
                <a:gd name="T15" fmla="*/ 342 h 550"/>
                <a:gd name="T16" fmla="*/ 105 w 571"/>
                <a:gd name="T17" fmla="*/ 363 h 550"/>
                <a:gd name="T18" fmla="*/ 112 w 571"/>
                <a:gd name="T19" fmla="*/ 384 h 550"/>
                <a:gd name="T20" fmla="*/ 122 w 571"/>
                <a:gd name="T21" fmla="*/ 403 h 550"/>
                <a:gd name="T22" fmla="*/ 136 w 571"/>
                <a:gd name="T23" fmla="*/ 421 h 550"/>
                <a:gd name="T24" fmla="*/ 156 w 571"/>
                <a:gd name="T25" fmla="*/ 437 h 550"/>
                <a:gd name="T26" fmla="*/ 180 w 571"/>
                <a:gd name="T27" fmla="*/ 449 h 550"/>
                <a:gd name="T28" fmla="*/ 208 w 571"/>
                <a:gd name="T29" fmla="*/ 459 h 550"/>
                <a:gd name="T30" fmla="*/ 245 w 571"/>
                <a:gd name="T31" fmla="*/ 464 h 550"/>
                <a:gd name="T32" fmla="*/ 286 w 571"/>
                <a:gd name="T33" fmla="*/ 466 h 550"/>
                <a:gd name="T34" fmla="*/ 328 w 571"/>
                <a:gd name="T35" fmla="*/ 464 h 550"/>
                <a:gd name="T36" fmla="*/ 363 w 571"/>
                <a:gd name="T37" fmla="*/ 459 h 550"/>
                <a:gd name="T38" fmla="*/ 391 w 571"/>
                <a:gd name="T39" fmla="*/ 449 h 550"/>
                <a:gd name="T40" fmla="*/ 416 w 571"/>
                <a:gd name="T41" fmla="*/ 437 h 550"/>
                <a:gd name="T42" fmla="*/ 435 w 571"/>
                <a:gd name="T43" fmla="*/ 421 h 550"/>
                <a:gd name="T44" fmla="*/ 449 w 571"/>
                <a:gd name="T45" fmla="*/ 403 h 550"/>
                <a:gd name="T46" fmla="*/ 459 w 571"/>
                <a:gd name="T47" fmla="*/ 384 h 550"/>
                <a:gd name="T48" fmla="*/ 466 w 571"/>
                <a:gd name="T49" fmla="*/ 363 h 550"/>
                <a:gd name="T50" fmla="*/ 470 w 571"/>
                <a:gd name="T51" fmla="*/ 342 h 550"/>
                <a:gd name="T52" fmla="*/ 473 w 571"/>
                <a:gd name="T53" fmla="*/ 320 h 550"/>
                <a:gd name="T54" fmla="*/ 473 w 571"/>
                <a:gd name="T55" fmla="*/ 299 h 550"/>
                <a:gd name="T56" fmla="*/ 473 w 571"/>
                <a:gd name="T57" fmla="*/ 49 h 550"/>
                <a:gd name="T58" fmla="*/ 477 w 571"/>
                <a:gd name="T59" fmla="*/ 30 h 550"/>
                <a:gd name="T60" fmla="*/ 487 w 571"/>
                <a:gd name="T61" fmla="*/ 14 h 550"/>
                <a:gd name="T62" fmla="*/ 503 w 571"/>
                <a:gd name="T63" fmla="*/ 4 h 550"/>
                <a:gd name="T64" fmla="*/ 522 w 571"/>
                <a:gd name="T65" fmla="*/ 0 h 550"/>
                <a:gd name="T66" fmla="*/ 541 w 571"/>
                <a:gd name="T67" fmla="*/ 4 h 550"/>
                <a:gd name="T68" fmla="*/ 557 w 571"/>
                <a:gd name="T69" fmla="*/ 14 h 550"/>
                <a:gd name="T70" fmla="*/ 567 w 571"/>
                <a:gd name="T71" fmla="*/ 30 h 550"/>
                <a:gd name="T72" fmla="*/ 571 w 571"/>
                <a:gd name="T73" fmla="*/ 49 h 550"/>
                <a:gd name="T74" fmla="*/ 571 w 571"/>
                <a:gd name="T75" fmla="*/ 306 h 550"/>
                <a:gd name="T76" fmla="*/ 567 w 571"/>
                <a:gd name="T77" fmla="*/ 358 h 550"/>
                <a:gd name="T78" fmla="*/ 557 w 571"/>
                <a:gd name="T79" fmla="*/ 402 h 550"/>
                <a:gd name="T80" fmla="*/ 540 w 571"/>
                <a:gd name="T81" fmla="*/ 442 h 550"/>
                <a:gd name="T82" fmla="*/ 513 w 571"/>
                <a:gd name="T83" fmla="*/ 475 h 550"/>
                <a:gd name="T84" fmla="*/ 482 w 571"/>
                <a:gd name="T85" fmla="*/ 501 h 550"/>
                <a:gd name="T86" fmla="*/ 444 w 571"/>
                <a:gd name="T87" fmla="*/ 522 h 550"/>
                <a:gd name="T88" fmla="*/ 398 w 571"/>
                <a:gd name="T89" fmla="*/ 538 h 550"/>
                <a:gd name="T90" fmla="*/ 346 w 571"/>
                <a:gd name="T91" fmla="*/ 547 h 550"/>
                <a:gd name="T92" fmla="*/ 286 w 571"/>
                <a:gd name="T93" fmla="*/ 550 h 550"/>
                <a:gd name="T94" fmla="*/ 225 w 571"/>
                <a:gd name="T95" fmla="*/ 547 h 550"/>
                <a:gd name="T96" fmla="*/ 173 w 571"/>
                <a:gd name="T97" fmla="*/ 538 h 550"/>
                <a:gd name="T98" fmla="*/ 128 w 571"/>
                <a:gd name="T99" fmla="*/ 522 h 550"/>
                <a:gd name="T100" fmla="*/ 89 w 571"/>
                <a:gd name="T101" fmla="*/ 501 h 550"/>
                <a:gd name="T102" fmla="*/ 58 w 571"/>
                <a:gd name="T103" fmla="*/ 475 h 550"/>
                <a:gd name="T104" fmla="*/ 32 w 571"/>
                <a:gd name="T105" fmla="*/ 442 h 550"/>
                <a:gd name="T106" fmla="*/ 14 w 571"/>
                <a:gd name="T107" fmla="*/ 402 h 550"/>
                <a:gd name="T108" fmla="*/ 4 w 571"/>
                <a:gd name="T109" fmla="*/ 358 h 550"/>
                <a:gd name="T110" fmla="*/ 0 w 571"/>
                <a:gd name="T111" fmla="*/ 306 h 550"/>
                <a:gd name="T112" fmla="*/ 0 w 571"/>
                <a:gd name="T113" fmla="*/ 49 h 550"/>
                <a:gd name="T114" fmla="*/ 4 w 571"/>
                <a:gd name="T115" fmla="*/ 30 h 550"/>
                <a:gd name="T116" fmla="*/ 14 w 571"/>
                <a:gd name="T117" fmla="*/ 14 h 550"/>
                <a:gd name="T118" fmla="*/ 30 w 571"/>
                <a:gd name="T119" fmla="*/ 4 h 550"/>
                <a:gd name="T120" fmla="*/ 49 w 571"/>
                <a:gd name="T121" fmla="*/ 0 h 5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571" h="550">
                  <a:moveTo>
                    <a:pt x="49" y="0"/>
                  </a:moveTo>
                  <a:lnTo>
                    <a:pt x="68" y="4"/>
                  </a:lnTo>
                  <a:lnTo>
                    <a:pt x="84" y="14"/>
                  </a:lnTo>
                  <a:lnTo>
                    <a:pt x="94" y="30"/>
                  </a:lnTo>
                  <a:lnTo>
                    <a:pt x="98" y="49"/>
                  </a:lnTo>
                  <a:lnTo>
                    <a:pt x="98" y="299"/>
                  </a:lnTo>
                  <a:lnTo>
                    <a:pt x="98" y="320"/>
                  </a:lnTo>
                  <a:lnTo>
                    <a:pt x="101" y="342"/>
                  </a:lnTo>
                  <a:lnTo>
                    <a:pt x="105" y="363"/>
                  </a:lnTo>
                  <a:lnTo>
                    <a:pt x="112" y="384"/>
                  </a:lnTo>
                  <a:lnTo>
                    <a:pt x="122" y="403"/>
                  </a:lnTo>
                  <a:lnTo>
                    <a:pt x="136" y="421"/>
                  </a:lnTo>
                  <a:lnTo>
                    <a:pt x="156" y="437"/>
                  </a:lnTo>
                  <a:lnTo>
                    <a:pt x="180" y="449"/>
                  </a:lnTo>
                  <a:lnTo>
                    <a:pt x="208" y="459"/>
                  </a:lnTo>
                  <a:lnTo>
                    <a:pt x="245" y="464"/>
                  </a:lnTo>
                  <a:lnTo>
                    <a:pt x="286" y="466"/>
                  </a:lnTo>
                  <a:lnTo>
                    <a:pt x="328" y="464"/>
                  </a:lnTo>
                  <a:lnTo>
                    <a:pt x="363" y="459"/>
                  </a:lnTo>
                  <a:lnTo>
                    <a:pt x="391" y="449"/>
                  </a:lnTo>
                  <a:lnTo>
                    <a:pt x="416" y="437"/>
                  </a:lnTo>
                  <a:lnTo>
                    <a:pt x="435" y="421"/>
                  </a:lnTo>
                  <a:lnTo>
                    <a:pt x="449" y="403"/>
                  </a:lnTo>
                  <a:lnTo>
                    <a:pt x="459" y="384"/>
                  </a:lnTo>
                  <a:lnTo>
                    <a:pt x="466" y="363"/>
                  </a:lnTo>
                  <a:lnTo>
                    <a:pt x="470" y="342"/>
                  </a:lnTo>
                  <a:lnTo>
                    <a:pt x="473" y="320"/>
                  </a:lnTo>
                  <a:lnTo>
                    <a:pt x="473" y="299"/>
                  </a:lnTo>
                  <a:lnTo>
                    <a:pt x="473" y="49"/>
                  </a:lnTo>
                  <a:lnTo>
                    <a:pt x="477" y="30"/>
                  </a:lnTo>
                  <a:lnTo>
                    <a:pt x="487" y="14"/>
                  </a:lnTo>
                  <a:lnTo>
                    <a:pt x="503" y="4"/>
                  </a:lnTo>
                  <a:lnTo>
                    <a:pt x="522" y="0"/>
                  </a:lnTo>
                  <a:lnTo>
                    <a:pt x="541" y="4"/>
                  </a:lnTo>
                  <a:lnTo>
                    <a:pt x="557" y="14"/>
                  </a:lnTo>
                  <a:lnTo>
                    <a:pt x="567" y="30"/>
                  </a:lnTo>
                  <a:lnTo>
                    <a:pt x="571" y="49"/>
                  </a:lnTo>
                  <a:lnTo>
                    <a:pt x="571" y="306"/>
                  </a:lnTo>
                  <a:lnTo>
                    <a:pt x="567" y="358"/>
                  </a:lnTo>
                  <a:lnTo>
                    <a:pt x="557" y="402"/>
                  </a:lnTo>
                  <a:lnTo>
                    <a:pt x="540" y="442"/>
                  </a:lnTo>
                  <a:lnTo>
                    <a:pt x="513" y="475"/>
                  </a:lnTo>
                  <a:lnTo>
                    <a:pt x="482" y="501"/>
                  </a:lnTo>
                  <a:lnTo>
                    <a:pt x="444" y="522"/>
                  </a:lnTo>
                  <a:lnTo>
                    <a:pt x="398" y="538"/>
                  </a:lnTo>
                  <a:lnTo>
                    <a:pt x="346" y="547"/>
                  </a:lnTo>
                  <a:lnTo>
                    <a:pt x="286" y="550"/>
                  </a:lnTo>
                  <a:lnTo>
                    <a:pt x="225" y="547"/>
                  </a:lnTo>
                  <a:lnTo>
                    <a:pt x="173" y="538"/>
                  </a:lnTo>
                  <a:lnTo>
                    <a:pt x="128" y="522"/>
                  </a:lnTo>
                  <a:lnTo>
                    <a:pt x="89" y="501"/>
                  </a:lnTo>
                  <a:lnTo>
                    <a:pt x="58" y="475"/>
                  </a:lnTo>
                  <a:lnTo>
                    <a:pt x="32" y="442"/>
                  </a:lnTo>
                  <a:lnTo>
                    <a:pt x="14" y="402"/>
                  </a:lnTo>
                  <a:lnTo>
                    <a:pt x="4" y="358"/>
                  </a:lnTo>
                  <a:lnTo>
                    <a:pt x="0" y="306"/>
                  </a:lnTo>
                  <a:lnTo>
                    <a:pt x="0" y="49"/>
                  </a:lnTo>
                  <a:lnTo>
                    <a:pt x="4" y="30"/>
                  </a:lnTo>
                  <a:lnTo>
                    <a:pt x="14" y="14"/>
                  </a:lnTo>
                  <a:lnTo>
                    <a:pt x="30" y="4"/>
                  </a:lnTo>
                  <a:lnTo>
                    <a:pt x="49" y="0"/>
                  </a:lnTo>
                  <a:close/>
                </a:path>
              </a:pathLst>
            </a:custGeom>
            <a:solidFill>
              <a:schemeClr val="bg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7" name="Freeform 12"/>
            <p:cNvSpPr>
              <a:spLocks noEditPoints="1"/>
            </p:cNvSpPr>
            <p:nvPr userDrawn="1"/>
          </p:nvSpPr>
          <p:spPr bwMode="auto">
            <a:xfrm>
              <a:off x="6530592" y="5818063"/>
              <a:ext cx="521796" cy="508514"/>
            </a:xfrm>
            <a:custGeom>
              <a:avLst/>
              <a:gdLst>
                <a:gd name="T0" fmla="*/ 96 w 550"/>
                <a:gd name="T1" fmla="*/ 79 h 536"/>
                <a:gd name="T2" fmla="*/ 96 w 550"/>
                <a:gd name="T3" fmla="*/ 241 h 536"/>
                <a:gd name="T4" fmla="*/ 307 w 550"/>
                <a:gd name="T5" fmla="*/ 241 h 536"/>
                <a:gd name="T6" fmla="*/ 342 w 550"/>
                <a:gd name="T7" fmla="*/ 241 h 536"/>
                <a:gd name="T8" fmla="*/ 372 w 550"/>
                <a:gd name="T9" fmla="*/ 238 h 536"/>
                <a:gd name="T10" fmla="*/ 398 w 550"/>
                <a:gd name="T11" fmla="*/ 231 h 536"/>
                <a:gd name="T12" fmla="*/ 417 w 550"/>
                <a:gd name="T13" fmla="*/ 222 h 536"/>
                <a:gd name="T14" fmla="*/ 431 w 550"/>
                <a:gd name="T15" fmla="*/ 206 h 536"/>
                <a:gd name="T16" fmla="*/ 440 w 550"/>
                <a:gd name="T17" fmla="*/ 187 h 536"/>
                <a:gd name="T18" fmla="*/ 443 w 550"/>
                <a:gd name="T19" fmla="*/ 161 h 536"/>
                <a:gd name="T20" fmla="*/ 440 w 550"/>
                <a:gd name="T21" fmla="*/ 135 h 536"/>
                <a:gd name="T22" fmla="*/ 431 w 550"/>
                <a:gd name="T23" fmla="*/ 114 h 536"/>
                <a:gd name="T24" fmla="*/ 417 w 550"/>
                <a:gd name="T25" fmla="*/ 100 h 536"/>
                <a:gd name="T26" fmla="*/ 398 w 550"/>
                <a:gd name="T27" fmla="*/ 89 h 536"/>
                <a:gd name="T28" fmla="*/ 372 w 550"/>
                <a:gd name="T29" fmla="*/ 84 h 536"/>
                <a:gd name="T30" fmla="*/ 342 w 550"/>
                <a:gd name="T31" fmla="*/ 80 h 536"/>
                <a:gd name="T32" fmla="*/ 307 w 550"/>
                <a:gd name="T33" fmla="*/ 79 h 536"/>
                <a:gd name="T34" fmla="*/ 96 w 550"/>
                <a:gd name="T35" fmla="*/ 79 h 536"/>
                <a:gd name="T36" fmla="*/ 0 w 550"/>
                <a:gd name="T37" fmla="*/ 0 h 536"/>
                <a:gd name="T38" fmla="*/ 323 w 550"/>
                <a:gd name="T39" fmla="*/ 0 h 536"/>
                <a:gd name="T40" fmla="*/ 377 w 550"/>
                <a:gd name="T41" fmla="*/ 2 h 536"/>
                <a:gd name="T42" fmla="*/ 422 w 550"/>
                <a:gd name="T43" fmla="*/ 9 h 536"/>
                <a:gd name="T44" fmla="*/ 459 w 550"/>
                <a:gd name="T45" fmla="*/ 19 h 536"/>
                <a:gd name="T46" fmla="*/ 489 w 550"/>
                <a:gd name="T47" fmla="*/ 37 h 536"/>
                <a:gd name="T48" fmla="*/ 511 w 550"/>
                <a:gd name="T49" fmla="*/ 58 h 536"/>
                <a:gd name="T50" fmla="*/ 527 w 550"/>
                <a:gd name="T51" fmla="*/ 86 h 536"/>
                <a:gd name="T52" fmla="*/ 537 w 550"/>
                <a:gd name="T53" fmla="*/ 119 h 536"/>
                <a:gd name="T54" fmla="*/ 539 w 550"/>
                <a:gd name="T55" fmla="*/ 157 h 536"/>
                <a:gd name="T56" fmla="*/ 537 w 550"/>
                <a:gd name="T57" fmla="*/ 194 h 536"/>
                <a:gd name="T58" fmla="*/ 527 w 550"/>
                <a:gd name="T59" fmla="*/ 225 h 536"/>
                <a:gd name="T60" fmla="*/ 513 w 550"/>
                <a:gd name="T61" fmla="*/ 252 h 536"/>
                <a:gd name="T62" fmla="*/ 494 w 550"/>
                <a:gd name="T63" fmla="*/ 272 h 536"/>
                <a:gd name="T64" fmla="*/ 471 w 550"/>
                <a:gd name="T65" fmla="*/ 290 h 536"/>
                <a:gd name="T66" fmla="*/ 447 w 550"/>
                <a:gd name="T67" fmla="*/ 302 h 536"/>
                <a:gd name="T68" fmla="*/ 419 w 550"/>
                <a:gd name="T69" fmla="*/ 311 h 536"/>
                <a:gd name="T70" fmla="*/ 393 w 550"/>
                <a:gd name="T71" fmla="*/ 314 h 536"/>
                <a:gd name="T72" fmla="*/ 384 w 550"/>
                <a:gd name="T73" fmla="*/ 314 h 536"/>
                <a:gd name="T74" fmla="*/ 550 w 550"/>
                <a:gd name="T75" fmla="*/ 536 h 536"/>
                <a:gd name="T76" fmla="*/ 431 w 550"/>
                <a:gd name="T77" fmla="*/ 536 h 536"/>
                <a:gd name="T78" fmla="*/ 274 w 550"/>
                <a:gd name="T79" fmla="*/ 323 h 536"/>
                <a:gd name="T80" fmla="*/ 272 w 550"/>
                <a:gd name="T81" fmla="*/ 321 h 536"/>
                <a:gd name="T82" fmla="*/ 96 w 550"/>
                <a:gd name="T83" fmla="*/ 321 h 536"/>
                <a:gd name="T84" fmla="*/ 96 w 550"/>
                <a:gd name="T85" fmla="*/ 536 h 536"/>
                <a:gd name="T86" fmla="*/ 0 w 550"/>
                <a:gd name="T87" fmla="*/ 536 h 536"/>
                <a:gd name="T88" fmla="*/ 0 w 550"/>
                <a:gd name="T89"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550" h="536">
                  <a:moveTo>
                    <a:pt x="96" y="79"/>
                  </a:moveTo>
                  <a:lnTo>
                    <a:pt x="96" y="241"/>
                  </a:lnTo>
                  <a:lnTo>
                    <a:pt x="307" y="241"/>
                  </a:lnTo>
                  <a:lnTo>
                    <a:pt x="342" y="241"/>
                  </a:lnTo>
                  <a:lnTo>
                    <a:pt x="372" y="238"/>
                  </a:lnTo>
                  <a:lnTo>
                    <a:pt x="398" y="231"/>
                  </a:lnTo>
                  <a:lnTo>
                    <a:pt x="417" y="222"/>
                  </a:lnTo>
                  <a:lnTo>
                    <a:pt x="431" y="206"/>
                  </a:lnTo>
                  <a:lnTo>
                    <a:pt x="440" y="187"/>
                  </a:lnTo>
                  <a:lnTo>
                    <a:pt x="443" y="161"/>
                  </a:lnTo>
                  <a:lnTo>
                    <a:pt x="440" y="135"/>
                  </a:lnTo>
                  <a:lnTo>
                    <a:pt x="431" y="114"/>
                  </a:lnTo>
                  <a:lnTo>
                    <a:pt x="417" y="100"/>
                  </a:lnTo>
                  <a:lnTo>
                    <a:pt x="398" y="89"/>
                  </a:lnTo>
                  <a:lnTo>
                    <a:pt x="372" y="84"/>
                  </a:lnTo>
                  <a:lnTo>
                    <a:pt x="342" y="80"/>
                  </a:lnTo>
                  <a:lnTo>
                    <a:pt x="307" y="79"/>
                  </a:lnTo>
                  <a:lnTo>
                    <a:pt x="96" y="79"/>
                  </a:lnTo>
                  <a:close/>
                  <a:moveTo>
                    <a:pt x="0" y="0"/>
                  </a:moveTo>
                  <a:lnTo>
                    <a:pt x="323" y="0"/>
                  </a:lnTo>
                  <a:lnTo>
                    <a:pt x="377" y="2"/>
                  </a:lnTo>
                  <a:lnTo>
                    <a:pt x="422" y="9"/>
                  </a:lnTo>
                  <a:lnTo>
                    <a:pt x="459" y="19"/>
                  </a:lnTo>
                  <a:lnTo>
                    <a:pt x="489" y="37"/>
                  </a:lnTo>
                  <a:lnTo>
                    <a:pt x="511" y="58"/>
                  </a:lnTo>
                  <a:lnTo>
                    <a:pt x="527" y="86"/>
                  </a:lnTo>
                  <a:lnTo>
                    <a:pt x="537" y="119"/>
                  </a:lnTo>
                  <a:lnTo>
                    <a:pt x="539" y="157"/>
                  </a:lnTo>
                  <a:lnTo>
                    <a:pt x="537" y="194"/>
                  </a:lnTo>
                  <a:lnTo>
                    <a:pt x="527" y="225"/>
                  </a:lnTo>
                  <a:lnTo>
                    <a:pt x="513" y="252"/>
                  </a:lnTo>
                  <a:lnTo>
                    <a:pt x="494" y="272"/>
                  </a:lnTo>
                  <a:lnTo>
                    <a:pt x="471" y="290"/>
                  </a:lnTo>
                  <a:lnTo>
                    <a:pt x="447" y="302"/>
                  </a:lnTo>
                  <a:lnTo>
                    <a:pt x="419" y="311"/>
                  </a:lnTo>
                  <a:lnTo>
                    <a:pt x="393" y="314"/>
                  </a:lnTo>
                  <a:lnTo>
                    <a:pt x="384" y="314"/>
                  </a:lnTo>
                  <a:lnTo>
                    <a:pt x="550" y="536"/>
                  </a:lnTo>
                  <a:lnTo>
                    <a:pt x="431" y="536"/>
                  </a:lnTo>
                  <a:lnTo>
                    <a:pt x="274" y="323"/>
                  </a:lnTo>
                  <a:lnTo>
                    <a:pt x="272" y="321"/>
                  </a:lnTo>
                  <a:lnTo>
                    <a:pt x="96" y="321"/>
                  </a:lnTo>
                  <a:lnTo>
                    <a:pt x="96" y="536"/>
                  </a:lnTo>
                  <a:lnTo>
                    <a:pt x="0" y="536"/>
                  </a:lnTo>
                  <a:lnTo>
                    <a:pt x="0" y="0"/>
                  </a:lnTo>
                  <a:close/>
                </a:path>
              </a:pathLst>
            </a:custGeom>
            <a:solidFill>
              <a:schemeClr val="bg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8" name="Freeform 13"/>
            <p:cNvSpPr>
              <a:spLocks/>
            </p:cNvSpPr>
            <p:nvPr userDrawn="1"/>
          </p:nvSpPr>
          <p:spPr bwMode="auto">
            <a:xfrm>
              <a:off x="7183312" y="5818063"/>
              <a:ext cx="462976" cy="508514"/>
            </a:xfrm>
            <a:custGeom>
              <a:avLst/>
              <a:gdLst>
                <a:gd name="T0" fmla="*/ 0 w 488"/>
                <a:gd name="T1" fmla="*/ 0 h 536"/>
                <a:gd name="T2" fmla="*/ 438 w 488"/>
                <a:gd name="T3" fmla="*/ 0 h 536"/>
                <a:gd name="T4" fmla="*/ 453 w 488"/>
                <a:gd name="T5" fmla="*/ 2 h 536"/>
                <a:gd name="T6" fmla="*/ 467 w 488"/>
                <a:gd name="T7" fmla="*/ 12 h 536"/>
                <a:gd name="T8" fmla="*/ 476 w 488"/>
                <a:gd name="T9" fmla="*/ 25 h 536"/>
                <a:gd name="T10" fmla="*/ 480 w 488"/>
                <a:gd name="T11" fmla="*/ 40 h 536"/>
                <a:gd name="T12" fmla="*/ 476 w 488"/>
                <a:gd name="T13" fmla="*/ 56 h 536"/>
                <a:gd name="T14" fmla="*/ 467 w 488"/>
                <a:gd name="T15" fmla="*/ 70 h 536"/>
                <a:gd name="T16" fmla="*/ 453 w 488"/>
                <a:gd name="T17" fmla="*/ 79 h 536"/>
                <a:gd name="T18" fmla="*/ 438 w 488"/>
                <a:gd name="T19" fmla="*/ 82 h 536"/>
                <a:gd name="T20" fmla="*/ 97 w 488"/>
                <a:gd name="T21" fmla="*/ 82 h 536"/>
                <a:gd name="T22" fmla="*/ 97 w 488"/>
                <a:gd name="T23" fmla="*/ 218 h 536"/>
                <a:gd name="T24" fmla="*/ 333 w 488"/>
                <a:gd name="T25" fmla="*/ 218 h 536"/>
                <a:gd name="T26" fmla="*/ 349 w 488"/>
                <a:gd name="T27" fmla="*/ 222 h 536"/>
                <a:gd name="T28" fmla="*/ 361 w 488"/>
                <a:gd name="T29" fmla="*/ 231 h 536"/>
                <a:gd name="T30" fmla="*/ 370 w 488"/>
                <a:gd name="T31" fmla="*/ 243 h 536"/>
                <a:gd name="T32" fmla="*/ 373 w 488"/>
                <a:gd name="T33" fmla="*/ 259 h 536"/>
                <a:gd name="T34" fmla="*/ 370 w 488"/>
                <a:gd name="T35" fmla="*/ 276 h 536"/>
                <a:gd name="T36" fmla="*/ 361 w 488"/>
                <a:gd name="T37" fmla="*/ 288 h 536"/>
                <a:gd name="T38" fmla="*/ 349 w 488"/>
                <a:gd name="T39" fmla="*/ 297 h 536"/>
                <a:gd name="T40" fmla="*/ 333 w 488"/>
                <a:gd name="T41" fmla="*/ 300 h 536"/>
                <a:gd name="T42" fmla="*/ 97 w 488"/>
                <a:gd name="T43" fmla="*/ 300 h 536"/>
                <a:gd name="T44" fmla="*/ 97 w 488"/>
                <a:gd name="T45" fmla="*/ 454 h 536"/>
                <a:gd name="T46" fmla="*/ 446 w 488"/>
                <a:gd name="T47" fmla="*/ 454 h 536"/>
                <a:gd name="T48" fmla="*/ 464 w 488"/>
                <a:gd name="T49" fmla="*/ 457 h 536"/>
                <a:gd name="T50" fmla="*/ 476 w 488"/>
                <a:gd name="T51" fmla="*/ 466 h 536"/>
                <a:gd name="T52" fmla="*/ 485 w 488"/>
                <a:gd name="T53" fmla="*/ 478 h 536"/>
                <a:gd name="T54" fmla="*/ 488 w 488"/>
                <a:gd name="T55" fmla="*/ 494 h 536"/>
                <a:gd name="T56" fmla="*/ 485 w 488"/>
                <a:gd name="T57" fmla="*/ 512 h 536"/>
                <a:gd name="T58" fmla="*/ 476 w 488"/>
                <a:gd name="T59" fmla="*/ 524 h 536"/>
                <a:gd name="T60" fmla="*/ 464 w 488"/>
                <a:gd name="T61" fmla="*/ 533 h 536"/>
                <a:gd name="T62" fmla="*/ 446 w 488"/>
                <a:gd name="T63" fmla="*/ 536 h 536"/>
                <a:gd name="T64" fmla="*/ 0 w 488"/>
                <a:gd name="T65" fmla="*/ 536 h 536"/>
                <a:gd name="T66" fmla="*/ 0 w 488"/>
                <a:gd name="T67"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488" h="536">
                  <a:moveTo>
                    <a:pt x="0" y="0"/>
                  </a:moveTo>
                  <a:lnTo>
                    <a:pt x="438" y="0"/>
                  </a:lnTo>
                  <a:lnTo>
                    <a:pt x="453" y="2"/>
                  </a:lnTo>
                  <a:lnTo>
                    <a:pt x="467" y="12"/>
                  </a:lnTo>
                  <a:lnTo>
                    <a:pt x="476" y="25"/>
                  </a:lnTo>
                  <a:lnTo>
                    <a:pt x="480" y="40"/>
                  </a:lnTo>
                  <a:lnTo>
                    <a:pt x="476" y="56"/>
                  </a:lnTo>
                  <a:lnTo>
                    <a:pt x="467" y="70"/>
                  </a:lnTo>
                  <a:lnTo>
                    <a:pt x="453" y="79"/>
                  </a:lnTo>
                  <a:lnTo>
                    <a:pt x="438" y="82"/>
                  </a:lnTo>
                  <a:lnTo>
                    <a:pt x="97" y="82"/>
                  </a:lnTo>
                  <a:lnTo>
                    <a:pt x="97" y="218"/>
                  </a:lnTo>
                  <a:lnTo>
                    <a:pt x="333" y="218"/>
                  </a:lnTo>
                  <a:lnTo>
                    <a:pt x="349" y="222"/>
                  </a:lnTo>
                  <a:lnTo>
                    <a:pt x="361" y="231"/>
                  </a:lnTo>
                  <a:lnTo>
                    <a:pt x="370" y="243"/>
                  </a:lnTo>
                  <a:lnTo>
                    <a:pt x="373" y="259"/>
                  </a:lnTo>
                  <a:lnTo>
                    <a:pt x="370" y="276"/>
                  </a:lnTo>
                  <a:lnTo>
                    <a:pt x="361" y="288"/>
                  </a:lnTo>
                  <a:lnTo>
                    <a:pt x="349" y="297"/>
                  </a:lnTo>
                  <a:lnTo>
                    <a:pt x="333" y="300"/>
                  </a:lnTo>
                  <a:lnTo>
                    <a:pt x="97" y="300"/>
                  </a:lnTo>
                  <a:lnTo>
                    <a:pt x="97" y="454"/>
                  </a:lnTo>
                  <a:lnTo>
                    <a:pt x="446" y="454"/>
                  </a:lnTo>
                  <a:lnTo>
                    <a:pt x="464" y="457"/>
                  </a:lnTo>
                  <a:lnTo>
                    <a:pt x="476" y="466"/>
                  </a:lnTo>
                  <a:lnTo>
                    <a:pt x="485" y="478"/>
                  </a:lnTo>
                  <a:lnTo>
                    <a:pt x="488" y="494"/>
                  </a:lnTo>
                  <a:lnTo>
                    <a:pt x="485" y="512"/>
                  </a:lnTo>
                  <a:lnTo>
                    <a:pt x="476" y="524"/>
                  </a:lnTo>
                  <a:lnTo>
                    <a:pt x="464" y="533"/>
                  </a:lnTo>
                  <a:lnTo>
                    <a:pt x="446" y="536"/>
                  </a:lnTo>
                  <a:lnTo>
                    <a:pt x="0" y="536"/>
                  </a:lnTo>
                  <a:lnTo>
                    <a:pt x="0" y="0"/>
                  </a:lnTo>
                  <a:close/>
                </a:path>
              </a:pathLst>
            </a:custGeom>
            <a:solidFill>
              <a:schemeClr val="bg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9" name="Freeform 14"/>
            <p:cNvSpPr>
              <a:spLocks/>
            </p:cNvSpPr>
            <p:nvPr userDrawn="1"/>
          </p:nvSpPr>
          <p:spPr bwMode="auto">
            <a:xfrm>
              <a:off x="4647381" y="5515421"/>
              <a:ext cx="91077" cy="87282"/>
            </a:xfrm>
            <a:custGeom>
              <a:avLst/>
              <a:gdLst>
                <a:gd name="T0" fmla="*/ 51 w 96"/>
                <a:gd name="T1" fmla="*/ 0 h 92"/>
                <a:gd name="T2" fmla="*/ 53 w 96"/>
                <a:gd name="T3" fmla="*/ 0 h 92"/>
                <a:gd name="T4" fmla="*/ 70 w 96"/>
                <a:gd name="T5" fmla="*/ 5 h 92"/>
                <a:gd name="T6" fmla="*/ 84 w 96"/>
                <a:gd name="T7" fmla="*/ 15 h 92"/>
                <a:gd name="T8" fmla="*/ 93 w 96"/>
                <a:gd name="T9" fmla="*/ 31 h 92"/>
                <a:gd name="T10" fmla="*/ 96 w 96"/>
                <a:gd name="T11" fmla="*/ 49 h 92"/>
                <a:gd name="T12" fmla="*/ 91 w 96"/>
                <a:gd name="T13" fmla="*/ 66 h 92"/>
                <a:gd name="T14" fmla="*/ 81 w 96"/>
                <a:gd name="T15" fmla="*/ 80 h 92"/>
                <a:gd name="T16" fmla="*/ 65 w 96"/>
                <a:gd name="T17" fmla="*/ 91 h 92"/>
                <a:gd name="T18" fmla="*/ 47 w 96"/>
                <a:gd name="T19" fmla="*/ 92 h 92"/>
                <a:gd name="T20" fmla="*/ 44 w 96"/>
                <a:gd name="T21" fmla="*/ 92 h 92"/>
                <a:gd name="T22" fmla="*/ 26 w 96"/>
                <a:gd name="T23" fmla="*/ 87 h 92"/>
                <a:gd name="T24" fmla="*/ 12 w 96"/>
                <a:gd name="T25" fmla="*/ 77 h 92"/>
                <a:gd name="T26" fmla="*/ 4 w 96"/>
                <a:gd name="T27" fmla="*/ 61 h 92"/>
                <a:gd name="T28" fmla="*/ 0 w 96"/>
                <a:gd name="T29" fmla="*/ 43 h 92"/>
                <a:gd name="T30" fmla="*/ 5 w 96"/>
                <a:gd name="T31" fmla="*/ 26 h 92"/>
                <a:gd name="T32" fmla="*/ 16 w 96"/>
                <a:gd name="T33" fmla="*/ 12 h 92"/>
                <a:gd name="T34" fmla="*/ 32 w 96"/>
                <a:gd name="T35" fmla="*/ 2 h 92"/>
                <a:gd name="T36" fmla="*/ 51 w 96"/>
                <a:gd name="T37" fmla="*/ 0 h 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96" h="92">
                  <a:moveTo>
                    <a:pt x="51" y="0"/>
                  </a:moveTo>
                  <a:lnTo>
                    <a:pt x="53" y="0"/>
                  </a:lnTo>
                  <a:lnTo>
                    <a:pt x="70" y="5"/>
                  </a:lnTo>
                  <a:lnTo>
                    <a:pt x="84" y="15"/>
                  </a:lnTo>
                  <a:lnTo>
                    <a:pt x="93" y="31"/>
                  </a:lnTo>
                  <a:lnTo>
                    <a:pt x="96" y="49"/>
                  </a:lnTo>
                  <a:lnTo>
                    <a:pt x="91" y="66"/>
                  </a:lnTo>
                  <a:lnTo>
                    <a:pt x="81" y="80"/>
                  </a:lnTo>
                  <a:lnTo>
                    <a:pt x="65" y="91"/>
                  </a:lnTo>
                  <a:lnTo>
                    <a:pt x="47" y="92"/>
                  </a:lnTo>
                  <a:lnTo>
                    <a:pt x="44" y="92"/>
                  </a:lnTo>
                  <a:lnTo>
                    <a:pt x="26" y="87"/>
                  </a:lnTo>
                  <a:lnTo>
                    <a:pt x="12" y="77"/>
                  </a:lnTo>
                  <a:lnTo>
                    <a:pt x="4" y="61"/>
                  </a:lnTo>
                  <a:lnTo>
                    <a:pt x="0" y="43"/>
                  </a:lnTo>
                  <a:lnTo>
                    <a:pt x="5" y="26"/>
                  </a:lnTo>
                  <a:lnTo>
                    <a:pt x="16" y="12"/>
                  </a:lnTo>
                  <a:lnTo>
                    <a:pt x="32" y="2"/>
                  </a:lnTo>
                  <a:lnTo>
                    <a:pt x="51"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0" name="Freeform 15"/>
            <p:cNvSpPr>
              <a:spLocks/>
            </p:cNvSpPr>
            <p:nvPr userDrawn="1"/>
          </p:nvSpPr>
          <p:spPr bwMode="auto">
            <a:xfrm>
              <a:off x="4937689" y="5235549"/>
              <a:ext cx="130923" cy="157487"/>
            </a:xfrm>
            <a:custGeom>
              <a:avLst/>
              <a:gdLst>
                <a:gd name="T0" fmla="*/ 40 w 138"/>
                <a:gd name="T1" fmla="*/ 0 h 166"/>
                <a:gd name="T2" fmla="*/ 57 w 138"/>
                <a:gd name="T3" fmla="*/ 2 h 166"/>
                <a:gd name="T4" fmla="*/ 73 w 138"/>
                <a:gd name="T5" fmla="*/ 9 h 166"/>
                <a:gd name="T6" fmla="*/ 85 w 138"/>
                <a:gd name="T7" fmla="*/ 22 h 166"/>
                <a:gd name="T8" fmla="*/ 132 w 138"/>
                <a:gd name="T9" fmla="*/ 96 h 166"/>
                <a:gd name="T10" fmla="*/ 138 w 138"/>
                <a:gd name="T11" fmla="*/ 113 h 166"/>
                <a:gd name="T12" fmla="*/ 138 w 138"/>
                <a:gd name="T13" fmla="*/ 131 h 166"/>
                <a:gd name="T14" fmla="*/ 129 w 138"/>
                <a:gd name="T15" fmla="*/ 146 h 166"/>
                <a:gd name="T16" fmla="*/ 115 w 138"/>
                <a:gd name="T17" fmla="*/ 159 h 166"/>
                <a:gd name="T18" fmla="*/ 99 w 138"/>
                <a:gd name="T19" fmla="*/ 166 h 166"/>
                <a:gd name="T20" fmla="*/ 80 w 138"/>
                <a:gd name="T21" fmla="*/ 164 h 166"/>
                <a:gd name="T22" fmla="*/ 64 w 138"/>
                <a:gd name="T23" fmla="*/ 157 h 166"/>
                <a:gd name="T24" fmla="*/ 52 w 138"/>
                <a:gd name="T25" fmla="*/ 143 h 166"/>
                <a:gd name="T26" fmla="*/ 5 w 138"/>
                <a:gd name="T27" fmla="*/ 70 h 166"/>
                <a:gd name="T28" fmla="*/ 0 w 138"/>
                <a:gd name="T29" fmla="*/ 52 h 166"/>
                <a:gd name="T30" fmla="*/ 0 w 138"/>
                <a:gd name="T31" fmla="*/ 35 h 166"/>
                <a:gd name="T32" fmla="*/ 8 w 138"/>
                <a:gd name="T33" fmla="*/ 17 h 166"/>
                <a:gd name="T34" fmla="*/ 22 w 138"/>
                <a:gd name="T35" fmla="*/ 7 h 166"/>
                <a:gd name="T36" fmla="*/ 40 w 138"/>
                <a:gd name="T37" fmla="*/ 0 h 1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38" h="166">
                  <a:moveTo>
                    <a:pt x="40" y="0"/>
                  </a:moveTo>
                  <a:lnTo>
                    <a:pt x="57" y="2"/>
                  </a:lnTo>
                  <a:lnTo>
                    <a:pt x="73" y="9"/>
                  </a:lnTo>
                  <a:lnTo>
                    <a:pt x="85" y="22"/>
                  </a:lnTo>
                  <a:lnTo>
                    <a:pt x="132" y="96"/>
                  </a:lnTo>
                  <a:lnTo>
                    <a:pt x="138" y="113"/>
                  </a:lnTo>
                  <a:lnTo>
                    <a:pt x="138" y="131"/>
                  </a:lnTo>
                  <a:lnTo>
                    <a:pt x="129" y="146"/>
                  </a:lnTo>
                  <a:lnTo>
                    <a:pt x="115" y="159"/>
                  </a:lnTo>
                  <a:lnTo>
                    <a:pt x="99" y="166"/>
                  </a:lnTo>
                  <a:lnTo>
                    <a:pt x="80" y="164"/>
                  </a:lnTo>
                  <a:lnTo>
                    <a:pt x="64" y="157"/>
                  </a:lnTo>
                  <a:lnTo>
                    <a:pt x="52" y="143"/>
                  </a:lnTo>
                  <a:lnTo>
                    <a:pt x="5" y="70"/>
                  </a:lnTo>
                  <a:lnTo>
                    <a:pt x="0" y="52"/>
                  </a:lnTo>
                  <a:lnTo>
                    <a:pt x="0" y="35"/>
                  </a:lnTo>
                  <a:lnTo>
                    <a:pt x="8" y="17"/>
                  </a:lnTo>
                  <a:lnTo>
                    <a:pt x="22" y="7"/>
                  </a:lnTo>
                  <a:lnTo>
                    <a:pt x="40"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1" name="Freeform 16"/>
            <p:cNvSpPr>
              <a:spLocks/>
            </p:cNvSpPr>
            <p:nvPr userDrawn="1"/>
          </p:nvSpPr>
          <p:spPr bwMode="auto">
            <a:xfrm>
              <a:off x="5278280" y="5018292"/>
              <a:ext cx="132821" cy="243821"/>
            </a:xfrm>
            <a:custGeom>
              <a:avLst/>
              <a:gdLst>
                <a:gd name="T0" fmla="*/ 53 w 140"/>
                <a:gd name="T1" fmla="*/ 0 h 257"/>
                <a:gd name="T2" fmla="*/ 68 w 140"/>
                <a:gd name="T3" fmla="*/ 7 h 257"/>
                <a:gd name="T4" fmla="*/ 82 w 140"/>
                <a:gd name="T5" fmla="*/ 19 h 257"/>
                <a:gd name="T6" fmla="*/ 89 w 140"/>
                <a:gd name="T7" fmla="*/ 35 h 257"/>
                <a:gd name="T8" fmla="*/ 140 w 140"/>
                <a:gd name="T9" fmla="*/ 199 h 257"/>
                <a:gd name="T10" fmla="*/ 140 w 140"/>
                <a:gd name="T11" fmla="*/ 218 h 257"/>
                <a:gd name="T12" fmla="*/ 135 w 140"/>
                <a:gd name="T13" fmla="*/ 234 h 257"/>
                <a:gd name="T14" fmla="*/ 122 w 140"/>
                <a:gd name="T15" fmla="*/ 248 h 257"/>
                <a:gd name="T16" fmla="*/ 105 w 140"/>
                <a:gd name="T17" fmla="*/ 255 h 257"/>
                <a:gd name="T18" fmla="*/ 88 w 140"/>
                <a:gd name="T19" fmla="*/ 257 h 257"/>
                <a:gd name="T20" fmla="*/ 70 w 140"/>
                <a:gd name="T21" fmla="*/ 250 h 257"/>
                <a:gd name="T22" fmla="*/ 58 w 140"/>
                <a:gd name="T23" fmla="*/ 239 h 257"/>
                <a:gd name="T24" fmla="*/ 49 w 140"/>
                <a:gd name="T25" fmla="*/ 222 h 257"/>
                <a:gd name="T26" fmla="*/ 0 w 140"/>
                <a:gd name="T27" fmla="*/ 58 h 257"/>
                <a:gd name="T28" fmla="*/ 0 w 140"/>
                <a:gd name="T29" fmla="*/ 40 h 257"/>
                <a:gd name="T30" fmla="*/ 5 w 140"/>
                <a:gd name="T31" fmla="*/ 23 h 257"/>
                <a:gd name="T32" fmla="*/ 18 w 140"/>
                <a:gd name="T33" fmla="*/ 11 h 257"/>
                <a:gd name="T34" fmla="*/ 33 w 140"/>
                <a:gd name="T35" fmla="*/ 2 h 257"/>
                <a:gd name="T36" fmla="*/ 53 w 140"/>
                <a:gd name="T37" fmla="*/ 0 h 2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40" h="257">
                  <a:moveTo>
                    <a:pt x="53" y="0"/>
                  </a:moveTo>
                  <a:lnTo>
                    <a:pt x="68" y="7"/>
                  </a:lnTo>
                  <a:lnTo>
                    <a:pt x="82" y="19"/>
                  </a:lnTo>
                  <a:lnTo>
                    <a:pt x="89" y="35"/>
                  </a:lnTo>
                  <a:lnTo>
                    <a:pt x="140" y="199"/>
                  </a:lnTo>
                  <a:lnTo>
                    <a:pt x="140" y="218"/>
                  </a:lnTo>
                  <a:lnTo>
                    <a:pt x="135" y="234"/>
                  </a:lnTo>
                  <a:lnTo>
                    <a:pt x="122" y="248"/>
                  </a:lnTo>
                  <a:lnTo>
                    <a:pt x="105" y="255"/>
                  </a:lnTo>
                  <a:lnTo>
                    <a:pt x="88" y="257"/>
                  </a:lnTo>
                  <a:lnTo>
                    <a:pt x="70" y="250"/>
                  </a:lnTo>
                  <a:lnTo>
                    <a:pt x="58" y="239"/>
                  </a:lnTo>
                  <a:lnTo>
                    <a:pt x="49" y="222"/>
                  </a:lnTo>
                  <a:lnTo>
                    <a:pt x="0" y="58"/>
                  </a:lnTo>
                  <a:lnTo>
                    <a:pt x="0" y="40"/>
                  </a:lnTo>
                  <a:lnTo>
                    <a:pt x="5" y="23"/>
                  </a:lnTo>
                  <a:lnTo>
                    <a:pt x="18" y="11"/>
                  </a:lnTo>
                  <a:lnTo>
                    <a:pt x="33" y="2"/>
                  </a:lnTo>
                  <a:lnTo>
                    <a:pt x="53"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2" name="Freeform 17"/>
            <p:cNvSpPr>
              <a:spLocks/>
            </p:cNvSpPr>
            <p:nvPr userDrawn="1"/>
          </p:nvSpPr>
          <p:spPr bwMode="auto">
            <a:xfrm>
              <a:off x="5649230" y="4842779"/>
              <a:ext cx="112898" cy="335847"/>
            </a:xfrm>
            <a:custGeom>
              <a:avLst/>
              <a:gdLst>
                <a:gd name="T0" fmla="*/ 44 w 119"/>
                <a:gd name="T1" fmla="*/ 0 h 354"/>
                <a:gd name="T2" fmla="*/ 63 w 119"/>
                <a:gd name="T3" fmla="*/ 4 h 354"/>
                <a:gd name="T4" fmla="*/ 77 w 119"/>
                <a:gd name="T5" fmla="*/ 12 h 354"/>
                <a:gd name="T6" fmla="*/ 87 w 119"/>
                <a:gd name="T7" fmla="*/ 26 h 354"/>
                <a:gd name="T8" fmla="*/ 93 w 119"/>
                <a:gd name="T9" fmla="*/ 44 h 354"/>
                <a:gd name="T10" fmla="*/ 119 w 119"/>
                <a:gd name="T11" fmla="*/ 306 h 354"/>
                <a:gd name="T12" fmla="*/ 115 w 119"/>
                <a:gd name="T13" fmla="*/ 323 h 354"/>
                <a:gd name="T14" fmla="*/ 107 w 119"/>
                <a:gd name="T15" fmla="*/ 339 h 354"/>
                <a:gd name="T16" fmla="*/ 93 w 119"/>
                <a:gd name="T17" fmla="*/ 349 h 354"/>
                <a:gd name="T18" fmla="*/ 75 w 119"/>
                <a:gd name="T19" fmla="*/ 354 h 354"/>
                <a:gd name="T20" fmla="*/ 58 w 119"/>
                <a:gd name="T21" fmla="*/ 351 h 354"/>
                <a:gd name="T22" fmla="*/ 42 w 119"/>
                <a:gd name="T23" fmla="*/ 342 h 354"/>
                <a:gd name="T24" fmla="*/ 32 w 119"/>
                <a:gd name="T25" fmla="*/ 328 h 354"/>
                <a:gd name="T26" fmla="*/ 26 w 119"/>
                <a:gd name="T27" fmla="*/ 311 h 354"/>
                <a:gd name="T28" fmla="*/ 0 w 119"/>
                <a:gd name="T29" fmla="*/ 49 h 354"/>
                <a:gd name="T30" fmla="*/ 4 w 119"/>
                <a:gd name="T31" fmla="*/ 32 h 354"/>
                <a:gd name="T32" fmla="*/ 12 w 119"/>
                <a:gd name="T33" fmla="*/ 16 h 354"/>
                <a:gd name="T34" fmla="*/ 26 w 119"/>
                <a:gd name="T35" fmla="*/ 5 h 354"/>
                <a:gd name="T36" fmla="*/ 44 w 119"/>
                <a:gd name="T37" fmla="*/ 0 h 3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19" h="354">
                  <a:moveTo>
                    <a:pt x="44" y="0"/>
                  </a:moveTo>
                  <a:lnTo>
                    <a:pt x="63" y="4"/>
                  </a:lnTo>
                  <a:lnTo>
                    <a:pt x="77" y="12"/>
                  </a:lnTo>
                  <a:lnTo>
                    <a:pt x="87" y="26"/>
                  </a:lnTo>
                  <a:lnTo>
                    <a:pt x="93" y="44"/>
                  </a:lnTo>
                  <a:lnTo>
                    <a:pt x="119" y="306"/>
                  </a:lnTo>
                  <a:lnTo>
                    <a:pt x="115" y="323"/>
                  </a:lnTo>
                  <a:lnTo>
                    <a:pt x="107" y="339"/>
                  </a:lnTo>
                  <a:lnTo>
                    <a:pt x="93" y="349"/>
                  </a:lnTo>
                  <a:lnTo>
                    <a:pt x="75" y="354"/>
                  </a:lnTo>
                  <a:lnTo>
                    <a:pt x="58" y="351"/>
                  </a:lnTo>
                  <a:lnTo>
                    <a:pt x="42" y="342"/>
                  </a:lnTo>
                  <a:lnTo>
                    <a:pt x="32" y="328"/>
                  </a:lnTo>
                  <a:lnTo>
                    <a:pt x="26" y="311"/>
                  </a:lnTo>
                  <a:lnTo>
                    <a:pt x="0" y="49"/>
                  </a:lnTo>
                  <a:lnTo>
                    <a:pt x="4" y="32"/>
                  </a:lnTo>
                  <a:lnTo>
                    <a:pt x="12" y="16"/>
                  </a:lnTo>
                  <a:lnTo>
                    <a:pt x="26" y="5"/>
                  </a:lnTo>
                  <a:lnTo>
                    <a:pt x="44"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3" name="Freeform 18"/>
            <p:cNvSpPr>
              <a:spLocks/>
            </p:cNvSpPr>
            <p:nvPr userDrawn="1"/>
          </p:nvSpPr>
          <p:spPr bwMode="auto">
            <a:xfrm>
              <a:off x="6026821" y="4720394"/>
              <a:ext cx="104359" cy="420283"/>
            </a:xfrm>
            <a:custGeom>
              <a:avLst/>
              <a:gdLst>
                <a:gd name="T0" fmla="*/ 68 w 110"/>
                <a:gd name="T1" fmla="*/ 0 h 443"/>
                <a:gd name="T2" fmla="*/ 86 w 110"/>
                <a:gd name="T3" fmla="*/ 5 h 443"/>
                <a:gd name="T4" fmla="*/ 100 w 110"/>
                <a:gd name="T5" fmla="*/ 16 h 443"/>
                <a:gd name="T6" fmla="*/ 107 w 110"/>
                <a:gd name="T7" fmla="*/ 31 h 443"/>
                <a:gd name="T8" fmla="*/ 110 w 110"/>
                <a:gd name="T9" fmla="*/ 51 h 443"/>
                <a:gd name="T10" fmla="*/ 93 w 110"/>
                <a:gd name="T11" fmla="*/ 401 h 443"/>
                <a:gd name="T12" fmla="*/ 87 w 110"/>
                <a:gd name="T13" fmla="*/ 419 h 443"/>
                <a:gd name="T14" fmla="*/ 75 w 110"/>
                <a:gd name="T15" fmla="*/ 433 h 443"/>
                <a:gd name="T16" fmla="*/ 61 w 110"/>
                <a:gd name="T17" fmla="*/ 442 h 443"/>
                <a:gd name="T18" fmla="*/ 42 w 110"/>
                <a:gd name="T19" fmla="*/ 443 h 443"/>
                <a:gd name="T20" fmla="*/ 25 w 110"/>
                <a:gd name="T21" fmla="*/ 438 h 443"/>
                <a:gd name="T22" fmla="*/ 11 w 110"/>
                <a:gd name="T23" fmla="*/ 426 h 443"/>
                <a:gd name="T24" fmla="*/ 2 w 110"/>
                <a:gd name="T25" fmla="*/ 412 h 443"/>
                <a:gd name="T26" fmla="*/ 0 w 110"/>
                <a:gd name="T27" fmla="*/ 393 h 443"/>
                <a:gd name="T28" fmla="*/ 18 w 110"/>
                <a:gd name="T29" fmla="*/ 42 h 443"/>
                <a:gd name="T30" fmla="*/ 23 w 110"/>
                <a:gd name="T31" fmla="*/ 24 h 443"/>
                <a:gd name="T32" fmla="*/ 33 w 110"/>
                <a:gd name="T33" fmla="*/ 10 h 443"/>
                <a:gd name="T34" fmla="*/ 49 w 110"/>
                <a:gd name="T35" fmla="*/ 2 h 443"/>
                <a:gd name="T36" fmla="*/ 68 w 110"/>
                <a:gd name="T37" fmla="*/ 0 h 4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10" h="443">
                  <a:moveTo>
                    <a:pt x="68" y="0"/>
                  </a:moveTo>
                  <a:lnTo>
                    <a:pt x="86" y="5"/>
                  </a:lnTo>
                  <a:lnTo>
                    <a:pt x="100" y="16"/>
                  </a:lnTo>
                  <a:lnTo>
                    <a:pt x="107" y="31"/>
                  </a:lnTo>
                  <a:lnTo>
                    <a:pt x="110" y="51"/>
                  </a:lnTo>
                  <a:lnTo>
                    <a:pt x="93" y="401"/>
                  </a:lnTo>
                  <a:lnTo>
                    <a:pt x="87" y="419"/>
                  </a:lnTo>
                  <a:lnTo>
                    <a:pt x="75" y="433"/>
                  </a:lnTo>
                  <a:lnTo>
                    <a:pt x="61" y="442"/>
                  </a:lnTo>
                  <a:lnTo>
                    <a:pt x="42" y="443"/>
                  </a:lnTo>
                  <a:lnTo>
                    <a:pt x="25" y="438"/>
                  </a:lnTo>
                  <a:lnTo>
                    <a:pt x="11" y="426"/>
                  </a:lnTo>
                  <a:lnTo>
                    <a:pt x="2" y="412"/>
                  </a:lnTo>
                  <a:lnTo>
                    <a:pt x="0" y="393"/>
                  </a:lnTo>
                  <a:lnTo>
                    <a:pt x="18" y="42"/>
                  </a:lnTo>
                  <a:lnTo>
                    <a:pt x="23" y="24"/>
                  </a:lnTo>
                  <a:lnTo>
                    <a:pt x="33" y="10"/>
                  </a:lnTo>
                  <a:lnTo>
                    <a:pt x="49" y="2"/>
                  </a:lnTo>
                  <a:lnTo>
                    <a:pt x="68"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4" name="Freeform 19"/>
            <p:cNvSpPr>
              <a:spLocks/>
            </p:cNvSpPr>
            <p:nvPr userDrawn="1"/>
          </p:nvSpPr>
          <p:spPr bwMode="auto">
            <a:xfrm>
              <a:off x="6384489" y="4647343"/>
              <a:ext cx="162232" cy="497129"/>
            </a:xfrm>
            <a:custGeom>
              <a:avLst/>
              <a:gdLst>
                <a:gd name="T0" fmla="*/ 119 w 171"/>
                <a:gd name="T1" fmla="*/ 0 h 524"/>
                <a:gd name="T2" fmla="*/ 136 w 171"/>
                <a:gd name="T3" fmla="*/ 0 h 524"/>
                <a:gd name="T4" fmla="*/ 154 w 171"/>
                <a:gd name="T5" fmla="*/ 9 h 524"/>
                <a:gd name="T6" fmla="*/ 166 w 171"/>
                <a:gd name="T7" fmla="*/ 21 h 524"/>
                <a:gd name="T8" fmla="*/ 171 w 171"/>
                <a:gd name="T9" fmla="*/ 37 h 524"/>
                <a:gd name="T10" fmla="*/ 171 w 171"/>
                <a:gd name="T11" fmla="*/ 56 h 524"/>
                <a:gd name="T12" fmla="*/ 91 w 171"/>
                <a:gd name="T13" fmla="*/ 489 h 524"/>
                <a:gd name="T14" fmla="*/ 84 w 171"/>
                <a:gd name="T15" fmla="*/ 506 h 524"/>
                <a:gd name="T16" fmla="*/ 70 w 171"/>
                <a:gd name="T17" fmla="*/ 517 h 524"/>
                <a:gd name="T18" fmla="*/ 54 w 171"/>
                <a:gd name="T19" fmla="*/ 524 h 524"/>
                <a:gd name="T20" fmla="*/ 37 w 171"/>
                <a:gd name="T21" fmla="*/ 524 h 524"/>
                <a:gd name="T22" fmla="*/ 19 w 171"/>
                <a:gd name="T23" fmla="*/ 517 h 524"/>
                <a:gd name="T24" fmla="*/ 7 w 171"/>
                <a:gd name="T25" fmla="*/ 503 h 524"/>
                <a:gd name="T26" fmla="*/ 0 w 171"/>
                <a:gd name="T27" fmla="*/ 487 h 524"/>
                <a:gd name="T28" fmla="*/ 2 w 171"/>
                <a:gd name="T29" fmla="*/ 468 h 524"/>
                <a:gd name="T30" fmla="*/ 82 w 171"/>
                <a:gd name="T31" fmla="*/ 35 h 524"/>
                <a:gd name="T32" fmla="*/ 89 w 171"/>
                <a:gd name="T33" fmla="*/ 19 h 524"/>
                <a:gd name="T34" fmla="*/ 101 w 171"/>
                <a:gd name="T35" fmla="*/ 7 h 524"/>
                <a:gd name="T36" fmla="*/ 119 w 171"/>
                <a:gd name="T37" fmla="*/ 0 h 5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71" h="524">
                  <a:moveTo>
                    <a:pt x="119" y="0"/>
                  </a:moveTo>
                  <a:lnTo>
                    <a:pt x="136" y="0"/>
                  </a:lnTo>
                  <a:lnTo>
                    <a:pt x="154" y="9"/>
                  </a:lnTo>
                  <a:lnTo>
                    <a:pt x="166" y="21"/>
                  </a:lnTo>
                  <a:lnTo>
                    <a:pt x="171" y="37"/>
                  </a:lnTo>
                  <a:lnTo>
                    <a:pt x="171" y="56"/>
                  </a:lnTo>
                  <a:lnTo>
                    <a:pt x="91" y="489"/>
                  </a:lnTo>
                  <a:lnTo>
                    <a:pt x="84" y="506"/>
                  </a:lnTo>
                  <a:lnTo>
                    <a:pt x="70" y="517"/>
                  </a:lnTo>
                  <a:lnTo>
                    <a:pt x="54" y="524"/>
                  </a:lnTo>
                  <a:lnTo>
                    <a:pt x="37" y="524"/>
                  </a:lnTo>
                  <a:lnTo>
                    <a:pt x="19" y="517"/>
                  </a:lnTo>
                  <a:lnTo>
                    <a:pt x="7" y="503"/>
                  </a:lnTo>
                  <a:lnTo>
                    <a:pt x="0" y="487"/>
                  </a:lnTo>
                  <a:lnTo>
                    <a:pt x="2" y="468"/>
                  </a:lnTo>
                  <a:lnTo>
                    <a:pt x="82" y="35"/>
                  </a:lnTo>
                  <a:lnTo>
                    <a:pt x="89" y="19"/>
                  </a:lnTo>
                  <a:lnTo>
                    <a:pt x="101" y="7"/>
                  </a:lnTo>
                  <a:lnTo>
                    <a:pt x="119"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5" name="Freeform 20"/>
            <p:cNvSpPr>
              <a:spLocks/>
            </p:cNvSpPr>
            <p:nvPr userDrawn="1"/>
          </p:nvSpPr>
          <p:spPr bwMode="auto">
            <a:xfrm>
              <a:off x="6733618" y="4625522"/>
              <a:ext cx="241924" cy="568283"/>
            </a:xfrm>
            <a:custGeom>
              <a:avLst/>
              <a:gdLst>
                <a:gd name="T0" fmla="*/ 206 w 255"/>
                <a:gd name="T1" fmla="*/ 0 h 599"/>
                <a:gd name="T2" fmla="*/ 226 w 255"/>
                <a:gd name="T3" fmla="*/ 4 h 599"/>
                <a:gd name="T4" fmla="*/ 241 w 255"/>
                <a:gd name="T5" fmla="*/ 13 h 599"/>
                <a:gd name="T6" fmla="*/ 252 w 255"/>
                <a:gd name="T7" fmla="*/ 27 h 599"/>
                <a:gd name="T8" fmla="*/ 255 w 255"/>
                <a:gd name="T9" fmla="*/ 44 h 599"/>
                <a:gd name="T10" fmla="*/ 254 w 255"/>
                <a:gd name="T11" fmla="*/ 62 h 599"/>
                <a:gd name="T12" fmla="*/ 90 w 255"/>
                <a:gd name="T13" fmla="*/ 569 h 599"/>
                <a:gd name="T14" fmla="*/ 81 w 255"/>
                <a:gd name="T15" fmla="*/ 585 h 599"/>
                <a:gd name="T16" fmla="*/ 65 w 255"/>
                <a:gd name="T17" fmla="*/ 596 h 599"/>
                <a:gd name="T18" fmla="*/ 49 w 255"/>
                <a:gd name="T19" fmla="*/ 599 h 599"/>
                <a:gd name="T20" fmla="*/ 30 w 255"/>
                <a:gd name="T21" fmla="*/ 597 h 599"/>
                <a:gd name="T22" fmla="*/ 14 w 255"/>
                <a:gd name="T23" fmla="*/ 587 h 599"/>
                <a:gd name="T24" fmla="*/ 4 w 255"/>
                <a:gd name="T25" fmla="*/ 573 h 599"/>
                <a:gd name="T26" fmla="*/ 0 w 255"/>
                <a:gd name="T27" fmla="*/ 556 h 599"/>
                <a:gd name="T28" fmla="*/ 2 w 255"/>
                <a:gd name="T29" fmla="*/ 538 h 599"/>
                <a:gd name="T30" fmla="*/ 166 w 255"/>
                <a:gd name="T31" fmla="*/ 30 h 599"/>
                <a:gd name="T32" fmla="*/ 175 w 255"/>
                <a:gd name="T33" fmla="*/ 16 h 599"/>
                <a:gd name="T34" fmla="*/ 191 w 255"/>
                <a:gd name="T35" fmla="*/ 6 h 599"/>
                <a:gd name="T36" fmla="*/ 206 w 255"/>
                <a:gd name="T37" fmla="*/ 0 h 5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5" h="599">
                  <a:moveTo>
                    <a:pt x="206" y="0"/>
                  </a:moveTo>
                  <a:lnTo>
                    <a:pt x="226" y="4"/>
                  </a:lnTo>
                  <a:lnTo>
                    <a:pt x="241" y="13"/>
                  </a:lnTo>
                  <a:lnTo>
                    <a:pt x="252" y="27"/>
                  </a:lnTo>
                  <a:lnTo>
                    <a:pt x="255" y="44"/>
                  </a:lnTo>
                  <a:lnTo>
                    <a:pt x="254" y="62"/>
                  </a:lnTo>
                  <a:lnTo>
                    <a:pt x="90" y="569"/>
                  </a:lnTo>
                  <a:lnTo>
                    <a:pt x="81" y="585"/>
                  </a:lnTo>
                  <a:lnTo>
                    <a:pt x="65" y="596"/>
                  </a:lnTo>
                  <a:lnTo>
                    <a:pt x="49" y="599"/>
                  </a:lnTo>
                  <a:lnTo>
                    <a:pt x="30" y="597"/>
                  </a:lnTo>
                  <a:lnTo>
                    <a:pt x="14" y="587"/>
                  </a:lnTo>
                  <a:lnTo>
                    <a:pt x="4" y="573"/>
                  </a:lnTo>
                  <a:lnTo>
                    <a:pt x="0" y="556"/>
                  </a:lnTo>
                  <a:lnTo>
                    <a:pt x="2" y="538"/>
                  </a:lnTo>
                  <a:lnTo>
                    <a:pt x="166" y="30"/>
                  </a:lnTo>
                  <a:lnTo>
                    <a:pt x="175" y="16"/>
                  </a:lnTo>
                  <a:lnTo>
                    <a:pt x="191" y="6"/>
                  </a:lnTo>
                  <a:lnTo>
                    <a:pt x="206"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6" name="Freeform 21"/>
            <p:cNvSpPr>
              <a:spLocks/>
            </p:cNvSpPr>
            <p:nvPr userDrawn="1"/>
          </p:nvSpPr>
          <p:spPr bwMode="auto">
            <a:xfrm>
              <a:off x="7077055" y="4665368"/>
              <a:ext cx="333950" cy="621412"/>
            </a:xfrm>
            <a:custGeom>
              <a:avLst/>
              <a:gdLst>
                <a:gd name="T0" fmla="*/ 309 w 352"/>
                <a:gd name="T1" fmla="*/ 0 h 655"/>
                <a:gd name="T2" fmla="*/ 326 w 352"/>
                <a:gd name="T3" fmla="*/ 6 h 655"/>
                <a:gd name="T4" fmla="*/ 342 w 352"/>
                <a:gd name="T5" fmla="*/ 18 h 655"/>
                <a:gd name="T6" fmla="*/ 349 w 352"/>
                <a:gd name="T7" fmla="*/ 32 h 655"/>
                <a:gd name="T8" fmla="*/ 352 w 352"/>
                <a:gd name="T9" fmla="*/ 49 h 655"/>
                <a:gd name="T10" fmla="*/ 347 w 352"/>
                <a:gd name="T11" fmla="*/ 68 h 655"/>
                <a:gd name="T12" fmla="*/ 87 w 352"/>
                <a:gd name="T13" fmla="*/ 630 h 655"/>
                <a:gd name="T14" fmla="*/ 77 w 352"/>
                <a:gd name="T15" fmla="*/ 644 h 655"/>
                <a:gd name="T16" fmla="*/ 61 w 352"/>
                <a:gd name="T17" fmla="*/ 653 h 655"/>
                <a:gd name="T18" fmla="*/ 43 w 352"/>
                <a:gd name="T19" fmla="*/ 655 h 655"/>
                <a:gd name="T20" fmla="*/ 26 w 352"/>
                <a:gd name="T21" fmla="*/ 650 h 655"/>
                <a:gd name="T22" fmla="*/ 10 w 352"/>
                <a:gd name="T23" fmla="*/ 639 h 655"/>
                <a:gd name="T24" fmla="*/ 3 w 352"/>
                <a:gd name="T25" fmla="*/ 623 h 655"/>
                <a:gd name="T26" fmla="*/ 0 w 352"/>
                <a:gd name="T27" fmla="*/ 606 h 655"/>
                <a:gd name="T28" fmla="*/ 5 w 352"/>
                <a:gd name="T29" fmla="*/ 589 h 655"/>
                <a:gd name="T30" fmla="*/ 265 w 352"/>
                <a:gd name="T31" fmla="*/ 27 h 655"/>
                <a:gd name="T32" fmla="*/ 276 w 352"/>
                <a:gd name="T33" fmla="*/ 11 h 655"/>
                <a:gd name="T34" fmla="*/ 291 w 352"/>
                <a:gd name="T35" fmla="*/ 4 h 655"/>
                <a:gd name="T36" fmla="*/ 309 w 352"/>
                <a:gd name="T37" fmla="*/ 0 h 6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352" h="655">
                  <a:moveTo>
                    <a:pt x="309" y="0"/>
                  </a:moveTo>
                  <a:lnTo>
                    <a:pt x="326" y="6"/>
                  </a:lnTo>
                  <a:lnTo>
                    <a:pt x="342" y="18"/>
                  </a:lnTo>
                  <a:lnTo>
                    <a:pt x="349" y="32"/>
                  </a:lnTo>
                  <a:lnTo>
                    <a:pt x="352" y="49"/>
                  </a:lnTo>
                  <a:lnTo>
                    <a:pt x="347" y="68"/>
                  </a:lnTo>
                  <a:lnTo>
                    <a:pt x="87" y="630"/>
                  </a:lnTo>
                  <a:lnTo>
                    <a:pt x="77" y="644"/>
                  </a:lnTo>
                  <a:lnTo>
                    <a:pt x="61" y="653"/>
                  </a:lnTo>
                  <a:lnTo>
                    <a:pt x="43" y="655"/>
                  </a:lnTo>
                  <a:lnTo>
                    <a:pt x="26" y="650"/>
                  </a:lnTo>
                  <a:lnTo>
                    <a:pt x="10" y="639"/>
                  </a:lnTo>
                  <a:lnTo>
                    <a:pt x="3" y="623"/>
                  </a:lnTo>
                  <a:lnTo>
                    <a:pt x="0" y="606"/>
                  </a:lnTo>
                  <a:lnTo>
                    <a:pt x="5" y="589"/>
                  </a:lnTo>
                  <a:lnTo>
                    <a:pt x="265" y="27"/>
                  </a:lnTo>
                  <a:lnTo>
                    <a:pt x="276" y="11"/>
                  </a:lnTo>
                  <a:lnTo>
                    <a:pt x="291" y="4"/>
                  </a:lnTo>
                  <a:lnTo>
                    <a:pt x="309"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7" name="Freeform 22"/>
            <p:cNvSpPr>
              <a:spLocks/>
            </p:cNvSpPr>
            <p:nvPr userDrawn="1"/>
          </p:nvSpPr>
          <p:spPr bwMode="auto">
            <a:xfrm>
              <a:off x="7414800" y="4764984"/>
              <a:ext cx="430719" cy="659361"/>
            </a:xfrm>
            <a:custGeom>
              <a:avLst/>
              <a:gdLst>
                <a:gd name="T0" fmla="*/ 417 w 454"/>
                <a:gd name="T1" fmla="*/ 0 h 695"/>
                <a:gd name="T2" fmla="*/ 433 w 454"/>
                <a:gd name="T3" fmla="*/ 7 h 695"/>
                <a:gd name="T4" fmla="*/ 447 w 454"/>
                <a:gd name="T5" fmla="*/ 21 h 695"/>
                <a:gd name="T6" fmla="*/ 454 w 454"/>
                <a:gd name="T7" fmla="*/ 37 h 695"/>
                <a:gd name="T8" fmla="*/ 454 w 454"/>
                <a:gd name="T9" fmla="*/ 54 h 695"/>
                <a:gd name="T10" fmla="*/ 447 w 454"/>
                <a:gd name="T11" fmla="*/ 72 h 695"/>
                <a:gd name="T12" fmla="*/ 84 w 454"/>
                <a:gd name="T13" fmla="*/ 676 h 695"/>
                <a:gd name="T14" fmla="*/ 70 w 454"/>
                <a:gd name="T15" fmla="*/ 688 h 695"/>
                <a:gd name="T16" fmla="*/ 54 w 454"/>
                <a:gd name="T17" fmla="*/ 695 h 695"/>
                <a:gd name="T18" fmla="*/ 37 w 454"/>
                <a:gd name="T19" fmla="*/ 695 h 695"/>
                <a:gd name="T20" fmla="*/ 19 w 454"/>
                <a:gd name="T21" fmla="*/ 688 h 695"/>
                <a:gd name="T22" fmla="*/ 7 w 454"/>
                <a:gd name="T23" fmla="*/ 676 h 695"/>
                <a:gd name="T24" fmla="*/ 0 w 454"/>
                <a:gd name="T25" fmla="*/ 660 h 695"/>
                <a:gd name="T26" fmla="*/ 0 w 454"/>
                <a:gd name="T27" fmla="*/ 642 h 695"/>
                <a:gd name="T28" fmla="*/ 7 w 454"/>
                <a:gd name="T29" fmla="*/ 625 h 695"/>
                <a:gd name="T30" fmla="*/ 370 w 454"/>
                <a:gd name="T31" fmla="*/ 21 h 695"/>
                <a:gd name="T32" fmla="*/ 382 w 454"/>
                <a:gd name="T33" fmla="*/ 7 h 695"/>
                <a:gd name="T34" fmla="*/ 400 w 454"/>
                <a:gd name="T35" fmla="*/ 0 h 695"/>
                <a:gd name="T36" fmla="*/ 417 w 454"/>
                <a:gd name="T37" fmla="*/ 0 h 6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54" h="695">
                  <a:moveTo>
                    <a:pt x="417" y="0"/>
                  </a:moveTo>
                  <a:lnTo>
                    <a:pt x="433" y="7"/>
                  </a:lnTo>
                  <a:lnTo>
                    <a:pt x="447" y="21"/>
                  </a:lnTo>
                  <a:lnTo>
                    <a:pt x="454" y="37"/>
                  </a:lnTo>
                  <a:lnTo>
                    <a:pt x="454" y="54"/>
                  </a:lnTo>
                  <a:lnTo>
                    <a:pt x="447" y="72"/>
                  </a:lnTo>
                  <a:lnTo>
                    <a:pt x="84" y="676"/>
                  </a:lnTo>
                  <a:lnTo>
                    <a:pt x="70" y="688"/>
                  </a:lnTo>
                  <a:lnTo>
                    <a:pt x="54" y="695"/>
                  </a:lnTo>
                  <a:lnTo>
                    <a:pt x="37" y="695"/>
                  </a:lnTo>
                  <a:lnTo>
                    <a:pt x="19" y="688"/>
                  </a:lnTo>
                  <a:lnTo>
                    <a:pt x="7" y="676"/>
                  </a:lnTo>
                  <a:lnTo>
                    <a:pt x="0" y="660"/>
                  </a:lnTo>
                  <a:lnTo>
                    <a:pt x="0" y="642"/>
                  </a:lnTo>
                  <a:lnTo>
                    <a:pt x="7" y="625"/>
                  </a:lnTo>
                  <a:lnTo>
                    <a:pt x="370" y="21"/>
                  </a:lnTo>
                  <a:lnTo>
                    <a:pt x="382" y="7"/>
                  </a:lnTo>
                  <a:lnTo>
                    <a:pt x="400" y="0"/>
                  </a:lnTo>
                  <a:lnTo>
                    <a:pt x="417"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8" name="Freeform 23"/>
            <p:cNvSpPr>
              <a:spLocks/>
            </p:cNvSpPr>
            <p:nvPr userDrawn="1"/>
          </p:nvSpPr>
          <p:spPr bwMode="auto">
            <a:xfrm>
              <a:off x="7730724" y="4924369"/>
              <a:ext cx="543617" cy="680232"/>
            </a:xfrm>
            <a:custGeom>
              <a:avLst/>
              <a:gdLst>
                <a:gd name="T0" fmla="*/ 522 w 573"/>
                <a:gd name="T1" fmla="*/ 0 h 717"/>
                <a:gd name="T2" fmla="*/ 540 w 573"/>
                <a:gd name="T3" fmla="*/ 1 h 717"/>
                <a:gd name="T4" fmla="*/ 557 w 573"/>
                <a:gd name="T5" fmla="*/ 10 h 717"/>
                <a:gd name="T6" fmla="*/ 568 w 573"/>
                <a:gd name="T7" fmla="*/ 24 h 717"/>
                <a:gd name="T8" fmla="*/ 573 w 573"/>
                <a:gd name="T9" fmla="*/ 40 h 717"/>
                <a:gd name="T10" fmla="*/ 571 w 573"/>
                <a:gd name="T11" fmla="*/ 57 h 717"/>
                <a:gd name="T12" fmla="*/ 562 w 573"/>
                <a:gd name="T13" fmla="*/ 75 h 717"/>
                <a:gd name="T14" fmla="*/ 81 w 573"/>
                <a:gd name="T15" fmla="*/ 700 h 717"/>
                <a:gd name="T16" fmla="*/ 67 w 573"/>
                <a:gd name="T17" fmla="*/ 712 h 717"/>
                <a:gd name="T18" fmla="*/ 51 w 573"/>
                <a:gd name="T19" fmla="*/ 717 h 717"/>
                <a:gd name="T20" fmla="*/ 32 w 573"/>
                <a:gd name="T21" fmla="*/ 715 h 717"/>
                <a:gd name="T22" fmla="*/ 16 w 573"/>
                <a:gd name="T23" fmla="*/ 707 h 717"/>
                <a:gd name="T24" fmla="*/ 5 w 573"/>
                <a:gd name="T25" fmla="*/ 693 h 717"/>
                <a:gd name="T26" fmla="*/ 0 w 573"/>
                <a:gd name="T27" fmla="*/ 675 h 717"/>
                <a:gd name="T28" fmla="*/ 2 w 573"/>
                <a:gd name="T29" fmla="*/ 658 h 717"/>
                <a:gd name="T30" fmla="*/ 11 w 573"/>
                <a:gd name="T31" fmla="*/ 642 h 717"/>
                <a:gd name="T32" fmla="*/ 491 w 573"/>
                <a:gd name="T33" fmla="*/ 15 h 717"/>
                <a:gd name="T34" fmla="*/ 506 w 573"/>
                <a:gd name="T35" fmla="*/ 3 h 717"/>
                <a:gd name="T36" fmla="*/ 522 w 573"/>
                <a:gd name="T37" fmla="*/ 0 h 7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573" h="717">
                  <a:moveTo>
                    <a:pt x="522" y="0"/>
                  </a:moveTo>
                  <a:lnTo>
                    <a:pt x="540" y="1"/>
                  </a:lnTo>
                  <a:lnTo>
                    <a:pt x="557" y="10"/>
                  </a:lnTo>
                  <a:lnTo>
                    <a:pt x="568" y="24"/>
                  </a:lnTo>
                  <a:lnTo>
                    <a:pt x="573" y="40"/>
                  </a:lnTo>
                  <a:lnTo>
                    <a:pt x="571" y="57"/>
                  </a:lnTo>
                  <a:lnTo>
                    <a:pt x="562" y="75"/>
                  </a:lnTo>
                  <a:lnTo>
                    <a:pt x="81" y="700"/>
                  </a:lnTo>
                  <a:lnTo>
                    <a:pt x="67" y="712"/>
                  </a:lnTo>
                  <a:lnTo>
                    <a:pt x="51" y="717"/>
                  </a:lnTo>
                  <a:lnTo>
                    <a:pt x="32" y="715"/>
                  </a:lnTo>
                  <a:lnTo>
                    <a:pt x="16" y="707"/>
                  </a:lnTo>
                  <a:lnTo>
                    <a:pt x="5" y="693"/>
                  </a:lnTo>
                  <a:lnTo>
                    <a:pt x="0" y="675"/>
                  </a:lnTo>
                  <a:lnTo>
                    <a:pt x="2" y="658"/>
                  </a:lnTo>
                  <a:lnTo>
                    <a:pt x="11" y="642"/>
                  </a:lnTo>
                  <a:lnTo>
                    <a:pt x="491" y="15"/>
                  </a:lnTo>
                  <a:lnTo>
                    <a:pt x="506" y="3"/>
                  </a:lnTo>
                  <a:lnTo>
                    <a:pt x="522"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grpSp>
      <p:sp>
        <p:nvSpPr>
          <p:cNvPr id="30" name="Text Placeholder 29"/>
          <p:cNvSpPr>
            <a:spLocks noGrp="1"/>
          </p:cNvSpPr>
          <p:nvPr>
            <p:ph type="body" sz="quarter" idx="13" hasCustomPrompt="1"/>
          </p:nvPr>
        </p:nvSpPr>
        <p:spPr>
          <a:xfrm>
            <a:off x="323135" y="1846263"/>
            <a:ext cx="8441453" cy="1241425"/>
          </a:xfrm>
        </p:spPr>
        <p:txBody>
          <a:bodyPr anchor="ctr" anchorCtr="0">
            <a:normAutofit/>
          </a:bodyPr>
          <a:lstStyle>
            <a:lvl1pPr marL="0" indent="0">
              <a:buNone/>
              <a:defRPr sz="4000" b="1">
                <a:solidFill>
                  <a:schemeClr val="bg1"/>
                </a:solidFill>
              </a:defRPr>
            </a:lvl1pPr>
          </a:lstStyle>
          <a:p>
            <a:pPr lvl="0"/>
            <a:r>
              <a:rPr lang="en-US" dirty="0"/>
              <a:t>CLICK TO ADD TEXT</a:t>
            </a:r>
          </a:p>
        </p:txBody>
      </p:sp>
    </p:spTree>
    <p:extLst>
      <p:ext uri="{BB962C8B-B14F-4D97-AF65-F5344CB8AC3E}">
        <p14:creationId xmlns:p14="http://schemas.microsoft.com/office/powerpoint/2010/main" val="14098916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decel="100000" fill="hold" nodeType="withEffect">
                                  <p:stCondLst>
                                    <p:cond delay="0"/>
                                  </p:stCondLst>
                                  <p:childTnLst>
                                    <p:set>
                                      <p:cBhvr>
                                        <p:cTn id="6" dur="1" fill="hold">
                                          <p:stCondLst>
                                            <p:cond delay="0"/>
                                          </p:stCondLst>
                                        </p:cTn>
                                        <p:tgtEl>
                                          <p:spTgt spid="53"/>
                                        </p:tgtEl>
                                        <p:attrNameLst>
                                          <p:attrName>style.visibility</p:attrName>
                                        </p:attrNameLst>
                                      </p:cBhvr>
                                      <p:to>
                                        <p:strVal val="visible"/>
                                      </p:to>
                                    </p:set>
                                    <p:anim calcmode="lin" valueType="num">
                                      <p:cBhvr additive="base">
                                        <p:cTn id="7" dur="750" fill="hold"/>
                                        <p:tgtEl>
                                          <p:spTgt spid="53"/>
                                        </p:tgtEl>
                                        <p:attrNameLst>
                                          <p:attrName>ppt_x</p:attrName>
                                        </p:attrNameLst>
                                      </p:cBhvr>
                                      <p:tavLst>
                                        <p:tav tm="0">
                                          <p:val>
                                            <p:strVal val="#ppt_x"/>
                                          </p:val>
                                        </p:tav>
                                        <p:tav tm="100000">
                                          <p:val>
                                            <p:strVal val="#ppt_x"/>
                                          </p:val>
                                        </p:tav>
                                      </p:tavLst>
                                    </p:anim>
                                    <p:anim calcmode="lin" valueType="num">
                                      <p:cBhvr additive="base">
                                        <p:cTn id="8" dur="750" fill="hold"/>
                                        <p:tgtEl>
                                          <p:spTgt spid="53"/>
                                        </p:tgtEl>
                                        <p:attrNameLst>
                                          <p:attrName>ppt_y</p:attrName>
                                        </p:attrNameLst>
                                      </p:cBhvr>
                                      <p:tavLst>
                                        <p:tav tm="0">
                                          <p:val>
                                            <p:strVal val="0-#ppt_h/2"/>
                                          </p:val>
                                        </p:tav>
                                        <p:tav tm="100000">
                                          <p:val>
                                            <p:strVal val="#ppt_y"/>
                                          </p:val>
                                        </p:tav>
                                      </p:tavLst>
                                    </p:anim>
                                  </p:childTnLst>
                                </p:cTn>
                              </p:par>
                              <p:par>
                                <p:cTn id="9" presetID="2" presetClass="entr" presetSubtype="8" decel="100000" fill="hold" nodeType="withEffect">
                                  <p:stCondLst>
                                    <p:cond delay="300"/>
                                  </p:stCondLst>
                                  <p:childTnLst>
                                    <p:set>
                                      <p:cBhvr>
                                        <p:cTn id="10" dur="1" fill="hold">
                                          <p:stCondLst>
                                            <p:cond delay="0"/>
                                          </p:stCondLst>
                                        </p:cTn>
                                        <p:tgtEl>
                                          <p:spTgt spid="54"/>
                                        </p:tgtEl>
                                        <p:attrNameLst>
                                          <p:attrName>style.visibility</p:attrName>
                                        </p:attrNameLst>
                                      </p:cBhvr>
                                      <p:to>
                                        <p:strVal val="visible"/>
                                      </p:to>
                                    </p:set>
                                    <p:anim calcmode="lin" valueType="num">
                                      <p:cBhvr additive="base">
                                        <p:cTn id="11" dur="750" fill="hold"/>
                                        <p:tgtEl>
                                          <p:spTgt spid="54"/>
                                        </p:tgtEl>
                                        <p:attrNameLst>
                                          <p:attrName>ppt_x</p:attrName>
                                        </p:attrNameLst>
                                      </p:cBhvr>
                                      <p:tavLst>
                                        <p:tav tm="0">
                                          <p:val>
                                            <p:strVal val="0-#ppt_w/2"/>
                                          </p:val>
                                        </p:tav>
                                        <p:tav tm="100000">
                                          <p:val>
                                            <p:strVal val="#ppt_x"/>
                                          </p:val>
                                        </p:tav>
                                      </p:tavLst>
                                    </p:anim>
                                    <p:anim calcmode="lin" valueType="num">
                                      <p:cBhvr additive="base">
                                        <p:cTn id="12" dur="750" fill="hold"/>
                                        <p:tgtEl>
                                          <p:spTgt spid="5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baseline="0">
                <a:latin typeface="Arial" panose="020B0604020202020204" pitchFamily="34" charset="0"/>
                <a:cs typeface="Arial" panose="020B0604020202020204" pitchFamily="34" charset="0"/>
              </a:defRPr>
            </a:lvl1pPr>
          </a:lstStyle>
          <a:p>
            <a:r>
              <a:rPr lang="en-US"/>
              <a:t>Click to edit Master title style</a:t>
            </a:r>
            <a:endParaRPr lang="en-US" dirty="0"/>
          </a:p>
        </p:txBody>
      </p:sp>
      <p:sp>
        <p:nvSpPr>
          <p:cNvPr id="3" name="Content Placeholder 2"/>
          <p:cNvSpPr>
            <a:spLocks noGrp="1"/>
          </p:cNvSpPr>
          <p:nvPr>
            <p:ph idx="1"/>
          </p:nvPr>
        </p:nvSpPr>
        <p:spPr/>
        <p:txBody>
          <a:bodyPr/>
          <a:lstStyle>
            <a:lvl1pPr>
              <a:defRPr baseline="0">
                <a:latin typeface="Arial" panose="020B0604020202020204" pitchFamily="34" charset="0"/>
                <a:cs typeface="Arial" panose="020B0604020202020204" pitchFamily="34" charset="0"/>
              </a:defRPr>
            </a:lvl1pPr>
            <a:lvl2pPr>
              <a:defRPr baseline="0">
                <a:latin typeface="Arial" panose="020B0604020202020204" pitchFamily="34" charset="0"/>
                <a:cs typeface="Arial" panose="020B0604020202020204" pitchFamily="34" charset="0"/>
              </a:defRPr>
            </a:lvl2pPr>
            <a:lvl3pPr>
              <a:defRPr baseline="0">
                <a:latin typeface="Arial" panose="020B0604020202020204" pitchFamily="34" charset="0"/>
                <a:cs typeface="Arial" panose="020B0604020202020204" pitchFamily="34" charset="0"/>
              </a:defRPr>
            </a:lvl3pPr>
            <a:lvl4pPr>
              <a:defRPr baseline="0">
                <a:latin typeface="Arial" panose="020B0604020202020204" pitchFamily="34" charset="0"/>
                <a:cs typeface="Arial" panose="020B0604020202020204" pitchFamily="34" charset="0"/>
              </a:defRPr>
            </a:lvl4pPr>
            <a:lvl5pPr>
              <a:defRPr baseline="0">
                <a:latin typeface="Arial" panose="020B0604020202020204" pitchFamily="34" charset="0"/>
                <a:cs typeface="Arial" panose="020B0604020202020204" pitchFamily="34"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Slide Number Placeholder 5"/>
          <p:cNvSpPr>
            <a:spLocks noGrp="1"/>
          </p:cNvSpPr>
          <p:nvPr>
            <p:ph type="sldNum" sz="quarter" idx="12"/>
          </p:nvPr>
        </p:nvSpPr>
        <p:spPr/>
        <p:txBody>
          <a:bodyPr/>
          <a:lstStyle>
            <a:lvl1pPr>
              <a:defRPr b="0">
                <a:latin typeface="Arial" panose="020B0604020202020204" pitchFamily="34" charset="0"/>
                <a:cs typeface="Arial" panose="020B0604020202020204" pitchFamily="34" charset="0"/>
              </a:defRPr>
            </a:lvl1pPr>
          </a:lstStyle>
          <a:p>
            <a:fld id="{F6728BC2-ACA3-447C-A909-F3F49211C066}" type="slidenum">
              <a:rPr lang="en-US" smtClean="0"/>
              <a:pPr/>
              <a:t>‹#›</a:t>
            </a:fld>
            <a:endParaRPr lang="en-US" dirty="0"/>
          </a:p>
        </p:txBody>
      </p:sp>
    </p:spTree>
    <p:extLst>
      <p:ext uri="{BB962C8B-B14F-4D97-AF65-F5344CB8AC3E}">
        <p14:creationId xmlns:p14="http://schemas.microsoft.com/office/powerpoint/2010/main" val="382070225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baseline="0">
                <a:latin typeface="Arial" panose="020B0604020202020204" pitchFamily="34" charset="0"/>
                <a:cs typeface="Arial" panose="020B0604020202020204" pitchFamily="34" charset="0"/>
              </a:defRPr>
            </a:lvl1pPr>
          </a:lstStyle>
          <a:p>
            <a:r>
              <a:rPr lang="en-US"/>
              <a:t>Click to edit Master title style</a:t>
            </a:r>
            <a:endParaRPr lang="en-US" dirty="0"/>
          </a:p>
        </p:txBody>
      </p:sp>
      <p:sp>
        <p:nvSpPr>
          <p:cNvPr id="3" name="Content Placeholder 2"/>
          <p:cNvSpPr>
            <a:spLocks noGrp="1"/>
          </p:cNvSpPr>
          <p:nvPr>
            <p:ph idx="1"/>
          </p:nvPr>
        </p:nvSpPr>
        <p:spPr>
          <a:xfrm>
            <a:off x="380010" y="1481446"/>
            <a:ext cx="4009110" cy="4525963"/>
          </a:xfrm>
        </p:spPr>
        <p:txBody>
          <a:bodyPr/>
          <a:lstStyle>
            <a:lvl1pPr>
              <a:defRPr baseline="0">
                <a:latin typeface="Arial" panose="020B0604020202020204" pitchFamily="34" charset="0"/>
                <a:cs typeface="Arial" panose="020B0604020202020204" pitchFamily="34" charset="0"/>
              </a:defRPr>
            </a:lvl1pPr>
            <a:lvl2pPr>
              <a:defRPr baseline="0">
                <a:latin typeface="Arial" panose="020B0604020202020204" pitchFamily="34" charset="0"/>
                <a:cs typeface="Arial" panose="020B0604020202020204" pitchFamily="34" charset="0"/>
              </a:defRPr>
            </a:lvl2pPr>
            <a:lvl3pPr>
              <a:defRPr baseline="0">
                <a:latin typeface="Arial" panose="020B0604020202020204" pitchFamily="34" charset="0"/>
                <a:cs typeface="Arial" panose="020B0604020202020204" pitchFamily="34" charset="0"/>
              </a:defRPr>
            </a:lvl3pPr>
            <a:lvl4pPr>
              <a:defRPr baseline="0">
                <a:latin typeface="Arial" panose="020B0604020202020204" pitchFamily="34" charset="0"/>
                <a:cs typeface="Arial" panose="020B0604020202020204" pitchFamily="34" charset="0"/>
              </a:defRPr>
            </a:lvl4pPr>
            <a:lvl5pPr>
              <a:defRPr baseline="0">
                <a:latin typeface="Arial" panose="020B0604020202020204" pitchFamily="34" charset="0"/>
                <a:cs typeface="Arial" panose="020B0604020202020204" pitchFamily="34"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Slide Number Placeholder 5"/>
          <p:cNvSpPr>
            <a:spLocks noGrp="1"/>
          </p:cNvSpPr>
          <p:nvPr>
            <p:ph type="sldNum" sz="quarter" idx="12"/>
          </p:nvPr>
        </p:nvSpPr>
        <p:spPr/>
        <p:txBody>
          <a:bodyPr/>
          <a:lstStyle>
            <a:lvl1pPr>
              <a:defRPr b="1">
                <a:latin typeface="Arial" panose="020B0604020202020204" pitchFamily="34" charset="0"/>
                <a:cs typeface="Arial" panose="020B0604020202020204" pitchFamily="34" charset="0"/>
              </a:defRPr>
            </a:lvl1pPr>
          </a:lstStyle>
          <a:p>
            <a:fld id="{F6728BC2-ACA3-447C-A909-F3F49211C066}" type="slidenum">
              <a:rPr lang="en-US" smtClean="0"/>
              <a:pPr/>
              <a:t>‹#›</a:t>
            </a:fld>
            <a:endParaRPr lang="en-US" dirty="0"/>
          </a:p>
        </p:txBody>
      </p:sp>
      <p:sp>
        <p:nvSpPr>
          <p:cNvPr id="7" name="Content Placeholder 2"/>
          <p:cNvSpPr>
            <a:spLocks noGrp="1"/>
          </p:cNvSpPr>
          <p:nvPr>
            <p:ph idx="13"/>
          </p:nvPr>
        </p:nvSpPr>
        <p:spPr>
          <a:xfrm>
            <a:off x="4644440" y="1481446"/>
            <a:ext cx="4009110" cy="4525963"/>
          </a:xfrm>
        </p:spPr>
        <p:txBody>
          <a:bodyPr/>
          <a:lstStyle>
            <a:lvl1pPr>
              <a:defRPr baseline="0">
                <a:latin typeface="Arial" panose="020B0604020202020204" pitchFamily="34" charset="0"/>
                <a:cs typeface="Arial" panose="020B0604020202020204" pitchFamily="34" charset="0"/>
              </a:defRPr>
            </a:lvl1pPr>
            <a:lvl2pPr>
              <a:defRPr baseline="0">
                <a:latin typeface="Arial" panose="020B0604020202020204" pitchFamily="34" charset="0"/>
                <a:cs typeface="Arial" panose="020B0604020202020204" pitchFamily="34" charset="0"/>
              </a:defRPr>
            </a:lvl2pPr>
            <a:lvl3pPr>
              <a:defRPr baseline="0">
                <a:latin typeface="Arial" panose="020B0604020202020204" pitchFamily="34" charset="0"/>
                <a:cs typeface="Arial" panose="020B0604020202020204" pitchFamily="34" charset="0"/>
              </a:defRPr>
            </a:lvl3pPr>
            <a:lvl4pPr>
              <a:defRPr baseline="0">
                <a:latin typeface="Arial" panose="020B0604020202020204" pitchFamily="34" charset="0"/>
                <a:cs typeface="Arial" panose="020B0604020202020204" pitchFamily="34" charset="0"/>
              </a:defRPr>
            </a:lvl4pPr>
            <a:lvl5pPr>
              <a:defRPr baseline="0">
                <a:latin typeface="Arial" panose="020B0604020202020204" pitchFamily="34" charset="0"/>
                <a:cs typeface="Arial" panose="020B0604020202020204" pitchFamily="34"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93722727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2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baseline="0">
                <a:latin typeface="Arial" panose="020B0604020202020204" pitchFamily="34" charset="0"/>
                <a:cs typeface="Arial" panose="020B0604020202020204" pitchFamily="34" charset="0"/>
              </a:defRPr>
            </a:lvl1pPr>
          </a:lstStyle>
          <a:p>
            <a:r>
              <a:rPr lang="en-US"/>
              <a:t>Click to edit Master title style</a:t>
            </a:r>
            <a:endParaRPr lang="en-US" dirty="0"/>
          </a:p>
        </p:txBody>
      </p:sp>
      <p:sp>
        <p:nvSpPr>
          <p:cNvPr id="6" name="Slide Number Placeholder 5"/>
          <p:cNvSpPr>
            <a:spLocks noGrp="1"/>
          </p:cNvSpPr>
          <p:nvPr>
            <p:ph type="sldNum" sz="quarter" idx="12"/>
          </p:nvPr>
        </p:nvSpPr>
        <p:spPr/>
        <p:txBody>
          <a:bodyPr/>
          <a:lstStyle>
            <a:lvl1pPr>
              <a:defRPr b="0">
                <a:latin typeface="Arial" panose="020B0604020202020204" pitchFamily="34" charset="0"/>
                <a:cs typeface="Arial" panose="020B0604020202020204" pitchFamily="34" charset="0"/>
              </a:defRPr>
            </a:lvl1pPr>
          </a:lstStyle>
          <a:p>
            <a:fld id="{F6728BC2-ACA3-447C-A909-F3F49211C066}" type="slidenum">
              <a:rPr lang="en-US" smtClean="0"/>
              <a:pPr/>
              <a:t>‹#›</a:t>
            </a:fld>
            <a:endParaRPr lang="en-US" dirty="0"/>
          </a:p>
        </p:txBody>
      </p:sp>
      <p:sp>
        <p:nvSpPr>
          <p:cNvPr id="8" name="Content Placeholder 5"/>
          <p:cNvSpPr>
            <a:spLocks noGrp="1"/>
          </p:cNvSpPr>
          <p:nvPr>
            <p:ph sz="quarter" idx="16" hasCustomPrompt="1"/>
          </p:nvPr>
        </p:nvSpPr>
        <p:spPr>
          <a:xfrm>
            <a:off x="4708408" y="1538839"/>
            <a:ext cx="4107743" cy="2416827"/>
          </a:xfrm>
        </p:spPr>
        <p:txBody>
          <a:bodyPr/>
          <a:lstStyle>
            <a:lvl1pPr marL="176213" indent="-176213" algn="l">
              <a:buClr>
                <a:schemeClr val="accent1"/>
              </a:buClr>
              <a:defRPr sz="2000"/>
            </a:lvl1pPr>
            <a:lvl2pPr marL="396875" indent="-223838" algn="l" defTabSz="452438">
              <a:defRPr sz="1800"/>
            </a:lvl2pPr>
            <a:lvl3pPr algn="l">
              <a:defRPr sz="1600"/>
            </a:lvl3pPr>
            <a:lvl4pPr algn="l">
              <a:defRPr sz="1400"/>
            </a:lvl4pPr>
            <a:lvl5pPr algn="l">
              <a:defRPr sz="1200"/>
            </a:lvl5pPr>
          </a:lstStyle>
          <a:p>
            <a:pPr lvl="0"/>
            <a:r>
              <a:rPr lang="en-US" dirty="0"/>
              <a:t>Click to edit Master text styles</a:t>
            </a:r>
          </a:p>
          <a:p>
            <a:pPr lvl="1"/>
            <a:r>
              <a:rPr lang="en-US" dirty="0"/>
              <a:t>Second level</a:t>
            </a:r>
          </a:p>
        </p:txBody>
      </p:sp>
      <p:sp>
        <p:nvSpPr>
          <p:cNvPr id="9" name="Content Placeholder 5"/>
          <p:cNvSpPr>
            <a:spLocks noGrp="1"/>
          </p:cNvSpPr>
          <p:nvPr>
            <p:ph sz="quarter" idx="17"/>
          </p:nvPr>
        </p:nvSpPr>
        <p:spPr>
          <a:xfrm>
            <a:off x="351116" y="1540358"/>
            <a:ext cx="4113904" cy="2415307"/>
          </a:xfrm>
        </p:spPr>
        <p:txBody>
          <a:bodyPr/>
          <a:lstStyle>
            <a:lvl1pPr marL="176213" indent="-176213" algn="l">
              <a:buClr>
                <a:schemeClr val="accent1"/>
              </a:buClr>
              <a:buFont typeface="Arial" panose="020B0604020202020204" pitchFamily="34" charset="0"/>
              <a:buChar char="•"/>
              <a:defRPr sz="2000"/>
            </a:lvl1pPr>
            <a:lvl2pPr marL="396875" indent="-223838" algn="l" defTabSz="452438">
              <a:buClr>
                <a:schemeClr val="accent1"/>
              </a:buClr>
              <a:defRPr sz="1800"/>
            </a:lvl2pPr>
            <a:lvl3pPr algn="l">
              <a:defRPr sz="1600"/>
            </a:lvl3pPr>
            <a:lvl4pPr algn="l">
              <a:defRPr sz="1400"/>
            </a:lvl4pPr>
            <a:lvl5pPr algn="l">
              <a:defRPr sz="1200"/>
            </a:lvl5pPr>
          </a:lstStyle>
          <a:p>
            <a:pPr lvl="0"/>
            <a:r>
              <a:rPr lang="en-US"/>
              <a:t>Edit Master text styles</a:t>
            </a:r>
          </a:p>
          <a:p>
            <a:pPr lvl="1"/>
            <a:r>
              <a:rPr lang="en-US"/>
              <a:t>Second level</a:t>
            </a:r>
          </a:p>
        </p:txBody>
      </p:sp>
      <p:sp>
        <p:nvSpPr>
          <p:cNvPr id="12" name="Content Placeholder 5"/>
          <p:cNvSpPr>
            <a:spLocks noGrp="1"/>
          </p:cNvSpPr>
          <p:nvPr>
            <p:ph sz="quarter" idx="18" hasCustomPrompt="1"/>
          </p:nvPr>
        </p:nvSpPr>
        <p:spPr>
          <a:xfrm>
            <a:off x="4708408" y="4099159"/>
            <a:ext cx="4107743" cy="2416827"/>
          </a:xfrm>
        </p:spPr>
        <p:txBody>
          <a:bodyPr/>
          <a:lstStyle>
            <a:lvl1pPr marL="176213" indent="-176213" algn="l">
              <a:buClr>
                <a:schemeClr val="accent1"/>
              </a:buClr>
              <a:defRPr sz="2000"/>
            </a:lvl1pPr>
            <a:lvl2pPr marL="396875" indent="-223838" algn="l" defTabSz="452438">
              <a:defRPr sz="1800"/>
            </a:lvl2pPr>
            <a:lvl3pPr algn="l">
              <a:defRPr sz="1600"/>
            </a:lvl3pPr>
            <a:lvl4pPr algn="l">
              <a:defRPr sz="1400"/>
            </a:lvl4pPr>
            <a:lvl5pPr algn="l">
              <a:defRPr sz="1200"/>
            </a:lvl5pPr>
          </a:lstStyle>
          <a:p>
            <a:pPr lvl="0"/>
            <a:r>
              <a:rPr lang="en-US" dirty="0"/>
              <a:t>Click to edit Master text styles</a:t>
            </a:r>
          </a:p>
          <a:p>
            <a:pPr lvl="1"/>
            <a:r>
              <a:rPr lang="en-US" dirty="0"/>
              <a:t>Second level</a:t>
            </a:r>
          </a:p>
        </p:txBody>
      </p:sp>
      <p:sp>
        <p:nvSpPr>
          <p:cNvPr id="13" name="Content Placeholder 5"/>
          <p:cNvSpPr>
            <a:spLocks noGrp="1"/>
          </p:cNvSpPr>
          <p:nvPr>
            <p:ph sz="quarter" idx="19"/>
          </p:nvPr>
        </p:nvSpPr>
        <p:spPr>
          <a:xfrm>
            <a:off x="351116" y="4100678"/>
            <a:ext cx="4113904" cy="2415307"/>
          </a:xfrm>
        </p:spPr>
        <p:txBody>
          <a:bodyPr/>
          <a:lstStyle>
            <a:lvl1pPr marL="176213" indent="-176213" algn="l">
              <a:buClr>
                <a:schemeClr val="accent1"/>
              </a:buClr>
              <a:buFont typeface="Arial" panose="020B0604020202020204" pitchFamily="34" charset="0"/>
              <a:buChar char="•"/>
              <a:defRPr sz="2000"/>
            </a:lvl1pPr>
            <a:lvl2pPr marL="396875" indent="-223838" algn="l" defTabSz="452438">
              <a:buClr>
                <a:schemeClr val="accent1"/>
              </a:buClr>
              <a:defRPr sz="1800"/>
            </a:lvl2pPr>
            <a:lvl3pPr algn="l">
              <a:defRPr sz="1600"/>
            </a:lvl3pPr>
            <a:lvl4pPr algn="l">
              <a:defRPr sz="1400"/>
            </a:lvl4pPr>
            <a:lvl5pPr algn="l">
              <a:defRPr sz="1200"/>
            </a:lvl5pPr>
          </a:lstStyle>
          <a:p>
            <a:pPr lvl="0"/>
            <a:r>
              <a:rPr lang="en-US"/>
              <a:t>Edit Master text styles</a:t>
            </a:r>
          </a:p>
          <a:p>
            <a:pPr lvl="1"/>
            <a:r>
              <a:rPr lang="en-US"/>
              <a:t>Second level</a:t>
            </a:r>
          </a:p>
        </p:txBody>
      </p:sp>
    </p:spTree>
    <p:extLst>
      <p:ext uri="{BB962C8B-B14F-4D97-AF65-F5344CB8AC3E}">
        <p14:creationId xmlns:p14="http://schemas.microsoft.com/office/powerpoint/2010/main" val="135267711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Title Only">
    <p:spTree>
      <p:nvGrpSpPr>
        <p:cNvPr id="1" name=""/>
        <p:cNvGrpSpPr/>
        <p:nvPr/>
      </p:nvGrpSpPr>
      <p:grpSpPr>
        <a:xfrm>
          <a:off x="0" y="0"/>
          <a:ext cx="0" cy="0"/>
          <a:chOff x="0" y="0"/>
          <a:chExt cx="0" cy="0"/>
        </a:xfrm>
      </p:grpSpPr>
      <p:pic>
        <p:nvPicPr>
          <p:cNvPr id="24" name="Picture 23"/>
          <p:cNvPicPr>
            <a:picLocks noChangeAspect="1"/>
          </p:cNvPicPr>
          <p:nvPr userDrawn="1"/>
        </p:nvPicPr>
        <p:blipFill rotWithShape="1">
          <a:blip r:embed="rId2" cstate="print">
            <a:extLst>
              <a:ext uri="{28A0092B-C50C-407E-A947-70E740481C1C}">
                <a14:useLocalDpi xmlns:a14="http://schemas.microsoft.com/office/drawing/2010/main" val="0"/>
              </a:ext>
            </a:extLst>
          </a:blip>
          <a:srcRect t="91557" b="649"/>
          <a:stretch/>
        </p:blipFill>
        <p:spPr>
          <a:xfrm>
            <a:off x="-1" y="6259484"/>
            <a:ext cx="9144002" cy="598516"/>
          </a:xfrm>
          <a:prstGeom prst="rect">
            <a:avLst/>
          </a:prstGeom>
        </p:spPr>
      </p:pic>
      <p:sp>
        <p:nvSpPr>
          <p:cNvPr id="5" name="Slide Number Placeholder 4"/>
          <p:cNvSpPr>
            <a:spLocks noGrp="1"/>
          </p:cNvSpPr>
          <p:nvPr>
            <p:ph type="sldNum" sz="quarter" idx="12"/>
          </p:nvPr>
        </p:nvSpPr>
        <p:spPr/>
        <p:txBody>
          <a:bodyPr/>
          <a:lstStyle>
            <a:lvl1pPr>
              <a:defRPr>
                <a:latin typeface="Arial" panose="020B0604020202020204" pitchFamily="34" charset="0"/>
                <a:cs typeface="Arial" panose="020B0604020202020204" pitchFamily="34" charset="0"/>
              </a:defRPr>
            </a:lvl1pPr>
          </a:lstStyle>
          <a:p>
            <a:fld id="{F6728BC2-ACA3-447C-A909-F3F49211C066}" type="slidenum">
              <a:rPr lang="en-US" smtClean="0"/>
              <a:pPr/>
              <a:t>‹#›</a:t>
            </a:fld>
            <a:endParaRPr lang="en-US" dirty="0"/>
          </a:p>
        </p:txBody>
      </p:sp>
      <p:sp>
        <p:nvSpPr>
          <p:cNvPr id="46" name="Content Placeholder 45"/>
          <p:cNvSpPr>
            <a:spLocks noGrp="1"/>
          </p:cNvSpPr>
          <p:nvPr>
            <p:ph sz="quarter" idx="13"/>
          </p:nvPr>
        </p:nvSpPr>
        <p:spPr>
          <a:xfrm>
            <a:off x="157163" y="133350"/>
            <a:ext cx="8826500" cy="5951538"/>
          </a:xfrm>
        </p:spPr>
        <p:txBody>
          <a:bodyPr/>
          <a:lstStyle>
            <a:lvl1pPr marL="0" indent="0">
              <a:buNone/>
              <a:defRPr/>
            </a:lvl1pPr>
          </a:lstStyle>
          <a:p>
            <a:pPr lvl="0"/>
            <a:r>
              <a:rPr lang="en-US"/>
              <a:t>Edit Master text styles</a:t>
            </a:r>
          </a:p>
        </p:txBody>
      </p:sp>
    </p:spTree>
    <p:extLst>
      <p:ext uri="{BB962C8B-B14F-4D97-AF65-F5344CB8AC3E}">
        <p14:creationId xmlns:p14="http://schemas.microsoft.com/office/powerpoint/2010/main" val="162681020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only - white">
    <p:spTree>
      <p:nvGrpSpPr>
        <p:cNvPr id="1" name=""/>
        <p:cNvGrpSpPr/>
        <p:nvPr/>
      </p:nvGrpSpPr>
      <p:grpSpPr>
        <a:xfrm>
          <a:off x="0" y="0"/>
          <a:ext cx="0" cy="0"/>
          <a:chOff x="0" y="0"/>
          <a:chExt cx="0" cy="0"/>
        </a:xfrm>
      </p:grpSpPr>
      <p:sp>
        <p:nvSpPr>
          <p:cNvPr id="4" name="Rectangle 3"/>
          <p:cNvSpPr/>
          <p:nvPr userDrawn="1"/>
        </p:nvSpPr>
        <p:spPr>
          <a:xfrm>
            <a:off x="0" y="0"/>
            <a:ext cx="9144000" cy="12192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title"/>
          </p:nvPr>
        </p:nvSpPr>
        <p:spPr/>
        <p:txBody>
          <a:bodyPr/>
          <a:lstStyle>
            <a:lvl1pPr>
              <a:defRPr baseline="0">
                <a:solidFill>
                  <a:schemeClr val="accent3"/>
                </a:solidFill>
                <a:latin typeface="Arial" panose="020B0604020202020204" pitchFamily="34" charset="0"/>
                <a:cs typeface="Arial" panose="020B0604020202020204" pitchFamily="34" charset="0"/>
              </a:defRPr>
            </a:lvl1pPr>
          </a:lstStyle>
          <a:p>
            <a:r>
              <a:rPr lang="en-US"/>
              <a:t>Click to edit Master title style</a:t>
            </a:r>
            <a:endParaRPr lang="en-US" dirty="0"/>
          </a:p>
        </p:txBody>
      </p:sp>
      <p:sp>
        <p:nvSpPr>
          <p:cNvPr id="6" name="Slide Number Placeholder 5"/>
          <p:cNvSpPr>
            <a:spLocks noGrp="1"/>
          </p:cNvSpPr>
          <p:nvPr>
            <p:ph type="sldNum" sz="quarter" idx="12"/>
          </p:nvPr>
        </p:nvSpPr>
        <p:spPr/>
        <p:txBody>
          <a:bodyPr/>
          <a:lstStyle>
            <a:lvl1pPr>
              <a:defRPr b="0">
                <a:latin typeface="Arial" panose="020B0604020202020204" pitchFamily="34" charset="0"/>
                <a:cs typeface="Arial" panose="020B0604020202020204" pitchFamily="34" charset="0"/>
              </a:defRPr>
            </a:lvl1pPr>
          </a:lstStyle>
          <a:p>
            <a:fld id="{F6728BC2-ACA3-447C-A909-F3F49211C066}" type="slidenum">
              <a:rPr lang="en-US" smtClean="0"/>
              <a:pPr/>
              <a:t>‹#›</a:t>
            </a:fld>
            <a:endParaRPr lang="en-US" dirty="0"/>
          </a:p>
        </p:txBody>
      </p:sp>
      <p:grpSp>
        <p:nvGrpSpPr>
          <p:cNvPr id="7" name="Group 6"/>
          <p:cNvGrpSpPr/>
          <p:nvPr userDrawn="1"/>
        </p:nvGrpSpPr>
        <p:grpSpPr>
          <a:xfrm>
            <a:off x="7264458" y="365740"/>
            <a:ext cx="1553307" cy="487719"/>
            <a:chOff x="7264458" y="365740"/>
            <a:chExt cx="1553307" cy="487719"/>
          </a:xfrm>
        </p:grpSpPr>
        <p:sp>
          <p:nvSpPr>
            <p:cNvPr id="8" name="Freeform 6"/>
            <p:cNvSpPr>
              <a:spLocks noEditPoints="1"/>
            </p:cNvSpPr>
            <p:nvPr userDrawn="1"/>
          </p:nvSpPr>
          <p:spPr bwMode="auto">
            <a:xfrm>
              <a:off x="7264458" y="705011"/>
              <a:ext cx="148988" cy="144669"/>
            </a:xfrm>
            <a:custGeom>
              <a:avLst/>
              <a:gdLst>
                <a:gd name="T0" fmla="*/ 98 w 552"/>
                <a:gd name="T1" fmla="*/ 79 h 536"/>
                <a:gd name="T2" fmla="*/ 98 w 552"/>
                <a:gd name="T3" fmla="*/ 241 h 536"/>
                <a:gd name="T4" fmla="*/ 307 w 552"/>
                <a:gd name="T5" fmla="*/ 241 h 536"/>
                <a:gd name="T6" fmla="*/ 342 w 552"/>
                <a:gd name="T7" fmla="*/ 241 h 536"/>
                <a:gd name="T8" fmla="*/ 374 w 552"/>
                <a:gd name="T9" fmla="*/ 238 h 536"/>
                <a:gd name="T10" fmla="*/ 398 w 552"/>
                <a:gd name="T11" fmla="*/ 231 h 536"/>
                <a:gd name="T12" fmla="*/ 417 w 552"/>
                <a:gd name="T13" fmla="*/ 222 h 536"/>
                <a:gd name="T14" fmla="*/ 431 w 552"/>
                <a:gd name="T15" fmla="*/ 206 h 536"/>
                <a:gd name="T16" fmla="*/ 440 w 552"/>
                <a:gd name="T17" fmla="*/ 187 h 536"/>
                <a:gd name="T18" fmla="*/ 443 w 552"/>
                <a:gd name="T19" fmla="*/ 161 h 536"/>
                <a:gd name="T20" fmla="*/ 440 w 552"/>
                <a:gd name="T21" fmla="*/ 135 h 536"/>
                <a:gd name="T22" fmla="*/ 431 w 552"/>
                <a:gd name="T23" fmla="*/ 114 h 536"/>
                <a:gd name="T24" fmla="*/ 417 w 552"/>
                <a:gd name="T25" fmla="*/ 100 h 536"/>
                <a:gd name="T26" fmla="*/ 398 w 552"/>
                <a:gd name="T27" fmla="*/ 89 h 536"/>
                <a:gd name="T28" fmla="*/ 374 w 552"/>
                <a:gd name="T29" fmla="*/ 84 h 536"/>
                <a:gd name="T30" fmla="*/ 342 w 552"/>
                <a:gd name="T31" fmla="*/ 80 h 536"/>
                <a:gd name="T32" fmla="*/ 307 w 552"/>
                <a:gd name="T33" fmla="*/ 79 h 536"/>
                <a:gd name="T34" fmla="*/ 98 w 552"/>
                <a:gd name="T35" fmla="*/ 79 h 536"/>
                <a:gd name="T36" fmla="*/ 0 w 552"/>
                <a:gd name="T37" fmla="*/ 0 h 536"/>
                <a:gd name="T38" fmla="*/ 323 w 552"/>
                <a:gd name="T39" fmla="*/ 0 h 536"/>
                <a:gd name="T40" fmla="*/ 377 w 552"/>
                <a:gd name="T41" fmla="*/ 2 h 536"/>
                <a:gd name="T42" fmla="*/ 422 w 552"/>
                <a:gd name="T43" fmla="*/ 9 h 536"/>
                <a:gd name="T44" fmla="*/ 461 w 552"/>
                <a:gd name="T45" fmla="*/ 19 h 536"/>
                <a:gd name="T46" fmla="*/ 490 w 552"/>
                <a:gd name="T47" fmla="*/ 37 h 536"/>
                <a:gd name="T48" fmla="*/ 513 w 552"/>
                <a:gd name="T49" fmla="*/ 58 h 536"/>
                <a:gd name="T50" fmla="*/ 529 w 552"/>
                <a:gd name="T51" fmla="*/ 86 h 536"/>
                <a:gd name="T52" fmla="*/ 538 w 552"/>
                <a:gd name="T53" fmla="*/ 119 h 536"/>
                <a:gd name="T54" fmla="*/ 541 w 552"/>
                <a:gd name="T55" fmla="*/ 157 h 536"/>
                <a:gd name="T56" fmla="*/ 538 w 552"/>
                <a:gd name="T57" fmla="*/ 194 h 536"/>
                <a:gd name="T58" fmla="*/ 529 w 552"/>
                <a:gd name="T59" fmla="*/ 225 h 536"/>
                <a:gd name="T60" fmla="*/ 513 w 552"/>
                <a:gd name="T61" fmla="*/ 252 h 536"/>
                <a:gd name="T62" fmla="*/ 494 w 552"/>
                <a:gd name="T63" fmla="*/ 272 h 536"/>
                <a:gd name="T64" fmla="*/ 473 w 552"/>
                <a:gd name="T65" fmla="*/ 290 h 536"/>
                <a:gd name="T66" fmla="*/ 447 w 552"/>
                <a:gd name="T67" fmla="*/ 302 h 536"/>
                <a:gd name="T68" fmla="*/ 421 w 552"/>
                <a:gd name="T69" fmla="*/ 311 h 536"/>
                <a:gd name="T70" fmla="*/ 393 w 552"/>
                <a:gd name="T71" fmla="*/ 314 h 536"/>
                <a:gd name="T72" fmla="*/ 384 w 552"/>
                <a:gd name="T73" fmla="*/ 314 h 536"/>
                <a:gd name="T74" fmla="*/ 552 w 552"/>
                <a:gd name="T75" fmla="*/ 536 h 536"/>
                <a:gd name="T76" fmla="*/ 431 w 552"/>
                <a:gd name="T77" fmla="*/ 536 h 536"/>
                <a:gd name="T78" fmla="*/ 274 w 552"/>
                <a:gd name="T79" fmla="*/ 323 h 536"/>
                <a:gd name="T80" fmla="*/ 274 w 552"/>
                <a:gd name="T81" fmla="*/ 321 h 536"/>
                <a:gd name="T82" fmla="*/ 98 w 552"/>
                <a:gd name="T83" fmla="*/ 321 h 536"/>
                <a:gd name="T84" fmla="*/ 98 w 552"/>
                <a:gd name="T85" fmla="*/ 536 h 536"/>
                <a:gd name="T86" fmla="*/ 0 w 552"/>
                <a:gd name="T87" fmla="*/ 536 h 536"/>
                <a:gd name="T88" fmla="*/ 0 w 552"/>
                <a:gd name="T89"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552" h="536">
                  <a:moveTo>
                    <a:pt x="98" y="79"/>
                  </a:moveTo>
                  <a:lnTo>
                    <a:pt x="98" y="241"/>
                  </a:lnTo>
                  <a:lnTo>
                    <a:pt x="307" y="241"/>
                  </a:lnTo>
                  <a:lnTo>
                    <a:pt x="342" y="241"/>
                  </a:lnTo>
                  <a:lnTo>
                    <a:pt x="374" y="238"/>
                  </a:lnTo>
                  <a:lnTo>
                    <a:pt x="398" y="231"/>
                  </a:lnTo>
                  <a:lnTo>
                    <a:pt x="417" y="222"/>
                  </a:lnTo>
                  <a:lnTo>
                    <a:pt x="431" y="206"/>
                  </a:lnTo>
                  <a:lnTo>
                    <a:pt x="440" y="187"/>
                  </a:lnTo>
                  <a:lnTo>
                    <a:pt x="443" y="161"/>
                  </a:lnTo>
                  <a:lnTo>
                    <a:pt x="440" y="135"/>
                  </a:lnTo>
                  <a:lnTo>
                    <a:pt x="431" y="114"/>
                  </a:lnTo>
                  <a:lnTo>
                    <a:pt x="417" y="100"/>
                  </a:lnTo>
                  <a:lnTo>
                    <a:pt x="398" y="89"/>
                  </a:lnTo>
                  <a:lnTo>
                    <a:pt x="374" y="84"/>
                  </a:lnTo>
                  <a:lnTo>
                    <a:pt x="342" y="80"/>
                  </a:lnTo>
                  <a:lnTo>
                    <a:pt x="307" y="79"/>
                  </a:lnTo>
                  <a:lnTo>
                    <a:pt x="98" y="79"/>
                  </a:lnTo>
                  <a:close/>
                  <a:moveTo>
                    <a:pt x="0" y="0"/>
                  </a:moveTo>
                  <a:lnTo>
                    <a:pt x="323" y="0"/>
                  </a:lnTo>
                  <a:lnTo>
                    <a:pt x="377" y="2"/>
                  </a:lnTo>
                  <a:lnTo>
                    <a:pt x="422" y="9"/>
                  </a:lnTo>
                  <a:lnTo>
                    <a:pt x="461" y="19"/>
                  </a:lnTo>
                  <a:lnTo>
                    <a:pt x="490" y="37"/>
                  </a:lnTo>
                  <a:lnTo>
                    <a:pt x="513" y="58"/>
                  </a:lnTo>
                  <a:lnTo>
                    <a:pt x="529" y="86"/>
                  </a:lnTo>
                  <a:lnTo>
                    <a:pt x="538" y="119"/>
                  </a:lnTo>
                  <a:lnTo>
                    <a:pt x="541" y="157"/>
                  </a:lnTo>
                  <a:lnTo>
                    <a:pt x="538" y="194"/>
                  </a:lnTo>
                  <a:lnTo>
                    <a:pt x="529" y="225"/>
                  </a:lnTo>
                  <a:lnTo>
                    <a:pt x="513" y="252"/>
                  </a:lnTo>
                  <a:lnTo>
                    <a:pt x="494" y="272"/>
                  </a:lnTo>
                  <a:lnTo>
                    <a:pt x="473" y="290"/>
                  </a:lnTo>
                  <a:lnTo>
                    <a:pt x="447" y="302"/>
                  </a:lnTo>
                  <a:lnTo>
                    <a:pt x="421" y="311"/>
                  </a:lnTo>
                  <a:lnTo>
                    <a:pt x="393" y="314"/>
                  </a:lnTo>
                  <a:lnTo>
                    <a:pt x="384" y="314"/>
                  </a:lnTo>
                  <a:lnTo>
                    <a:pt x="552" y="536"/>
                  </a:lnTo>
                  <a:lnTo>
                    <a:pt x="431" y="536"/>
                  </a:lnTo>
                  <a:lnTo>
                    <a:pt x="274" y="323"/>
                  </a:lnTo>
                  <a:lnTo>
                    <a:pt x="274" y="321"/>
                  </a:lnTo>
                  <a:lnTo>
                    <a:pt x="98" y="321"/>
                  </a:lnTo>
                  <a:lnTo>
                    <a:pt x="98" y="536"/>
                  </a:lnTo>
                  <a:lnTo>
                    <a:pt x="0" y="536"/>
                  </a:lnTo>
                  <a:lnTo>
                    <a:pt x="0" y="0"/>
                  </a:lnTo>
                  <a:close/>
                </a:path>
              </a:pathLst>
            </a:custGeom>
            <a:solidFill>
              <a:schemeClr val="tx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9" name="Freeform 7"/>
            <p:cNvSpPr>
              <a:spLocks/>
            </p:cNvSpPr>
            <p:nvPr userDrawn="1"/>
          </p:nvSpPr>
          <p:spPr bwMode="auto">
            <a:xfrm>
              <a:off x="7450153" y="705011"/>
              <a:ext cx="131714" cy="144669"/>
            </a:xfrm>
            <a:custGeom>
              <a:avLst/>
              <a:gdLst>
                <a:gd name="T0" fmla="*/ 0 w 488"/>
                <a:gd name="T1" fmla="*/ 0 h 536"/>
                <a:gd name="T2" fmla="*/ 440 w 488"/>
                <a:gd name="T3" fmla="*/ 0 h 536"/>
                <a:gd name="T4" fmla="*/ 455 w 488"/>
                <a:gd name="T5" fmla="*/ 2 h 536"/>
                <a:gd name="T6" fmla="*/ 467 w 488"/>
                <a:gd name="T7" fmla="*/ 12 h 536"/>
                <a:gd name="T8" fmla="*/ 476 w 488"/>
                <a:gd name="T9" fmla="*/ 25 h 536"/>
                <a:gd name="T10" fmla="*/ 480 w 488"/>
                <a:gd name="T11" fmla="*/ 40 h 536"/>
                <a:gd name="T12" fmla="*/ 476 w 488"/>
                <a:gd name="T13" fmla="*/ 56 h 536"/>
                <a:gd name="T14" fmla="*/ 467 w 488"/>
                <a:gd name="T15" fmla="*/ 70 h 536"/>
                <a:gd name="T16" fmla="*/ 455 w 488"/>
                <a:gd name="T17" fmla="*/ 79 h 536"/>
                <a:gd name="T18" fmla="*/ 440 w 488"/>
                <a:gd name="T19" fmla="*/ 82 h 536"/>
                <a:gd name="T20" fmla="*/ 97 w 488"/>
                <a:gd name="T21" fmla="*/ 82 h 536"/>
                <a:gd name="T22" fmla="*/ 97 w 488"/>
                <a:gd name="T23" fmla="*/ 218 h 536"/>
                <a:gd name="T24" fmla="*/ 354 w 488"/>
                <a:gd name="T25" fmla="*/ 218 h 536"/>
                <a:gd name="T26" fmla="*/ 370 w 488"/>
                <a:gd name="T27" fmla="*/ 222 h 536"/>
                <a:gd name="T28" fmla="*/ 384 w 488"/>
                <a:gd name="T29" fmla="*/ 231 h 536"/>
                <a:gd name="T30" fmla="*/ 392 w 488"/>
                <a:gd name="T31" fmla="*/ 243 h 536"/>
                <a:gd name="T32" fmla="*/ 396 w 488"/>
                <a:gd name="T33" fmla="*/ 259 h 536"/>
                <a:gd name="T34" fmla="*/ 392 w 488"/>
                <a:gd name="T35" fmla="*/ 276 h 536"/>
                <a:gd name="T36" fmla="*/ 384 w 488"/>
                <a:gd name="T37" fmla="*/ 288 h 536"/>
                <a:gd name="T38" fmla="*/ 370 w 488"/>
                <a:gd name="T39" fmla="*/ 297 h 536"/>
                <a:gd name="T40" fmla="*/ 354 w 488"/>
                <a:gd name="T41" fmla="*/ 300 h 536"/>
                <a:gd name="T42" fmla="*/ 97 w 488"/>
                <a:gd name="T43" fmla="*/ 300 h 536"/>
                <a:gd name="T44" fmla="*/ 97 w 488"/>
                <a:gd name="T45" fmla="*/ 454 h 536"/>
                <a:gd name="T46" fmla="*/ 448 w 488"/>
                <a:gd name="T47" fmla="*/ 454 h 536"/>
                <a:gd name="T48" fmla="*/ 464 w 488"/>
                <a:gd name="T49" fmla="*/ 457 h 536"/>
                <a:gd name="T50" fmla="*/ 478 w 488"/>
                <a:gd name="T51" fmla="*/ 466 h 536"/>
                <a:gd name="T52" fmla="*/ 487 w 488"/>
                <a:gd name="T53" fmla="*/ 478 h 536"/>
                <a:gd name="T54" fmla="*/ 488 w 488"/>
                <a:gd name="T55" fmla="*/ 494 h 536"/>
                <a:gd name="T56" fmla="*/ 487 w 488"/>
                <a:gd name="T57" fmla="*/ 512 h 536"/>
                <a:gd name="T58" fmla="*/ 478 w 488"/>
                <a:gd name="T59" fmla="*/ 524 h 536"/>
                <a:gd name="T60" fmla="*/ 464 w 488"/>
                <a:gd name="T61" fmla="*/ 533 h 536"/>
                <a:gd name="T62" fmla="*/ 448 w 488"/>
                <a:gd name="T63" fmla="*/ 536 h 536"/>
                <a:gd name="T64" fmla="*/ 0 w 488"/>
                <a:gd name="T65" fmla="*/ 536 h 536"/>
                <a:gd name="T66" fmla="*/ 0 w 488"/>
                <a:gd name="T67"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488" h="536">
                  <a:moveTo>
                    <a:pt x="0" y="0"/>
                  </a:moveTo>
                  <a:lnTo>
                    <a:pt x="440" y="0"/>
                  </a:lnTo>
                  <a:lnTo>
                    <a:pt x="455" y="2"/>
                  </a:lnTo>
                  <a:lnTo>
                    <a:pt x="467" y="12"/>
                  </a:lnTo>
                  <a:lnTo>
                    <a:pt x="476" y="25"/>
                  </a:lnTo>
                  <a:lnTo>
                    <a:pt x="480" y="40"/>
                  </a:lnTo>
                  <a:lnTo>
                    <a:pt x="476" y="56"/>
                  </a:lnTo>
                  <a:lnTo>
                    <a:pt x="467" y="70"/>
                  </a:lnTo>
                  <a:lnTo>
                    <a:pt x="455" y="79"/>
                  </a:lnTo>
                  <a:lnTo>
                    <a:pt x="440" y="82"/>
                  </a:lnTo>
                  <a:lnTo>
                    <a:pt x="97" y="82"/>
                  </a:lnTo>
                  <a:lnTo>
                    <a:pt x="97" y="218"/>
                  </a:lnTo>
                  <a:lnTo>
                    <a:pt x="354" y="218"/>
                  </a:lnTo>
                  <a:lnTo>
                    <a:pt x="370" y="222"/>
                  </a:lnTo>
                  <a:lnTo>
                    <a:pt x="384" y="231"/>
                  </a:lnTo>
                  <a:lnTo>
                    <a:pt x="392" y="243"/>
                  </a:lnTo>
                  <a:lnTo>
                    <a:pt x="396" y="259"/>
                  </a:lnTo>
                  <a:lnTo>
                    <a:pt x="392" y="276"/>
                  </a:lnTo>
                  <a:lnTo>
                    <a:pt x="384" y="288"/>
                  </a:lnTo>
                  <a:lnTo>
                    <a:pt x="370" y="297"/>
                  </a:lnTo>
                  <a:lnTo>
                    <a:pt x="354" y="300"/>
                  </a:lnTo>
                  <a:lnTo>
                    <a:pt x="97" y="300"/>
                  </a:lnTo>
                  <a:lnTo>
                    <a:pt x="97" y="454"/>
                  </a:lnTo>
                  <a:lnTo>
                    <a:pt x="448" y="454"/>
                  </a:lnTo>
                  <a:lnTo>
                    <a:pt x="464" y="457"/>
                  </a:lnTo>
                  <a:lnTo>
                    <a:pt x="478" y="466"/>
                  </a:lnTo>
                  <a:lnTo>
                    <a:pt x="487" y="478"/>
                  </a:lnTo>
                  <a:lnTo>
                    <a:pt x="488" y="494"/>
                  </a:lnTo>
                  <a:lnTo>
                    <a:pt x="487" y="512"/>
                  </a:lnTo>
                  <a:lnTo>
                    <a:pt x="478" y="524"/>
                  </a:lnTo>
                  <a:lnTo>
                    <a:pt x="464" y="533"/>
                  </a:lnTo>
                  <a:lnTo>
                    <a:pt x="448" y="536"/>
                  </a:lnTo>
                  <a:lnTo>
                    <a:pt x="0" y="536"/>
                  </a:lnTo>
                  <a:lnTo>
                    <a:pt x="0" y="0"/>
                  </a:lnTo>
                  <a:close/>
                </a:path>
              </a:pathLst>
            </a:custGeom>
            <a:solidFill>
              <a:schemeClr val="tx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0" name="Freeform 8"/>
            <p:cNvSpPr>
              <a:spLocks/>
            </p:cNvSpPr>
            <p:nvPr userDrawn="1"/>
          </p:nvSpPr>
          <p:spPr bwMode="auto">
            <a:xfrm>
              <a:off x="7613446" y="705011"/>
              <a:ext cx="154116" cy="144669"/>
            </a:xfrm>
            <a:custGeom>
              <a:avLst/>
              <a:gdLst>
                <a:gd name="T0" fmla="*/ 48 w 571"/>
                <a:gd name="T1" fmla="*/ 0 h 536"/>
                <a:gd name="T2" fmla="*/ 65 w 571"/>
                <a:gd name="T3" fmla="*/ 4 h 536"/>
                <a:gd name="T4" fmla="*/ 79 w 571"/>
                <a:gd name="T5" fmla="*/ 12 h 536"/>
                <a:gd name="T6" fmla="*/ 89 w 571"/>
                <a:gd name="T7" fmla="*/ 26 h 536"/>
                <a:gd name="T8" fmla="*/ 280 w 571"/>
                <a:gd name="T9" fmla="*/ 431 h 536"/>
                <a:gd name="T10" fmla="*/ 285 w 571"/>
                <a:gd name="T11" fmla="*/ 440 h 536"/>
                <a:gd name="T12" fmla="*/ 484 w 571"/>
                <a:gd name="T13" fmla="*/ 26 h 536"/>
                <a:gd name="T14" fmla="*/ 494 w 571"/>
                <a:gd name="T15" fmla="*/ 12 h 536"/>
                <a:gd name="T16" fmla="*/ 508 w 571"/>
                <a:gd name="T17" fmla="*/ 2 h 536"/>
                <a:gd name="T18" fmla="*/ 526 w 571"/>
                <a:gd name="T19" fmla="*/ 0 h 536"/>
                <a:gd name="T20" fmla="*/ 541 w 571"/>
                <a:gd name="T21" fmla="*/ 2 h 536"/>
                <a:gd name="T22" fmla="*/ 554 w 571"/>
                <a:gd name="T23" fmla="*/ 9 h 536"/>
                <a:gd name="T24" fmla="*/ 564 w 571"/>
                <a:gd name="T25" fmla="*/ 21 h 536"/>
                <a:gd name="T26" fmla="*/ 571 w 571"/>
                <a:gd name="T27" fmla="*/ 35 h 536"/>
                <a:gd name="T28" fmla="*/ 571 w 571"/>
                <a:gd name="T29" fmla="*/ 51 h 536"/>
                <a:gd name="T30" fmla="*/ 568 w 571"/>
                <a:gd name="T31" fmla="*/ 67 h 536"/>
                <a:gd name="T32" fmla="*/ 337 w 571"/>
                <a:gd name="T33" fmla="*/ 536 h 536"/>
                <a:gd name="T34" fmla="*/ 233 w 571"/>
                <a:gd name="T35" fmla="*/ 536 h 536"/>
                <a:gd name="T36" fmla="*/ 6 w 571"/>
                <a:gd name="T37" fmla="*/ 67 h 536"/>
                <a:gd name="T38" fmla="*/ 0 w 571"/>
                <a:gd name="T39" fmla="*/ 51 h 536"/>
                <a:gd name="T40" fmla="*/ 2 w 571"/>
                <a:gd name="T41" fmla="*/ 35 h 536"/>
                <a:gd name="T42" fmla="*/ 7 w 571"/>
                <a:gd name="T43" fmla="*/ 21 h 536"/>
                <a:gd name="T44" fmla="*/ 18 w 571"/>
                <a:gd name="T45" fmla="*/ 9 h 536"/>
                <a:gd name="T46" fmla="*/ 32 w 571"/>
                <a:gd name="T47" fmla="*/ 2 h 536"/>
                <a:gd name="T48" fmla="*/ 48 w 571"/>
                <a:gd name="T49"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571" h="536">
                  <a:moveTo>
                    <a:pt x="48" y="0"/>
                  </a:moveTo>
                  <a:lnTo>
                    <a:pt x="65" y="4"/>
                  </a:lnTo>
                  <a:lnTo>
                    <a:pt x="79" y="12"/>
                  </a:lnTo>
                  <a:lnTo>
                    <a:pt x="89" y="26"/>
                  </a:lnTo>
                  <a:lnTo>
                    <a:pt x="280" y="431"/>
                  </a:lnTo>
                  <a:lnTo>
                    <a:pt x="285" y="440"/>
                  </a:lnTo>
                  <a:lnTo>
                    <a:pt x="484" y="26"/>
                  </a:lnTo>
                  <a:lnTo>
                    <a:pt x="494" y="12"/>
                  </a:lnTo>
                  <a:lnTo>
                    <a:pt x="508" y="2"/>
                  </a:lnTo>
                  <a:lnTo>
                    <a:pt x="526" y="0"/>
                  </a:lnTo>
                  <a:lnTo>
                    <a:pt x="541" y="2"/>
                  </a:lnTo>
                  <a:lnTo>
                    <a:pt x="554" y="9"/>
                  </a:lnTo>
                  <a:lnTo>
                    <a:pt x="564" y="21"/>
                  </a:lnTo>
                  <a:lnTo>
                    <a:pt x="571" y="35"/>
                  </a:lnTo>
                  <a:lnTo>
                    <a:pt x="571" y="51"/>
                  </a:lnTo>
                  <a:lnTo>
                    <a:pt x="568" y="67"/>
                  </a:lnTo>
                  <a:lnTo>
                    <a:pt x="337" y="536"/>
                  </a:lnTo>
                  <a:lnTo>
                    <a:pt x="233" y="536"/>
                  </a:lnTo>
                  <a:lnTo>
                    <a:pt x="6" y="67"/>
                  </a:lnTo>
                  <a:lnTo>
                    <a:pt x="0" y="51"/>
                  </a:lnTo>
                  <a:lnTo>
                    <a:pt x="2" y="35"/>
                  </a:lnTo>
                  <a:lnTo>
                    <a:pt x="7" y="21"/>
                  </a:lnTo>
                  <a:lnTo>
                    <a:pt x="18" y="9"/>
                  </a:lnTo>
                  <a:lnTo>
                    <a:pt x="32" y="2"/>
                  </a:lnTo>
                  <a:lnTo>
                    <a:pt x="48" y="0"/>
                  </a:lnTo>
                  <a:close/>
                </a:path>
              </a:pathLst>
            </a:custGeom>
            <a:solidFill>
              <a:schemeClr val="tx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1" name="Freeform 9"/>
            <p:cNvSpPr>
              <a:spLocks noEditPoints="1"/>
            </p:cNvSpPr>
            <p:nvPr userDrawn="1"/>
          </p:nvSpPr>
          <p:spPr bwMode="auto">
            <a:xfrm>
              <a:off x="7767562" y="705011"/>
              <a:ext cx="173010" cy="144669"/>
            </a:xfrm>
            <a:custGeom>
              <a:avLst/>
              <a:gdLst>
                <a:gd name="T0" fmla="*/ 321 w 641"/>
                <a:gd name="T1" fmla="*/ 70 h 536"/>
                <a:gd name="T2" fmla="*/ 201 w 641"/>
                <a:gd name="T3" fmla="*/ 328 h 536"/>
                <a:gd name="T4" fmla="*/ 443 w 641"/>
                <a:gd name="T5" fmla="*/ 328 h 536"/>
                <a:gd name="T6" fmla="*/ 321 w 641"/>
                <a:gd name="T7" fmla="*/ 70 h 536"/>
                <a:gd name="T8" fmla="*/ 264 w 641"/>
                <a:gd name="T9" fmla="*/ 0 h 536"/>
                <a:gd name="T10" fmla="*/ 381 w 641"/>
                <a:gd name="T11" fmla="*/ 0 h 536"/>
                <a:gd name="T12" fmla="*/ 641 w 641"/>
                <a:gd name="T13" fmla="*/ 536 h 536"/>
                <a:gd name="T14" fmla="*/ 538 w 641"/>
                <a:gd name="T15" fmla="*/ 536 h 536"/>
                <a:gd name="T16" fmla="*/ 482 w 641"/>
                <a:gd name="T17" fmla="*/ 414 h 536"/>
                <a:gd name="T18" fmla="*/ 480 w 641"/>
                <a:gd name="T19" fmla="*/ 410 h 536"/>
                <a:gd name="T20" fmla="*/ 161 w 641"/>
                <a:gd name="T21" fmla="*/ 410 h 536"/>
                <a:gd name="T22" fmla="*/ 103 w 641"/>
                <a:gd name="T23" fmla="*/ 536 h 536"/>
                <a:gd name="T24" fmla="*/ 0 w 641"/>
                <a:gd name="T25" fmla="*/ 536 h 536"/>
                <a:gd name="T26" fmla="*/ 264 w 641"/>
                <a:gd name="T27"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641" h="536">
                  <a:moveTo>
                    <a:pt x="321" y="70"/>
                  </a:moveTo>
                  <a:lnTo>
                    <a:pt x="201" y="328"/>
                  </a:lnTo>
                  <a:lnTo>
                    <a:pt x="443" y="328"/>
                  </a:lnTo>
                  <a:lnTo>
                    <a:pt x="321" y="70"/>
                  </a:lnTo>
                  <a:close/>
                  <a:moveTo>
                    <a:pt x="264" y="0"/>
                  </a:moveTo>
                  <a:lnTo>
                    <a:pt x="381" y="0"/>
                  </a:lnTo>
                  <a:lnTo>
                    <a:pt x="641" y="536"/>
                  </a:lnTo>
                  <a:lnTo>
                    <a:pt x="538" y="536"/>
                  </a:lnTo>
                  <a:lnTo>
                    <a:pt x="482" y="414"/>
                  </a:lnTo>
                  <a:lnTo>
                    <a:pt x="480" y="410"/>
                  </a:lnTo>
                  <a:lnTo>
                    <a:pt x="161" y="410"/>
                  </a:lnTo>
                  <a:lnTo>
                    <a:pt x="103" y="536"/>
                  </a:lnTo>
                  <a:lnTo>
                    <a:pt x="0" y="536"/>
                  </a:lnTo>
                  <a:lnTo>
                    <a:pt x="264" y="0"/>
                  </a:lnTo>
                  <a:close/>
                </a:path>
              </a:pathLst>
            </a:custGeom>
            <a:solidFill>
              <a:schemeClr val="tx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2" name="Freeform 10"/>
            <p:cNvSpPr>
              <a:spLocks/>
            </p:cNvSpPr>
            <p:nvPr userDrawn="1"/>
          </p:nvSpPr>
          <p:spPr bwMode="auto">
            <a:xfrm>
              <a:off x="7934364" y="705011"/>
              <a:ext cx="157895" cy="144669"/>
            </a:xfrm>
            <a:custGeom>
              <a:avLst/>
              <a:gdLst>
                <a:gd name="T0" fmla="*/ 42 w 585"/>
                <a:gd name="T1" fmla="*/ 0 h 536"/>
                <a:gd name="T2" fmla="*/ 545 w 585"/>
                <a:gd name="T3" fmla="*/ 0 h 536"/>
                <a:gd name="T4" fmla="*/ 560 w 585"/>
                <a:gd name="T5" fmla="*/ 2 h 536"/>
                <a:gd name="T6" fmla="*/ 574 w 585"/>
                <a:gd name="T7" fmla="*/ 12 h 536"/>
                <a:gd name="T8" fmla="*/ 583 w 585"/>
                <a:gd name="T9" fmla="*/ 25 h 536"/>
                <a:gd name="T10" fmla="*/ 585 w 585"/>
                <a:gd name="T11" fmla="*/ 40 h 536"/>
                <a:gd name="T12" fmla="*/ 583 w 585"/>
                <a:gd name="T13" fmla="*/ 56 h 536"/>
                <a:gd name="T14" fmla="*/ 574 w 585"/>
                <a:gd name="T15" fmla="*/ 70 h 536"/>
                <a:gd name="T16" fmla="*/ 560 w 585"/>
                <a:gd name="T17" fmla="*/ 79 h 536"/>
                <a:gd name="T18" fmla="*/ 545 w 585"/>
                <a:gd name="T19" fmla="*/ 82 h 536"/>
                <a:gd name="T20" fmla="*/ 342 w 585"/>
                <a:gd name="T21" fmla="*/ 82 h 536"/>
                <a:gd name="T22" fmla="*/ 342 w 585"/>
                <a:gd name="T23" fmla="*/ 536 h 536"/>
                <a:gd name="T24" fmla="*/ 244 w 585"/>
                <a:gd name="T25" fmla="*/ 536 h 536"/>
                <a:gd name="T26" fmla="*/ 244 w 585"/>
                <a:gd name="T27" fmla="*/ 82 h 536"/>
                <a:gd name="T28" fmla="*/ 42 w 585"/>
                <a:gd name="T29" fmla="*/ 82 h 536"/>
                <a:gd name="T30" fmla="*/ 26 w 585"/>
                <a:gd name="T31" fmla="*/ 79 h 536"/>
                <a:gd name="T32" fmla="*/ 12 w 585"/>
                <a:gd name="T33" fmla="*/ 70 h 536"/>
                <a:gd name="T34" fmla="*/ 4 w 585"/>
                <a:gd name="T35" fmla="*/ 56 h 536"/>
                <a:gd name="T36" fmla="*/ 0 w 585"/>
                <a:gd name="T37" fmla="*/ 40 h 536"/>
                <a:gd name="T38" fmla="*/ 4 w 585"/>
                <a:gd name="T39" fmla="*/ 25 h 536"/>
                <a:gd name="T40" fmla="*/ 12 w 585"/>
                <a:gd name="T41" fmla="*/ 12 h 536"/>
                <a:gd name="T42" fmla="*/ 26 w 585"/>
                <a:gd name="T43" fmla="*/ 2 h 536"/>
                <a:gd name="T44" fmla="*/ 42 w 585"/>
                <a:gd name="T45"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585" h="536">
                  <a:moveTo>
                    <a:pt x="42" y="0"/>
                  </a:moveTo>
                  <a:lnTo>
                    <a:pt x="545" y="0"/>
                  </a:lnTo>
                  <a:lnTo>
                    <a:pt x="560" y="2"/>
                  </a:lnTo>
                  <a:lnTo>
                    <a:pt x="574" y="12"/>
                  </a:lnTo>
                  <a:lnTo>
                    <a:pt x="583" y="25"/>
                  </a:lnTo>
                  <a:lnTo>
                    <a:pt x="585" y="40"/>
                  </a:lnTo>
                  <a:lnTo>
                    <a:pt x="583" y="56"/>
                  </a:lnTo>
                  <a:lnTo>
                    <a:pt x="574" y="70"/>
                  </a:lnTo>
                  <a:lnTo>
                    <a:pt x="560" y="79"/>
                  </a:lnTo>
                  <a:lnTo>
                    <a:pt x="545" y="82"/>
                  </a:lnTo>
                  <a:lnTo>
                    <a:pt x="342" y="82"/>
                  </a:lnTo>
                  <a:lnTo>
                    <a:pt x="342" y="536"/>
                  </a:lnTo>
                  <a:lnTo>
                    <a:pt x="244" y="536"/>
                  </a:lnTo>
                  <a:lnTo>
                    <a:pt x="244" y="82"/>
                  </a:lnTo>
                  <a:lnTo>
                    <a:pt x="42" y="82"/>
                  </a:lnTo>
                  <a:lnTo>
                    <a:pt x="26" y="79"/>
                  </a:lnTo>
                  <a:lnTo>
                    <a:pt x="12" y="70"/>
                  </a:lnTo>
                  <a:lnTo>
                    <a:pt x="4" y="56"/>
                  </a:lnTo>
                  <a:lnTo>
                    <a:pt x="0" y="40"/>
                  </a:lnTo>
                  <a:lnTo>
                    <a:pt x="4" y="25"/>
                  </a:lnTo>
                  <a:lnTo>
                    <a:pt x="12" y="12"/>
                  </a:lnTo>
                  <a:lnTo>
                    <a:pt x="26" y="2"/>
                  </a:lnTo>
                  <a:lnTo>
                    <a:pt x="42" y="0"/>
                  </a:lnTo>
                  <a:close/>
                </a:path>
              </a:pathLst>
            </a:custGeom>
            <a:solidFill>
              <a:schemeClr val="tx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3" name="Freeform 11"/>
            <p:cNvSpPr>
              <a:spLocks/>
            </p:cNvSpPr>
            <p:nvPr userDrawn="1"/>
          </p:nvSpPr>
          <p:spPr bwMode="auto">
            <a:xfrm>
              <a:off x="8122758" y="705011"/>
              <a:ext cx="154116" cy="148448"/>
            </a:xfrm>
            <a:custGeom>
              <a:avLst/>
              <a:gdLst>
                <a:gd name="T0" fmla="*/ 49 w 571"/>
                <a:gd name="T1" fmla="*/ 0 h 550"/>
                <a:gd name="T2" fmla="*/ 68 w 571"/>
                <a:gd name="T3" fmla="*/ 4 h 550"/>
                <a:gd name="T4" fmla="*/ 84 w 571"/>
                <a:gd name="T5" fmla="*/ 14 h 550"/>
                <a:gd name="T6" fmla="*/ 94 w 571"/>
                <a:gd name="T7" fmla="*/ 30 h 550"/>
                <a:gd name="T8" fmla="*/ 98 w 571"/>
                <a:gd name="T9" fmla="*/ 49 h 550"/>
                <a:gd name="T10" fmla="*/ 98 w 571"/>
                <a:gd name="T11" fmla="*/ 299 h 550"/>
                <a:gd name="T12" fmla="*/ 98 w 571"/>
                <a:gd name="T13" fmla="*/ 320 h 550"/>
                <a:gd name="T14" fmla="*/ 101 w 571"/>
                <a:gd name="T15" fmla="*/ 342 h 550"/>
                <a:gd name="T16" fmla="*/ 105 w 571"/>
                <a:gd name="T17" fmla="*/ 363 h 550"/>
                <a:gd name="T18" fmla="*/ 112 w 571"/>
                <a:gd name="T19" fmla="*/ 384 h 550"/>
                <a:gd name="T20" fmla="*/ 122 w 571"/>
                <a:gd name="T21" fmla="*/ 403 h 550"/>
                <a:gd name="T22" fmla="*/ 136 w 571"/>
                <a:gd name="T23" fmla="*/ 421 h 550"/>
                <a:gd name="T24" fmla="*/ 156 w 571"/>
                <a:gd name="T25" fmla="*/ 437 h 550"/>
                <a:gd name="T26" fmla="*/ 180 w 571"/>
                <a:gd name="T27" fmla="*/ 449 h 550"/>
                <a:gd name="T28" fmla="*/ 208 w 571"/>
                <a:gd name="T29" fmla="*/ 459 h 550"/>
                <a:gd name="T30" fmla="*/ 245 w 571"/>
                <a:gd name="T31" fmla="*/ 464 h 550"/>
                <a:gd name="T32" fmla="*/ 286 w 571"/>
                <a:gd name="T33" fmla="*/ 466 h 550"/>
                <a:gd name="T34" fmla="*/ 328 w 571"/>
                <a:gd name="T35" fmla="*/ 464 h 550"/>
                <a:gd name="T36" fmla="*/ 363 w 571"/>
                <a:gd name="T37" fmla="*/ 459 h 550"/>
                <a:gd name="T38" fmla="*/ 391 w 571"/>
                <a:gd name="T39" fmla="*/ 449 h 550"/>
                <a:gd name="T40" fmla="*/ 416 w 571"/>
                <a:gd name="T41" fmla="*/ 437 h 550"/>
                <a:gd name="T42" fmla="*/ 435 w 571"/>
                <a:gd name="T43" fmla="*/ 421 h 550"/>
                <a:gd name="T44" fmla="*/ 449 w 571"/>
                <a:gd name="T45" fmla="*/ 403 h 550"/>
                <a:gd name="T46" fmla="*/ 459 w 571"/>
                <a:gd name="T47" fmla="*/ 384 h 550"/>
                <a:gd name="T48" fmla="*/ 466 w 571"/>
                <a:gd name="T49" fmla="*/ 363 h 550"/>
                <a:gd name="T50" fmla="*/ 470 w 571"/>
                <a:gd name="T51" fmla="*/ 342 h 550"/>
                <a:gd name="T52" fmla="*/ 473 w 571"/>
                <a:gd name="T53" fmla="*/ 320 h 550"/>
                <a:gd name="T54" fmla="*/ 473 w 571"/>
                <a:gd name="T55" fmla="*/ 299 h 550"/>
                <a:gd name="T56" fmla="*/ 473 w 571"/>
                <a:gd name="T57" fmla="*/ 49 h 550"/>
                <a:gd name="T58" fmla="*/ 477 w 571"/>
                <a:gd name="T59" fmla="*/ 30 h 550"/>
                <a:gd name="T60" fmla="*/ 487 w 571"/>
                <a:gd name="T61" fmla="*/ 14 h 550"/>
                <a:gd name="T62" fmla="*/ 503 w 571"/>
                <a:gd name="T63" fmla="*/ 4 h 550"/>
                <a:gd name="T64" fmla="*/ 522 w 571"/>
                <a:gd name="T65" fmla="*/ 0 h 550"/>
                <a:gd name="T66" fmla="*/ 541 w 571"/>
                <a:gd name="T67" fmla="*/ 4 h 550"/>
                <a:gd name="T68" fmla="*/ 557 w 571"/>
                <a:gd name="T69" fmla="*/ 14 h 550"/>
                <a:gd name="T70" fmla="*/ 567 w 571"/>
                <a:gd name="T71" fmla="*/ 30 h 550"/>
                <a:gd name="T72" fmla="*/ 571 w 571"/>
                <a:gd name="T73" fmla="*/ 49 h 550"/>
                <a:gd name="T74" fmla="*/ 571 w 571"/>
                <a:gd name="T75" fmla="*/ 306 h 550"/>
                <a:gd name="T76" fmla="*/ 567 w 571"/>
                <a:gd name="T77" fmla="*/ 358 h 550"/>
                <a:gd name="T78" fmla="*/ 557 w 571"/>
                <a:gd name="T79" fmla="*/ 402 h 550"/>
                <a:gd name="T80" fmla="*/ 540 w 571"/>
                <a:gd name="T81" fmla="*/ 442 h 550"/>
                <a:gd name="T82" fmla="*/ 513 w 571"/>
                <a:gd name="T83" fmla="*/ 475 h 550"/>
                <a:gd name="T84" fmla="*/ 482 w 571"/>
                <a:gd name="T85" fmla="*/ 501 h 550"/>
                <a:gd name="T86" fmla="*/ 444 w 571"/>
                <a:gd name="T87" fmla="*/ 522 h 550"/>
                <a:gd name="T88" fmla="*/ 398 w 571"/>
                <a:gd name="T89" fmla="*/ 538 h 550"/>
                <a:gd name="T90" fmla="*/ 346 w 571"/>
                <a:gd name="T91" fmla="*/ 547 h 550"/>
                <a:gd name="T92" fmla="*/ 286 w 571"/>
                <a:gd name="T93" fmla="*/ 550 h 550"/>
                <a:gd name="T94" fmla="*/ 225 w 571"/>
                <a:gd name="T95" fmla="*/ 547 h 550"/>
                <a:gd name="T96" fmla="*/ 173 w 571"/>
                <a:gd name="T97" fmla="*/ 538 h 550"/>
                <a:gd name="T98" fmla="*/ 128 w 571"/>
                <a:gd name="T99" fmla="*/ 522 h 550"/>
                <a:gd name="T100" fmla="*/ 89 w 571"/>
                <a:gd name="T101" fmla="*/ 501 h 550"/>
                <a:gd name="T102" fmla="*/ 58 w 571"/>
                <a:gd name="T103" fmla="*/ 475 h 550"/>
                <a:gd name="T104" fmla="*/ 32 w 571"/>
                <a:gd name="T105" fmla="*/ 442 h 550"/>
                <a:gd name="T106" fmla="*/ 14 w 571"/>
                <a:gd name="T107" fmla="*/ 402 h 550"/>
                <a:gd name="T108" fmla="*/ 4 w 571"/>
                <a:gd name="T109" fmla="*/ 358 h 550"/>
                <a:gd name="T110" fmla="*/ 0 w 571"/>
                <a:gd name="T111" fmla="*/ 306 h 550"/>
                <a:gd name="T112" fmla="*/ 0 w 571"/>
                <a:gd name="T113" fmla="*/ 49 h 550"/>
                <a:gd name="T114" fmla="*/ 4 w 571"/>
                <a:gd name="T115" fmla="*/ 30 h 550"/>
                <a:gd name="T116" fmla="*/ 14 w 571"/>
                <a:gd name="T117" fmla="*/ 14 h 550"/>
                <a:gd name="T118" fmla="*/ 30 w 571"/>
                <a:gd name="T119" fmla="*/ 4 h 550"/>
                <a:gd name="T120" fmla="*/ 49 w 571"/>
                <a:gd name="T121" fmla="*/ 0 h 5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571" h="550">
                  <a:moveTo>
                    <a:pt x="49" y="0"/>
                  </a:moveTo>
                  <a:lnTo>
                    <a:pt x="68" y="4"/>
                  </a:lnTo>
                  <a:lnTo>
                    <a:pt x="84" y="14"/>
                  </a:lnTo>
                  <a:lnTo>
                    <a:pt x="94" y="30"/>
                  </a:lnTo>
                  <a:lnTo>
                    <a:pt x="98" y="49"/>
                  </a:lnTo>
                  <a:lnTo>
                    <a:pt x="98" y="299"/>
                  </a:lnTo>
                  <a:lnTo>
                    <a:pt x="98" y="320"/>
                  </a:lnTo>
                  <a:lnTo>
                    <a:pt x="101" y="342"/>
                  </a:lnTo>
                  <a:lnTo>
                    <a:pt x="105" y="363"/>
                  </a:lnTo>
                  <a:lnTo>
                    <a:pt x="112" y="384"/>
                  </a:lnTo>
                  <a:lnTo>
                    <a:pt x="122" y="403"/>
                  </a:lnTo>
                  <a:lnTo>
                    <a:pt x="136" y="421"/>
                  </a:lnTo>
                  <a:lnTo>
                    <a:pt x="156" y="437"/>
                  </a:lnTo>
                  <a:lnTo>
                    <a:pt x="180" y="449"/>
                  </a:lnTo>
                  <a:lnTo>
                    <a:pt x="208" y="459"/>
                  </a:lnTo>
                  <a:lnTo>
                    <a:pt x="245" y="464"/>
                  </a:lnTo>
                  <a:lnTo>
                    <a:pt x="286" y="466"/>
                  </a:lnTo>
                  <a:lnTo>
                    <a:pt x="328" y="464"/>
                  </a:lnTo>
                  <a:lnTo>
                    <a:pt x="363" y="459"/>
                  </a:lnTo>
                  <a:lnTo>
                    <a:pt x="391" y="449"/>
                  </a:lnTo>
                  <a:lnTo>
                    <a:pt x="416" y="437"/>
                  </a:lnTo>
                  <a:lnTo>
                    <a:pt x="435" y="421"/>
                  </a:lnTo>
                  <a:lnTo>
                    <a:pt x="449" y="403"/>
                  </a:lnTo>
                  <a:lnTo>
                    <a:pt x="459" y="384"/>
                  </a:lnTo>
                  <a:lnTo>
                    <a:pt x="466" y="363"/>
                  </a:lnTo>
                  <a:lnTo>
                    <a:pt x="470" y="342"/>
                  </a:lnTo>
                  <a:lnTo>
                    <a:pt x="473" y="320"/>
                  </a:lnTo>
                  <a:lnTo>
                    <a:pt x="473" y="299"/>
                  </a:lnTo>
                  <a:lnTo>
                    <a:pt x="473" y="49"/>
                  </a:lnTo>
                  <a:lnTo>
                    <a:pt x="477" y="30"/>
                  </a:lnTo>
                  <a:lnTo>
                    <a:pt x="487" y="14"/>
                  </a:lnTo>
                  <a:lnTo>
                    <a:pt x="503" y="4"/>
                  </a:lnTo>
                  <a:lnTo>
                    <a:pt x="522" y="0"/>
                  </a:lnTo>
                  <a:lnTo>
                    <a:pt x="541" y="4"/>
                  </a:lnTo>
                  <a:lnTo>
                    <a:pt x="557" y="14"/>
                  </a:lnTo>
                  <a:lnTo>
                    <a:pt x="567" y="30"/>
                  </a:lnTo>
                  <a:lnTo>
                    <a:pt x="571" y="49"/>
                  </a:lnTo>
                  <a:lnTo>
                    <a:pt x="571" y="306"/>
                  </a:lnTo>
                  <a:lnTo>
                    <a:pt x="567" y="358"/>
                  </a:lnTo>
                  <a:lnTo>
                    <a:pt x="557" y="402"/>
                  </a:lnTo>
                  <a:lnTo>
                    <a:pt x="540" y="442"/>
                  </a:lnTo>
                  <a:lnTo>
                    <a:pt x="513" y="475"/>
                  </a:lnTo>
                  <a:lnTo>
                    <a:pt x="482" y="501"/>
                  </a:lnTo>
                  <a:lnTo>
                    <a:pt x="444" y="522"/>
                  </a:lnTo>
                  <a:lnTo>
                    <a:pt x="398" y="538"/>
                  </a:lnTo>
                  <a:lnTo>
                    <a:pt x="346" y="547"/>
                  </a:lnTo>
                  <a:lnTo>
                    <a:pt x="286" y="550"/>
                  </a:lnTo>
                  <a:lnTo>
                    <a:pt x="225" y="547"/>
                  </a:lnTo>
                  <a:lnTo>
                    <a:pt x="173" y="538"/>
                  </a:lnTo>
                  <a:lnTo>
                    <a:pt x="128" y="522"/>
                  </a:lnTo>
                  <a:lnTo>
                    <a:pt x="89" y="501"/>
                  </a:lnTo>
                  <a:lnTo>
                    <a:pt x="58" y="475"/>
                  </a:lnTo>
                  <a:lnTo>
                    <a:pt x="32" y="442"/>
                  </a:lnTo>
                  <a:lnTo>
                    <a:pt x="14" y="402"/>
                  </a:lnTo>
                  <a:lnTo>
                    <a:pt x="4" y="358"/>
                  </a:lnTo>
                  <a:lnTo>
                    <a:pt x="0" y="306"/>
                  </a:lnTo>
                  <a:lnTo>
                    <a:pt x="0" y="49"/>
                  </a:lnTo>
                  <a:lnTo>
                    <a:pt x="4" y="30"/>
                  </a:lnTo>
                  <a:lnTo>
                    <a:pt x="14" y="14"/>
                  </a:lnTo>
                  <a:lnTo>
                    <a:pt x="30" y="4"/>
                  </a:lnTo>
                  <a:lnTo>
                    <a:pt x="49" y="0"/>
                  </a:lnTo>
                  <a:close/>
                </a:path>
              </a:pathLst>
            </a:custGeom>
            <a:solidFill>
              <a:schemeClr val="tx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4" name="Freeform 12"/>
            <p:cNvSpPr>
              <a:spLocks noEditPoints="1"/>
            </p:cNvSpPr>
            <p:nvPr userDrawn="1"/>
          </p:nvSpPr>
          <p:spPr bwMode="auto">
            <a:xfrm>
              <a:off x="8321678" y="705011"/>
              <a:ext cx="148448" cy="144669"/>
            </a:xfrm>
            <a:custGeom>
              <a:avLst/>
              <a:gdLst>
                <a:gd name="T0" fmla="*/ 96 w 550"/>
                <a:gd name="T1" fmla="*/ 79 h 536"/>
                <a:gd name="T2" fmla="*/ 96 w 550"/>
                <a:gd name="T3" fmla="*/ 241 h 536"/>
                <a:gd name="T4" fmla="*/ 307 w 550"/>
                <a:gd name="T5" fmla="*/ 241 h 536"/>
                <a:gd name="T6" fmla="*/ 342 w 550"/>
                <a:gd name="T7" fmla="*/ 241 h 536"/>
                <a:gd name="T8" fmla="*/ 372 w 550"/>
                <a:gd name="T9" fmla="*/ 238 h 536"/>
                <a:gd name="T10" fmla="*/ 398 w 550"/>
                <a:gd name="T11" fmla="*/ 231 h 536"/>
                <a:gd name="T12" fmla="*/ 417 w 550"/>
                <a:gd name="T13" fmla="*/ 222 h 536"/>
                <a:gd name="T14" fmla="*/ 431 w 550"/>
                <a:gd name="T15" fmla="*/ 206 h 536"/>
                <a:gd name="T16" fmla="*/ 440 w 550"/>
                <a:gd name="T17" fmla="*/ 187 h 536"/>
                <a:gd name="T18" fmla="*/ 443 w 550"/>
                <a:gd name="T19" fmla="*/ 161 h 536"/>
                <a:gd name="T20" fmla="*/ 440 w 550"/>
                <a:gd name="T21" fmla="*/ 135 h 536"/>
                <a:gd name="T22" fmla="*/ 431 w 550"/>
                <a:gd name="T23" fmla="*/ 114 h 536"/>
                <a:gd name="T24" fmla="*/ 417 w 550"/>
                <a:gd name="T25" fmla="*/ 100 h 536"/>
                <a:gd name="T26" fmla="*/ 398 w 550"/>
                <a:gd name="T27" fmla="*/ 89 h 536"/>
                <a:gd name="T28" fmla="*/ 372 w 550"/>
                <a:gd name="T29" fmla="*/ 84 h 536"/>
                <a:gd name="T30" fmla="*/ 342 w 550"/>
                <a:gd name="T31" fmla="*/ 80 h 536"/>
                <a:gd name="T32" fmla="*/ 307 w 550"/>
                <a:gd name="T33" fmla="*/ 79 h 536"/>
                <a:gd name="T34" fmla="*/ 96 w 550"/>
                <a:gd name="T35" fmla="*/ 79 h 536"/>
                <a:gd name="T36" fmla="*/ 0 w 550"/>
                <a:gd name="T37" fmla="*/ 0 h 536"/>
                <a:gd name="T38" fmla="*/ 323 w 550"/>
                <a:gd name="T39" fmla="*/ 0 h 536"/>
                <a:gd name="T40" fmla="*/ 377 w 550"/>
                <a:gd name="T41" fmla="*/ 2 h 536"/>
                <a:gd name="T42" fmla="*/ 422 w 550"/>
                <a:gd name="T43" fmla="*/ 9 h 536"/>
                <a:gd name="T44" fmla="*/ 459 w 550"/>
                <a:gd name="T45" fmla="*/ 19 h 536"/>
                <a:gd name="T46" fmla="*/ 489 w 550"/>
                <a:gd name="T47" fmla="*/ 37 h 536"/>
                <a:gd name="T48" fmla="*/ 511 w 550"/>
                <a:gd name="T49" fmla="*/ 58 h 536"/>
                <a:gd name="T50" fmla="*/ 527 w 550"/>
                <a:gd name="T51" fmla="*/ 86 h 536"/>
                <a:gd name="T52" fmla="*/ 537 w 550"/>
                <a:gd name="T53" fmla="*/ 119 h 536"/>
                <a:gd name="T54" fmla="*/ 539 w 550"/>
                <a:gd name="T55" fmla="*/ 157 h 536"/>
                <a:gd name="T56" fmla="*/ 537 w 550"/>
                <a:gd name="T57" fmla="*/ 194 h 536"/>
                <a:gd name="T58" fmla="*/ 527 w 550"/>
                <a:gd name="T59" fmla="*/ 225 h 536"/>
                <a:gd name="T60" fmla="*/ 513 w 550"/>
                <a:gd name="T61" fmla="*/ 252 h 536"/>
                <a:gd name="T62" fmla="*/ 494 w 550"/>
                <a:gd name="T63" fmla="*/ 272 h 536"/>
                <a:gd name="T64" fmla="*/ 471 w 550"/>
                <a:gd name="T65" fmla="*/ 290 h 536"/>
                <a:gd name="T66" fmla="*/ 447 w 550"/>
                <a:gd name="T67" fmla="*/ 302 h 536"/>
                <a:gd name="T68" fmla="*/ 419 w 550"/>
                <a:gd name="T69" fmla="*/ 311 h 536"/>
                <a:gd name="T70" fmla="*/ 393 w 550"/>
                <a:gd name="T71" fmla="*/ 314 h 536"/>
                <a:gd name="T72" fmla="*/ 384 w 550"/>
                <a:gd name="T73" fmla="*/ 314 h 536"/>
                <a:gd name="T74" fmla="*/ 550 w 550"/>
                <a:gd name="T75" fmla="*/ 536 h 536"/>
                <a:gd name="T76" fmla="*/ 431 w 550"/>
                <a:gd name="T77" fmla="*/ 536 h 536"/>
                <a:gd name="T78" fmla="*/ 274 w 550"/>
                <a:gd name="T79" fmla="*/ 323 h 536"/>
                <a:gd name="T80" fmla="*/ 272 w 550"/>
                <a:gd name="T81" fmla="*/ 321 h 536"/>
                <a:gd name="T82" fmla="*/ 96 w 550"/>
                <a:gd name="T83" fmla="*/ 321 h 536"/>
                <a:gd name="T84" fmla="*/ 96 w 550"/>
                <a:gd name="T85" fmla="*/ 536 h 536"/>
                <a:gd name="T86" fmla="*/ 0 w 550"/>
                <a:gd name="T87" fmla="*/ 536 h 536"/>
                <a:gd name="T88" fmla="*/ 0 w 550"/>
                <a:gd name="T89"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550" h="536">
                  <a:moveTo>
                    <a:pt x="96" y="79"/>
                  </a:moveTo>
                  <a:lnTo>
                    <a:pt x="96" y="241"/>
                  </a:lnTo>
                  <a:lnTo>
                    <a:pt x="307" y="241"/>
                  </a:lnTo>
                  <a:lnTo>
                    <a:pt x="342" y="241"/>
                  </a:lnTo>
                  <a:lnTo>
                    <a:pt x="372" y="238"/>
                  </a:lnTo>
                  <a:lnTo>
                    <a:pt x="398" y="231"/>
                  </a:lnTo>
                  <a:lnTo>
                    <a:pt x="417" y="222"/>
                  </a:lnTo>
                  <a:lnTo>
                    <a:pt x="431" y="206"/>
                  </a:lnTo>
                  <a:lnTo>
                    <a:pt x="440" y="187"/>
                  </a:lnTo>
                  <a:lnTo>
                    <a:pt x="443" y="161"/>
                  </a:lnTo>
                  <a:lnTo>
                    <a:pt x="440" y="135"/>
                  </a:lnTo>
                  <a:lnTo>
                    <a:pt x="431" y="114"/>
                  </a:lnTo>
                  <a:lnTo>
                    <a:pt x="417" y="100"/>
                  </a:lnTo>
                  <a:lnTo>
                    <a:pt x="398" y="89"/>
                  </a:lnTo>
                  <a:lnTo>
                    <a:pt x="372" y="84"/>
                  </a:lnTo>
                  <a:lnTo>
                    <a:pt x="342" y="80"/>
                  </a:lnTo>
                  <a:lnTo>
                    <a:pt x="307" y="79"/>
                  </a:lnTo>
                  <a:lnTo>
                    <a:pt x="96" y="79"/>
                  </a:lnTo>
                  <a:close/>
                  <a:moveTo>
                    <a:pt x="0" y="0"/>
                  </a:moveTo>
                  <a:lnTo>
                    <a:pt x="323" y="0"/>
                  </a:lnTo>
                  <a:lnTo>
                    <a:pt x="377" y="2"/>
                  </a:lnTo>
                  <a:lnTo>
                    <a:pt x="422" y="9"/>
                  </a:lnTo>
                  <a:lnTo>
                    <a:pt x="459" y="19"/>
                  </a:lnTo>
                  <a:lnTo>
                    <a:pt x="489" y="37"/>
                  </a:lnTo>
                  <a:lnTo>
                    <a:pt x="511" y="58"/>
                  </a:lnTo>
                  <a:lnTo>
                    <a:pt x="527" y="86"/>
                  </a:lnTo>
                  <a:lnTo>
                    <a:pt x="537" y="119"/>
                  </a:lnTo>
                  <a:lnTo>
                    <a:pt x="539" y="157"/>
                  </a:lnTo>
                  <a:lnTo>
                    <a:pt x="537" y="194"/>
                  </a:lnTo>
                  <a:lnTo>
                    <a:pt x="527" y="225"/>
                  </a:lnTo>
                  <a:lnTo>
                    <a:pt x="513" y="252"/>
                  </a:lnTo>
                  <a:lnTo>
                    <a:pt x="494" y="272"/>
                  </a:lnTo>
                  <a:lnTo>
                    <a:pt x="471" y="290"/>
                  </a:lnTo>
                  <a:lnTo>
                    <a:pt x="447" y="302"/>
                  </a:lnTo>
                  <a:lnTo>
                    <a:pt x="419" y="311"/>
                  </a:lnTo>
                  <a:lnTo>
                    <a:pt x="393" y="314"/>
                  </a:lnTo>
                  <a:lnTo>
                    <a:pt x="384" y="314"/>
                  </a:lnTo>
                  <a:lnTo>
                    <a:pt x="550" y="536"/>
                  </a:lnTo>
                  <a:lnTo>
                    <a:pt x="431" y="536"/>
                  </a:lnTo>
                  <a:lnTo>
                    <a:pt x="274" y="323"/>
                  </a:lnTo>
                  <a:lnTo>
                    <a:pt x="272" y="321"/>
                  </a:lnTo>
                  <a:lnTo>
                    <a:pt x="96" y="321"/>
                  </a:lnTo>
                  <a:lnTo>
                    <a:pt x="96" y="536"/>
                  </a:lnTo>
                  <a:lnTo>
                    <a:pt x="0" y="536"/>
                  </a:lnTo>
                  <a:lnTo>
                    <a:pt x="0" y="0"/>
                  </a:lnTo>
                  <a:close/>
                </a:path>
              </a:pathLst>
            </a:custGeom>
            <a:solidFill>
              <a:schemeClr val="tx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5" name="Freeform 13"/>
            <p:cNvSpPr>
              <a:spLocks/>
            </p:cNvSpPr>
            <p:nvPr userDrawn="1"/>
          </p:nvSpPr>
          <p:spPr bwMode="auto">
            <a:xfrm>
              <a:off x="8507374" y="705011"/>
              <a:ext cx="131714" cy="144669"/>
            </a:xfrm>
            <a:custGeom>
              <a:avLst/>
              <a:gdLst>
                <a:gd name="T0" fmla="*/ 0 w 488"/>
                <a:gd name="T1" fmla="*/ 0 h 536"/>
                <a:gd name="T2" fmla="*/ 438 w 488"/>
                <a:gd name="T3" fmla="*/ 0 h 536"/>
                <a:gd name="T4" fmla="*/ 453 w 488"/>
                <a:gd name="T5" fmla="*/ 2 h 536"/>
                <a:gd name="T6" fmla="*/ 467 w 488"/>
                <a:gd name="T7" fmla="*/ 12 h 536"/>
                <a:gd name="T8" fmla="*/ 476 w 488"/>
                <a:gd name="T9" fmla="*/ 25 h 536"/>
                <a:gd name="T10" fmla="*/ 480 w 488"/>
                <a:gd name="T11" fmla="*/ 40 h 536"/>
                <a:gd name="T12" fmla="*/ 476 w 488"/>
                <a:gd name="T13" fmla="*/ 56 h 536"/>
                <a:gd name="T14" fmla="*/ 467 w 488"/>
                <a:gd name="T15" fmla="*/ 70 h 536"/>
                <a:gd name="T16" fmla="*/ 453 w 488"/>
                <a:gd name="T17" fmla="*/ 79 h 536"/>
                <a:gd name="T18" fmla="*/ 438 w 488"/>
                <a:gd name="T19" fmla="*/ 82 h 536"/>
                <a:gd name="T20" fmla="*/ 97 w 488"/>
                <a:gd name="T21" fmla="*/ 82 h 536"/>
                <a:gd name="T22" fmla="*/ 97 w 488"/>
                <a:gd name="T23" fmla="*/ 218 h 536"/>
                <a:gd name="T24" fmla="*/ 333 w 488"/>
                <a:gd name="T25" fmla="*/ 218 h 536"/>
                <a:gd name="T26" fmla="*/ 349 w 488"/>
                <a:gd name="T27" fmla="*/ 222 h 536"/>
                <a:gd name="T28" fmla="*/ 361 w 488"/>
                <a:gd name="T29" fmla="*/ 231 h 536"/>
                <a:gd name="T30" fmla="*/ 370 w 488"/>
                <a:gd name="T31" fmla="*/ 243 h 536"/>
                <a:gd name="T32" fmla="*/ 373 w 488"/>
                <a:gd name="T33" fmla="*/ 259 h 536"/>
                <a:gd name="T34" fmla="*/ 370 w 488"/>
                <a:gd name="T35" fmla="*/ 276 h 536"/>
                <a:gd name="T36" fmla="*/ 361 w 488"/>
                <a:gd name="T37" fmla="*/ 288 h 536"/>
                <a:gd name="T38" fmla="*/ 349 w 488"/>
                <a:gd name="T39" fmla="*/ 297 h 536"/>
                <a:gd name="T40" fmla="*/ 333 w 488"/>
                <a:gd name="T41" fmla="*/ 300 h 536"/>
                <a:gd name="T42" fmla="*/ 97 w 488"/>
                <a:gd name="T43" fmla="*/ 300 h 536"/>
                <a:gd name="T44" fmla="*/ 97 w 488"/>
                <a:gd name="T45" fmla="*/ 454 h 536"/>
                <a:gd name="T46" fmla="*/ 446 w 488"/>
                <a:gd name="T47" fmla="*/ 454 h 536"/>
                <a:gd name="T48" fmla="*/ 464 w 488"/>
                <a:gd name="T49" fmla="*/ 457 h 536"/>
                <a:gd name="T50" fmla="*/ 476 w 488"/>
                <a:gd name="T51" fmla="*/ 466 h 536"/>
                <a:gd name="T52" fmla="*/ 485 w 488"/>
                <a:gd name="T53" fmla="*/ 478 h 536"/>
                <a:gd name="T54" fmla="*/ 488 w 488"/>
                <a:gd name="T55" fmla="*/ 494 h 536"/>
                <a:gd name="T56" fmla="*/ 485 w 488"/>
                <a:gd name="T57" fmla="*/ 512 h 536"/>
                <a:gd name="T58" fmla="*/ 476 w 488"/>
                <a:gd name="T59" fmla="*/ 524 h 536"/>
                <a:gd name="T60" fmla="*/ 464 w 488"/>
                <a:gd name="T61" fmla="*/ 533 h 536"/>
                <a:gd name="T62" fmla="*/ 446 w 488"/>
                <a:gd name="T63" fmla="*/ 536 h 536"/>
                <a:gd name="T64" fmla="*/ 0 w 488"/>
                <a:gd name="T65" fmla="*/ 536 h 536"/>
                <a:gd name="T66" fmla="*/ 0 w 488"/>
                <a:gd name="T67"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488" h="536">
                  <a:moveTo>
                    <a:pt x="0" y="0"/>
                  </a:moveTo>
                  <a:lnTo>
                    <a:pt x="438" y="0"/>
                  </a:lnTo>
                  <a:lnTo>
                    <a:pt x="453" y="2"/>
                  </a:lnTo>
                  <a:lnTo>
                    <a:pt x="467" y="12"/>
                  </a:lnTo>
                  <a:lnTo>
                    <a:pt x="476" y="25"/>
                  </a:lnTo>
                  <a:lnTo>
                    <a:pt x="480" y="40"/>
                  </a:lnTo>
                  <a:lnTo>
                    <a:pt x="476" y="56"/>
                  </a:lnTo>
                  <a:lnTo>
                    <a:pt x="467" y="70"/>
                  </a:lnTo>
                  <a:lnTo>
                    <a:pt x="453" y="79"/>
                  </a:lnTo>
                  <a:lnTo>
                    <a:pt x="438" y="82"/>
                  </a:lnTo>
                  <a:lnTo>
                    <a:pt x="97" y="82"/>
                  </a:lnTo>
                  <a:lnTo>
                    <a:pt x="97" y="218"/>
                  </a:lnTo>
                  <a:lnTo>
                    <a:pt x="333" y="218"/>
                  </a:lnTo>
                  <a:lnTo>
                    <a:pt x="349" y="222"/>
                  </a:lnTo>
                  <a:lnTo>
                    <a:pt x="361" y="231"/>
                  </a:lnTo>
                  <a:lnTo>
                    <a:pt x="370" y="243"/>
                  </a:lnTo>
                  <a:lnTo>
                    <a:pt x="373" y="259"/>
                  </a:lnTo>
                  <a:lnTo>
                    <a:pt x="370" y="276"/>
                  </a:lnTo>
                  <a:lnTo>
                    <a:pt x="361" y="288"/>
                  </a:lnTo>
                  <a:lnTo>
                    <a:pt x="349" y="297"/>
                  </a:lnTo>
                  <a:lnTo>
                    <a:pt x="333" y="300"/>
                  </a:lnTo>
                  <a:lnTo>
                    <a:pt x="97" y="300"/>
                  </a:lnTo>
                  <a:lnTo>
                    <a:pt x="97" y="454"/>
                  </a:lnTo>
                  <a:lnTo>
                    <a:pt x="446" y="454"/>
                  </a:lnTo>
                  <a:lnTo>
                    <a:pt x="464" y="457"/>
                  </a:lnTo>
                  <a:lnTo>
                    <a:pt x="476" y="466"/>
                  </a:lnTo>
                  <a:lnTo>
                    <a:pt x="485" y="478"/>
                  </a:lnTo>
                  <a:lnTo>
                    <a:pt x="488" y="494"/>
                  </a:lnTo>
                  <a:lnTo>
                    <a:pt x="485" y="512"/>
                  </a:lnTo>
                  <a:lnTo>
                    <a:pt x="476" y="524"/>
                  </a:lnTo>
                  <a:lnTo>
                    <a:pt x="464" y="533"/>
                  </a:lnTo>
                  <a:lnTo>
                    <a:pt x="446" y="536"/>
                  </a:lnTo>
                  <a:lnTo>
                    <a:pt x="0" y="536"/>
                  </a:lnTo>
                  <a:lnTo>
                    <a:pt x="0" y="0"/>
                  </a:lnTo>
                  <a:close/>
                </a:path>
              </a:pathLst>
            </a:custGeom>
            <a:solidFill>
              <a:schemeClr val="tx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6" name="Freeform 14"/>
            <p:cNvSpPr>
              <a:spLocks/>
            </p:cNvSpPr>
            <p:nvPr userDrawn="1"/>
          </p:nvSpPr>
          <p:spPr bwMode="auto">
            <a:xfrm>
              <a:off x="7785916" y="618911"/>
              <a:ext cx="25911" cy="24831"/>
            </a:xfrm>
            <a:custGeom>
              <a:avLst/>
              <a:gdLst>
                <a:gd name="T0" fmla="*/ 51 w 96"/>
                <a:gd name="T1" fmla="*/ 0 h 92"/>
                <a:gd name="T2" fmla="*/ 53 w 96"/>
                <a:gd name="T3" fmla="*/ 0 h 92"/>
                <a:gd name="T4" fmla="*/ 70 w 96"/>
                <a:gd name="T5" fmla="*/ 5 h 92"/>
                <a:gd name="T6" fmla="*/ 84 w 96"/>
                <a:gd name="T7" fmla="*/ 15 h 92"/>
                <a:gd name="T8" fmla="*/ 93 w 96"/>
                <a:gd name="T9" fmla="*/ 31 h 92"/>
                <a:gd name="T10" fmla="*/ 96 w 96"/>
                <a:gd name="T11" fmla="*/ 49 h 92"/>
                <a:gd name="T12" fmla="*/ 91 w 96"/>
                <a:gd name="T13" fmla="*/ 66 h 92"/>
                <a:gd name="T14" fmla="*/ 81 w 96"/>
                <a:gd name="T15" fmla="*/ 80 h 92"/>
                <a:gd name="T16" fmla="*/ 65 w 96"/>
                <a:gd name="T17" fmla="*/ 91 h 92"/>
                <a:gd name="T18" fmla="*/ 47 w 96"/>
                <a:gd name="T19" fmla="*/ 92 h 92"/>
                <a:gd name="T20" fmla="*/ 44 w 96"/>
                <a:gd name="T21" fmla="*/ 92 h 92"/>
                <a:gd name="T22" fmla="*/ 26 w 96"/>
                <a:gd name="T23" fmla="*/ 87 h 92"/>
                <a:gd name="T24" fmla="*/ 12 w 96"/>
                <a:gd name="T25" fmla="*/ 77 h 92"/>
                <a:gd name="T26" fmla="*/ 4 w 96"/>
                <a:gd name="T27" fmla="*/ 61 h 92"/>
                <a:gd name="T28" fmla="*/ 0 w 96"/>
                <a:gd name="T29" fmla="*/ 43 h 92"/>
                <a:gd name="T30" fmla="*/ 5 w 96"/>
                <a:gd name="T31" fmla="*/ 26 h 92"/>
                <a:gd name="T32" fmla="*/ 16 w 96"/>
                <a:gd name="T33" fmla="*/ 12 h 92"/>
                <a:gd name="T34" fmla="*/ 32 w 96"/>
                <a:gd name="T35" fmla="*/ 2 h 92"/>
                <a:gd name="T36" fmla="*/ 51 w 96"/>
                <a:gd name="T37" fmla="*/ 0 h 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96" h="92">
                  <a:moveTo>
                    <a:pt x="51" y="0"/>
                  </a:moveTo>
                  <a:lnTo>
                    <a:pt x="53" y="0"/>
                  </a:lnTo>
                  <a:lnTo>
                    <a:pt x="70" y="5"/>
                  </a:lnTo>
                  <a:lnTo>
                    <a:pt x="84" y="15"/>
                  </a:lnTo>
                  <a:lnTo>
                    <a:pt x="93" y="31"/>
                  </a:lnTo>
                  <a:lnTo>
                    <a:pt x="96" y="49"/>
                  </a:lnTo>
                  <a:lnTo>
                    <a:pt x="91" y="66"/>
                  </a:lnTo>
                  <a:lnTo>
                    <a:pt x="81" y="80"/>
                  </a:lnTo>
                  <a:lnTo>
                    <a:pt x="65" y="91"/>
                  </a:lnTo>
                  <a:lnTo>
                    <a:pt x="47" y="92"/>
                  </a:lnTo>
                  <a:lnTo>
                    <a:pt x="44" y="92"/>
                  </a:lnTo>
                  <a:lnTo>
                    <a:pt x="26" y="87"/>
                  </a:lnTo>
                  <a:lnTo>
                    <a:pt x="12" y="77"/>
                  </a:lnTo>
                  <a:lnTo>
                    <a:pt x="4" y="61"/>
                  </a:lnTo>
                  <a:lnTo>
                    <a:pt x="0" y="43"/>
                  </a:lnTo>
                  <a:lnTo>
                    <a:pt x="5" y="26"/>
                  </a:lnTo>
                  <a:lnTo>
                    <a:pt x="16" y="12"/>
                  </a:lnTo>
                  <a:lnTo>
                    <a:pt x="32" y="2"/>
                  </a:lnTo>
                  <a:lnTo>
                    <a:pt x="51"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7" name="Freeform 15"/>
            <p:cNvSpPr>
              <a:spLocks/>
            </p:cNvSpPr>
            <p:nvPr userDrawn="1"/>
          </p:nvSpPr>
          <p:spPr bwMode="auto">
            <a:xfrm>
              <a:off x="7868507" y="539289"/>
              <a:ext cx="37247" cy="44804"/>
            </a:xfrm>
            <a:custGeom>
              <a:avLst/>
              <a:gdLst>
                <a:gd name="T0" fmla="*/ 40 w 138"/>
                <a:gd name="T1" fmla="*/ 0 h 166"/>
                <a:gd name="T2" fmla="*/ 57 w 138"/>
                <a:gd name="T3" fmla="*/ 2 h 166"/>
                <a:gd name="T4" fmla="*/ 73 w 138"/>
                <a:gd name="T5" fmla="*/ 9 h 166"/>
                <a:gd name="T6" fmla="*/ 85 w 138"/>
                <a:gd name="T7" fmla="*/ 22 h 166"/>
                <a:gd name="T8" fmla="*/ 132 w 138"/>
                <a:gd name="T9" fmla="*/ 96 h 166"/>
                <a:gd name="T10" fmla="*/ 138 w 138"/>
                <a:gd name="T11" fmla="*/ 113 h 166"/>
                <a:gd name="T12" fmla="*/ 138 w 138"/>
                <a:gd name="T13" fmla="*/ 131 h 166"/>
                <a:gd name="T14" fmla="*/ 129 w 138"/>
                <a:gd name="T15" fmla="*/ 146 h 166"/>
                <a:gd name="T16" fmla="*/ 115 w 138"/>
                <a:gd name="T17" fmla="*/ 159 h 166"/>
                <a:gd name="T18" fmla="*/ 99 w 138"/>
                <a:gd name="T19" fmla="*/ 166 h 166"/>
                <a:gd name="T20" fmla="*/ 80 w 138"/>
                <a:gd name="T21" fmla="*/ 164 h 166"/>
                <a:gd name="T22" fmla="*/ 64 w 138"/>
                <a:gd name="T23" fmla="*/ 157 h 166"/>
                <a:gd name="T24" fmla="*/ 52 w 138"/>
                <a:gd name="T25" fmla="*/ 143 h 166"/>
                <a:gd name="T26" fmla="*/ 5 w 138"/>
                <a:gd name="T27" fmla="*/ 70 h 166"/>
                <a:gd name="T28" fmla="*/ 0 w 138"/>
                <a:gd name="T29" fmla="*/ 52 h 166"/>
                <a:gd name="T30" fmla="*/ 0 w 138"/>
                <a:gd name="T31" fmla="*/ 35 h 166"/>
                <a:gd name="T32" fmla="*/ 8 w 138"/>
                <a:gd name="T33" fmla="*/ 17 h 166"/>
                <a:gd name="T34" fmla="*/ 22 w 138"/>
                <a:gd name="T35" fmla="*/ 7 h 166"/>
                <a:gd name="T36" fmla="*/ 40 w 138"/>
                <a:gd name="T37" fmla="*/ 0 h 1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38" h="166">
                  <a:moveTo>
                    <a:pt x="40" y="0"/>
                  </a:moveTo>
                  <a:lnTo>
                    <a:pt x="57" y="2"/>
                  </a:lnTo>
                  <a:lnTo>
                    <a:pt x="73" y="9"/>
                  </a:lnTo>
                  <a:lnTo>
                    <a:pt x="85" y="22"/>
                  </a:lnTo>
                  <a:lnTo>
                    <a:pt x="132" y="96"/>
                  </a:lnTo>
                  <a:lnTo>
                    <a:pt x="138" y="113"/>
                  </a:lnTo>
                  <a:lnTo>
                    <a:pt x="138" y="131"/>
                  </a:lnTo>
                  <a:lnTo>
                    <a:pt x="129" y="146"/>
                  </a:lnTo>
                  <a:lnTo>
                    <a:pt x="115" y="159"/>
                  </a:lnTo>
                  <a:lnTo>
                    <a:pt x="99" y="166"/>
                  </a:lnTo>
                  <a:lnTo>
                    <a:pt x="80" y="164"/>
                  </a:lnTo>
                  <a:lnTo>
                    <a:pt x="64" y="157"/>
                  </a:lnTo>
                  <a:lnTo>
                    <a:pt x="52" y="143"/>
                  </a:lnTo>
                  <a:lnTo>
                    <a:pt x="5" y="70"/>
                  </a:lnTo>
                  <a:lnTo>
                    <a:pt x="0" y="52"/>
                  </a:lnTo>
                  <a:lnTo>
                    <a:pt x="0" y="35"/>
                  </a:lnTo>
                  <a:lnTo>
                    <a:pt x="8" y="17"/>
                  </a:lnTo>
                  <a:lnTo>
                    <a:pt x="22" y="7"/>
                  </a:lnTo>
                  <a:lnTo>
                    <a:pt x="40"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8" name="Freeform 16"/>
            <p:cNvSpPr>
              <a:spLocks/>
            </p:cNvSpPr>
            <p:nvPr userDrawn="1"/>
          </p:nvSpPr>
          <p:spPr bwMode="auto">
            <a:xfrm>
              <a:off x="7965403" y="477481"/>
              <a:ext cx="37787" cy="69366"/>
            </a:xfrm>
            <a:custGeom>
              <a:avLst/>
              <a:gdLst>
                <a:gd name="T0" fmla="*/ 53 w 140"/>
                <a:gd name="T1" fmla="*/ 0 h 257"/>
                <a:gd name="T2" fmla="*/ 68 w 140"/>
                <a:gd name="T3" fmla="*/ 7 h 257"/>
                <a:gd name="T4" fmla="*/ 82 w 140"/>
                <a:gd name="T5" fmla="*/ 19 h 257"/>
                <a:gd name="T6" fmla="*/ 89 w 140"/>
                <a:gd name="T7" fmla="*/ 35 h 257"/>
                <a:gd name="T8" fmla="*/ 140 w 140"/>
                <a:gd name="T9" fmla="*/ 199 h 257"/>
                <a:gd name="T10" fmla="*/ 140 w 140"/>
                <a:gd name="T11" fmla="*/ 218 h 257"/>
                <a:gd name="T12" fmla="*/ 135 w 140"/>
                <a:gd name="T13" fmla="*/ 234 h 257"/>
                <a:gd name="T14" fmla="*/ 122 w 140"/>
                <a:gd name="T15" fmla="*/ 248 h 257"/>
                <a:gd name="T16" fmla="*/ 105 w 140"/>
                <a:gd name="T17" fmla="*/ 255 h 257"/>
                <a:gd name="T18" fmla="*/ 88 w 140"/>
                <a:gd name="T19" fmla="*/ 257 h 257"/>
                <a:gd name="T20" fmla="*/ 70 w 140"/>
                <a:gd name="T21" fmla="*/ 250 h 257"/>
                <a:gd name="T22" fmla="*/ 58 w 140"/>
                <a:gd name="T23" fmla="*/ 239 h 257"/>
                <a:gd name="T24" fmla="*/ 49 w 140"/>
                <a:gd name="T25" fmla="*/ 222 h 257"/>
                <a:gd name="T26" fmla="*/ 0 w 140"/>
                <a:gd name="T27" fmla="*/ 58 h 257"/>
                <a:gd name="T28" fmla="*/ 0 w 140"/>
                <a:gd name="T29" fmla="*/ 40 h 257"/>
                <a:gd name="T30" fmla="*/ 5 w 140"/>
                <a:gd name="T31" fmla="*/ 23 h 257"/>
                <a:gd name="T32" fmla="*/ 18 w 140"/>
                <a:gd name="T33" fmla="*/ 11 h 257"/>
                <a:gd name="T34" fmla="*/ 33 w 140"/>
                <a:gd name="T35" fmla="*/ 2 h 257"/>
                <a:gd name="T36" fmla="*/ 53 w 140"/>
                <a:gd name="T37" fmla="*/ 0 h 2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40" h="257">
                  <a:moveTo>
                    <a:pt x="53" y="0"/>
                  </a:moveTo>
                  <a:lnTo>
                    <a:pt x="68" y="7"/>
                  </a:lnTo>
                  <a:lnTo>
                    <a:pt x="82" y="19"/>
                  </a:lnTo>
                  <a:lnTo>
                    <a:pt x="89" y="35"/>
                  </a:lnTo>
                  <a:lnTo>
                    <a:pt x="140" y="199"/>
                  </a:lnTo>
                  <a:lnTo>
                    <a:pt x="140" y="218"/>
                  </a:lnTo>
                  <a:lnTo>
                    <a:pt x="135" y="234"/>
                  </a:lnTo>
                  <a:lnTo>
                    <a:pt x="122" y="248"/>
                  </a:lnTo>
                  <a:lnTo>
                    <a:pt x="105" y="255"/>
                  </a:lnTo>
                  <a:lnTo>
                    <a:pt x="88" y="257"/>
                  </a:lnTo>
                  <a:lnTo>
                    <a:pt x="70" y="250"/>
                  </a:lnTo>
                  <a:lnTo>
                    <a:pt x="58" y="239"/>
                  </a:lnTo>
                  <a:lnTo>
                    <a:pt x="49" y="222"/>
                  </a:lnTo>
                  <a:lnTo>
                    <a:pt x="0" y="58"/>
                  </a:lnTo>
                  <a:lnTo>
                    <a:pt x="0" y="40"/>
                  </a:lnTo>
                  <a:lnTo>
                    <a:pt x="5" y="23"/>
                  </a:lnTo>
                  <a:lnTo>
                    <a:pt x="18" y="11"/>
                  </a:lnTo>
                  <a:lnTo>
                    <a:pt x="33" y="2"/>
                  </a:lnTo>
                  <a:lnTo>
                    <a:pt x="53"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9" name="Freeform 17"/>
            <p:cNvSpPr>
              <a:spLocks/>
            </p:cNvSpPr>
            <p:nvPr userDrawn="1"/>
          </p:nvSpPr>
          <p:spPr bwMode="auto">
            <a:xfrm>
              <a:off x="8070936" y="427548"/>
              <a:ext cx="32119" cy="95546"/>
            </a:xfrm>
            <a:custGeom>
              <a:avLst/>
              <a:gdLst>
                <a:gd name="T0" fmla="*/ 44 w 119"/>
                <a:gd name="T1" fmla="*/ 0 h 354"/>
                <a:gd name="T2" fmla="*/ 63 w 119"/>
                <a:gd name="T3" fmla="*/ 4 h 354"/>
                <a:gd name="T4" fmla="*/ 77 w 119"/>
                <a:gd name="T5" fmla="*/ 12 h 354"/>
                <a:gd name="T6" fmla="*/ 87 w 119"/>
                <a:gd name="T7" fmla="*/ 26 h 354"/>
                <a:gd name="T8" fmla="*/ 93 w 119"/>
                <a:gd name="T9" fmla="*/ 44 h 354"/>
                <a:gd name="T10" fmla="*/ 119 w 119"/>
                <a:gd name="T11" fmla="*/ 306 h 354"/>
                <a:gd name="T12" fmla="*/ 115 w 119"/>
                <a:gd name="T13" fmla="*/ 323 h 354"/>
                <a:gd name="T14" fmla="*/ 107 w 119"/>
                <a:gd name="T15" fmla="*/ 339 h 354"/>
                <a:gd name="T16" fmla="*/ 93 w 119"/>
                <a:gd name="T17" fmla="*/ 349 h 354"/>
                <a:gd name="T18" fmla="*/ 75 w 119"/>
                <a:gd name="T19" fmla="*/ 354 h 354"/>
                <a:gd name="T20" fmla="*/ 58 w 119"/>
                <a:gd name="T21" fmla="*/ 351 h 354"/>
                <a:gd name="T22" fmla="*/ 42 w 119"/>
                <a:gd name="T23" fmla="*/ 342 h 354"/>
                <a:gd name="T24" fmla="*/ 32 w 119"/>
                <a:gd name="T25" fmla="*/ 328 h 354"/>
                <a:gd name="T26" fmla="*/ 26 w 119"/>
                <a:gd name="T27" fmla="*/ 311 h 354"/>
                <a:gd name="T28" fmla="*/ 0 w 119"/>
                <a:gd name="T29" fmla="*/ 49 h 354"/>
                <a:gd name="T30" fmla="*/ 4 w 119"/>
                <a:gd name="T31" fmla="*/ 32 h 354"/>
                <a:gd name="T32" fmla="*/ 12 w 119"/>
                <a:gd name="T33" fmla="*/ 16 h 354"/>
                <a:gd name="T34" fmla="*/ 26 w 119"/>
                <a:gd name="T35" fmla="*/ 5 h 354"/>
                <a:gd name="T36" fmla="*/ 44 w 119"/>
                <a:gd name="T37" fmla="*/ 0 h 3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19" h="354">
                  <a:moveTo>
                    <a:pt x="44" y="0"/>
                  </a:moveTo>
                  <a:lnTo>
                    <a:pt x="63" y="4"/>
                  </a:lnTo>
                  <a:lnTo>
                    <a:pt x="77" y="12"/>
                  </a:lnTo>
                  <a:lnTo>
                    <a:pt x="87" y="26"/>
                  </a:lnTo>
                  <a:lnTo>
                    <a:pt x="93" y="44"/>
                  </a:lnTo>
                  <a:lnTo>
                    <a:pt x="119" y="306"/>
                  </a:lnTo>
                  <a:lnTo>
                    <a:pt x="115" y="323"/>
                  </a:lnTo>
                  <a:lnTo>
                    <a:pt x="107" y="339"/>
                  </a:lnTo>
                  <a:lnTo>
                    <a:pt x="93" y="349"/>
                  </a:lnTo>
                  <a:lnTo>
                    <a:pt x="75" y="354"/>
                  </a:lnTo>
                  <a:lnTo>
                    <a:pt x="58" y="351"/>
                  </a:lnTo>
                  <a:lnTo>
                    <a:pt x="42" y="342"/>
                  </a:lnTo>
                  <a:lnTo>
                    <a:pt x="32" y="328"/>
                  </a:lnTo>
                  <a:lnTo>
                    <a:pt x="26" y="311"/>
                  </a:lnTo>
                  <a:lnTo>
                    <a:pt x="0" y="49"/>
                  </a:lnTo>
                  <a:lnTo>
                    <a:pt x="4" y="32"/>
                  </a:lnTo>
                  <a:lnTo>
                    <a:pt x="12" y="16"/>
                  </a:lnTo>
                  <a:lnTo>
                    <a:pt x="26" y="5"/>
                  </a:lnTo>
                  <a:lnTo>
                    <a:pt x="44"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0" name="Freeform 18"/>
            <p:cNvSpPr>
              <a:spLocks/>
            </p:cNvSpPr>
            <p:nvPr userDrawn="1"/>
          </p:nvSpPr>
          <p:spPr bwMode="auto">
            <a:xfrm>
              <a:off x="8178358" y="392731"/>
              <a:ext cx="29690" cy="119568"/>
            </a:xfrm>
            <a:custGeom>
              <a:avLst/>
              <a:gdLst>
                <a:gd name="T0" fmla="*/ 68 w 110"/>
                <a:gd name="T1" fmla="*/ 0 h 443"/>
                <a:gd name="T2" fmla="*/ 86 w 110"/>
                <a:gd name="T3" fmla="*/ 5 h 443"/>
                <a:gd name="T4" fmla="*/ 100 w 110"/>
                <a:gd name="T5" fmla="*/ 16 h 443"/>
                <a:gd name="T6" fmla="*/ 107 w 110"/>
                <a:gd name="T7" fmla="*/ 31 h 443"/>
                <a:gd name="T8" fmla="*/ 110 w 110"/>
                <a:gd name="T9" fmla="*/ 51 h 443"/>
                <a:gd name="T10" fmla="*/ 93 w 110"/>
                <a:gd name="T11" fmla="*/ 401 h 443"/>
                <a:gd name="T12" fmla="*/ 87 w 110"/>
                <a:gd name="T13" fmla="*/ 419 h 443"/>
                <a:gd name="T14" fmla="*/ 75 w 110"/>
                <a:gd name="T15" fmla="*/ 433 h 443"/>
                <a:gd name="T16" fmla="*/ 61 w 110"/>
                <a:gd name="T17" fmla="*/ 442 h 443"/>
                <a:gd name="T18" fmla="*/ 42 w 110"/>
                <a:gd name="T19" fmla="*/ 443 h 443"/>
                <a:gd name="T20" fmla="*/ 25 w 110"/>
                <a:gd name="T21" fmla="*/ 438 h 443"/>
                <a:gd name="T22" fmla="*/ 11 w 110"/>
                <a:gd name="T23" fmla="*/ 426 h 443"/>
                <a:gd name="T24" fmla="*/ 2 w 110"/>
                <a:gd name="T25" fmla="*/ 412 h 443"/>
                <a:gd name="T26" fmla="*/ 0 w 110"/>
                <a:gd name="T27" fmla="*/ 393 h 443"/>
                <a:gd name="T28" fmla="*/ 18 w 110"/>
                <a:gd name="T29" fmla="*/ 42 h 443"/>
                <a:gd name="T30" fmla="*/ 23 w 110"/>
                <a:gd name="T31" fmla="*/ 24 h 443"/>
                <a:gd name="T32" fmla="*/ 33 w 110"/>
                <a:gd name="T33" fmla="*/ 10 h 443"/>
                <a:gd name="T34" fmla="*/ 49 w 110"/>
                <a:gd name="T35" fmla="*/ 2 h 443"/>
                <a:gd name="T36" fmla="*/ 68 w 110"/>
                <a:gd name="T37" fmla="*/ 0 h 4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10" h="443">
                  <a:moveTo>
                    <a:pt x="68" y="0"/>
                  </a:moveTo>
                  <a:lnTo>
                    <a:pt x="86" y="5"/>
                  </a:lnTo>
                  <a:lnTo>
                    <a:pt x="100" y="16"/>
                  </a:lnTo>
                  <a:lnTo>
                    <a:pt x="107" y="31"/>
                  </a:lnTo>
                  <a:lnTo>
                    <a:pt x="110" y="51"/>
                  </a:lnTo>
                  <a:lnTo>
                    <a:pt x="93" y="401"/>
                  </a:lnTo>
                  <a:lnTo>
                    <a:pt x="87" y="419"/>
                  </a:lnTo>
                  <a:lnTo>
                    <a:pt x="75" y="433"/>
                  </a:lnTo>
                  <a:lnTo>
                    <a:pt x="61" y="442"/>
                  </a:lnTo>
                  <a:lnTo>
                    <a:pt x="42" y="443"/>
                  </a:lnTo>
                  <a:lnTo>
                    <a:pt x="25" y="438"/>
                  </a:lnTo>
                  <a:lnTo>
                    <a:pt x="11" y="426"/>
                  </a:lnTo>
                  <a:lnTo>
                    <a:pt x="2" y="412"/>
                  </a:lnTo>
                  <a:lnTo>
                    <a:pt x="0" y="393"/>
                  </a:lnTo>
                  <a:lnTo>
                    <a:pt x="18" y="42"/>
                  </a:lnTo>
                  <a:lnTo>
                    <a:pt x="23" y="24"/>
                  </a:lnTo>
                  <a:lnTo>
                    <a:pt x="33" y="10"/>
                  </a:lnTo>
                  <a:lnTo>
                    <a:pt x="49" y="2"/>
                  </a:lnTo>
                  <a:lnTo>
                    <a:pt x="68"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1" name="Freeform 19"/>
            <p:cNvSpPr>
              <a:spLocks/>
            </p:cNvSpPr>
            <p:nvPr userDrawn="1"/>
          </p:nvSpPr>
          <p:spPr bwMode="auto">
            <a:xfrm>
              <a:off x="8280113" y="371948"/>
              <a:ext cx="46154" cy="141430"/>
            </a:xfrm>
            <a:custGeom>
              <a:avLst/>
              <a:gdLst>
                <a:gd name="T0" fmla="*/ 119 w 171"/>
                <a:gd name="T1" fmla="*/ 0 h 524"/>
                <a:gd name="T2" fmla="*/ 136 w 171"/>
                <a:gd name="T3" fmla="*/ 0 h 524"/>
                <a:gd name="T4" fmla="*/ 154 w 171"/>
                <a:gd name="T5" fmla="*/ 9 h 524"/>
                <a:gd name="T6" fmla="*/ 166 w 171"/>
                <a:gd name="T7" fmla="*/ 21 h 524"/>
                <a:gd name="T8" fmla="*/ 171 w 171"/>
                <a:gd name="T9" fmla="*/ 37 h 524"/>
                <a:gd name="T10" fmla="*/ 171 w 171"/>
                <a:gd name="T11" fmla="*/ 56 h 524"/>
                <a:gd name="T12" fmla="*/ 91 w 171"/>
                <a:gd name="T13" fmla="*/ 489 h 524"/>
                <a:gd name="T14" fmla="*/ 84 w 171"/>
                <a:gd name="T15" fmla="*/ 506 h 524"/>
                <a:gd name="T16" fmla="*/ 70 w 171"/>
                <a:gd name="T17" fmla="*/ 517 h 524"/>
                <a:gd name="T18" fmla="*/ 54 w 171"/>
                <a:gd name="T19" fmla="*/ 524 h 524"/>
                <a:gd name="T20" fmla="*/ 37 w 171"/>
                <a:gd name="T21" fmla="*/ 524 h 524"/>
                <a:gd name="T22" fmla="*/ 19 w 171"/>
                <a:gd name="T23" fmla="*/ 517 h 524"/>
                <a:gd name="T24" fmla="*/ 7 w 171"/>
                <a:gd name="T25" fmla="*/ 503 h 524"/>
                <a:gd name="T26" fmla="*/ 0 w 171"/>
                <a:gd name="T27" fmla="*/ 487 h 524"/>
                <a:gd name="T28" fmla="*/ 2 w 171"/>
                <a:gd name="T29" fmla="*/ 468 h 524"/>
                <a:gd name="T30" fmla="*/ 82 w 171"/>
                <a:gd name="T31" fmla="*/ 35 h 524"/>
                <a:gd name="T32" fmla="*/ 89 w 171"/>
                <a:gd name="T33" fmla="*/ 19 h 524"/>
                <a:gd name="T34" fmla="*/ 101 w 171"/>
                <a:gd name="T35" fmla="*/ 7 h 524"/>
                <a:gd name="T36" fmla="*/ 119 w 171"/>
                <a:gd name="T37" fmla="*/ 0 h 5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71" h="524">
                  <a:moveTo>
                    <a:pt x="119" y="0"/>
                  </a:moveTo>
                  <a:lnTo>
                    <a:pt x="136" y="0"/>
                  </a:lnTo>
                  <a:lnTo>
                    <a:pt x="154" y="9"/>
                  </a:lnTo>
                  <a:lnTo>
                    <a:pt x="166" y="21"/>
                  </a:lnTo>
                  <a:lnTo>
                    <a:pt x="171" y="37"/>
                  </a:lnTo>
                  <a:lnTo>
                    <a:pt x="171" y="56"/>
                  </a:lnTo>
                  <a:lnTo>
                    <a:pt x="91" y="489"/>
                  </a:lnTo>
                  <a:lnTo>
                    <a:pt x="84" y="506"/>
                  </a:lnTo>
                  <a:lnTo>
                    <a:pt x="70" y="517"/>
                  </a:lnTo>
                  <a:lnTo>
                    <a:pt x="54" y="524"/>
                  </a:lnTo>
                  <a:lnTo>
                    <a:pt x="37" y="524"/>
                  </a:lnTo>
                  <a:lnTo>
                    <a:pt x="19" y="517"/>
                  </a:lnTo>
                  <a:lnTo>
                    <a:pt x="7" y="503"/>
                  </a:lnTo>
                  <a:lnTo>
                    <a:pt x="0" y="487"/>
                  </a:lnTo>
                  <a:lnTo>
                    <a:pt x="2" y="468"/>
                  </a:lnTo>
                  <a:lnTo>
                    <a:pt x="82" y="35"/>
                  </a:lnTo>
                  <a:lnTo>
                    <a:pt x="89" y="19"/>
                  </a:lnTo>
                  <a:lnTo>
                    <a:pt x="101" y="7"/>
                  </a:lnTo>
                  <a:lnTo>
                    <a:pt x="119"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2" name="Freeform 20"/>
            <p:cNvSpPr>
              <a:spLocks/>
            </p:cNvSpPr>
            <p:nvPr userDrawn="1"/>
          </p:nvSpPr>
          <p:spPr bwMode="auto">
            <a:xfrm>
              <a:off x="8379438" y="365740"/>
              <a:ext cx="68826" cy="161673"/>
            </a:xfrm>
            <a:custGeom>
              <a:avLst/>
              <a:gdLst>
                <a:gd name="T0" fmla="*/ 206 w 255"/>
                <a:gd name="T1" fmla="*/ 0 h 599"/>
                <a:gd name="T2" fmla="*/ 226 w 255"/>
                <a:gd name="T3" fmla="*/ 4 h 599"/>
                <a:gd name="T4" fmla="*/ 241 w 255"/>
                <a:gd name="T5" fmla="*/ 13 h 599"/>
                <a:gd name="T6" fmla="*/ 252 w 255"/>
                <a:gd name="T7" fmla="*/ 27 h 599"/>
                <a:gd name="T8" fmla="*/ 255 w 255"/>
                <a:gd name="T9" fmla="*/ 44 h 599"/>
                <a:gd name="T10" fmla="*/ 254 w 255"/>
                <a:gd name="T11" fmla="*/ 62 h 599"/>
                <a:gd name="T12" fmla="*/ 90 w 255"/>
                <a:gd name="T13" fmla="*/ 569 h 599"/>
                <a:gd name="T14" fmla="*/ 81 w 255"/>
                <a:gd name="T15" fmla="*/ 585 h 599"/>
                <a:gd name="T16" fmla="*/ 65 w 255"/>
                <a:gd name="T17" fmla="*/ 596 h 599"/>
                <a:gd name="T18" fmla="*/ 49 w 255"/>
                <a:gd name="T19" fmla="*/ 599 h 599"/>
                <a:gd name="T20" fmla="*/ 30 w 255"/>
                <a:gd name="T21" fmla="*/ 597 h 599"/>
                <a:gd name="T22" fmla="*/ 14 w 255"/>
                <a:gd name="T23" fmla="*/ 587 h 599"/>
                <a:gd name="T24" fmla="*/ 4 w 255"/>
                <a:gd name="T25" fmla="*/ 573 h 599"/>
                <a:gd name="T26" fmla="*/ 0 w 255"/>
                <a:gd name="T27" fmla="*/ 556 h 599"/>
                <a:gd name="T28" fmla="*/ 2 w 255"/>
                <a:gd name="T29" fmla="*/ 538 h 599"/>
                <a:gd name="T30" fmla="*/ 166 w 255"/>
                <a:gd name="T31" fmla="*/ 30 h 599"/>
                <a:gd name="T32" fmla="*/ 175 w 255"/>
                <a:gd name="T33" fmla="*/ 16 h 599"/>
                <a:gd name="T34" fmla="*/ 191 w 255"/>
                <a:gd name="T35" fmla="*/ 6 h 599"/>
                <a:gd name="T36" fmla="*/ 206 w 255"/>
                <a:gd name="T37" fmla="*/ 0 h 5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5" h="599">
                  <a:moveTo>
                    <a:pt x="206" y="0"/>
                  </a:moveTo>
                  <a:lnTo>
                    <a:pt x="226" y="4"/>
                  </a:lnTo>
                  <a:lnTo>
                    <a:pt x="241" y="13"/>
                  </a:lnTo>
                  <a:lnTo>
                    <a:pt x="252" y="27"/>
                  </a:lnTo>
                  <a:lnTo>
                    <a:pt x="255" y="44"/>
                  </a:lnTo>
                  <a:lnTo>
                    <a:pt x="254" y="62"/>
                  </a:lnTo>
                  <a:lnTo>
                    <a:pt x="90" y="569"/>
                  </a:lnTo>
                  <a:lnTo>
                    <a:pt x="81" y="585"/>
                  </a:lnTo>
                  <a:lnTo>
                    <a:pt x="65" y="596"/>
                  </a:lnTo>
                  <a:lnTo>
                    <a:pt x="49" y="599"/>
                  </a:lnTo>
                  <a:lnTo>
                    <a:pt x="30" y="597"/>
                  </a:lnTo>
                  <a:lnTo>
                    <a:pt x="14" y="587"/>
                  </a:lnTo>
                  <a:lnTo>
                    <a:pt x="4" y="573"/>
                  </a:lnTo>
                  <a:lnTo>
                    <a:pt x="0" y="556"/>
                  </a:lnTo>
                  <a:lnTo>
                    <a:pt x="2" y="538"/>
                  </a:lnTo>
                  <a:lnTo>
                    <a:pt x="166" y="30"/>
                  </a:lnTo>
                  <a:lnTo>
                    <a:pt x="175" y="16"/>
                  </a:lnTo>
                  <a:lnTo>
                    <a:pt x="191" y="6"/>
                  </a:lnTo>
                  <a:lnTo>
                    <a:pt x="206"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3" name="Freeform 21"/>
            <p:cNvSpPr>
              <a:spLocks/>
            </p:cNvSpPr>
            <p:nvPr userDrawn="1"/>
          </p:nvSpPr>
          <p:spPr bwMode="auto">
            <a:xfrm>
              <a:off x="8477144" y="377076"/>
              <a:ext cx="95007" cy="176788"/>
            </a:xfrm>
            <a:custGeom>
              <a:avLst/>
              <a:gdLst>
                <a:gd name="T0" fmla="*/ 309 w 352"/>
                <a:gd name="T1" fmla="*/ 0 h 655"/>
                <a:gd name="T2" fmla="*/ 326 w 352"/>
                <a:gd name="T3" fmla="*/ 6 h 655"/>
                <a:gd name="T4" fmla="*/ 342 w 352"/>
                <a:gd name="T5" fmla="*/ 18 h 655"/>
                <a:gd name="T6" fmla="*/ 349 w 352"/>
                <a:gd name="T7" fmla="*/ 32 h 655"/>
                <a:gd name="T8" fmla="*/ 352 w 352"/>
                <a:gd name="T9" fmla="*/ 49 h 655"/>
                <a:gd name="T10" fmla="*/ 347 w 352"/>
                <a:gd name="T11" fmla="*/ 68 h 655"/>
                <a:gd name="T12" fmla="*/ 87 w 352"/>
                <a:gd name="T13" fmla="*/ 630 h 655"/>
                <a:gd name="T14" fmla="*/ 77 w 352"/>
                <a:gd name="T15" fmla="*/ 644 h 655"/>
                <a:gd name="T16" fmla="*/ 61 w 352"/>
                <a:gd name="T17" fmla="*/ 653 h 655"/>
                <a:gd name="T18" fmla="*/ 43 w 352"/>
                <a:gd name="T19" fmla="*/ 655 h 655"/>
                <a:gd name="T20" fmla="*/ 26 w 352"/>
                <a:gd name="T21" fmla="*/ 650 h 655"/>
                <a:gd name="T22" fmla="*/ 10 w 352"/>
                <a:gd name="T23" fmla="*/ 639 h 655"/>
                <a:gd name="T24" fmla="*/ 3 w 352"/>
                <a:gd name="T25" fmla="*/ 623 h 655"/>
                <a:gd name="T26" fmla="*/ 0 w 352"/>
                <a:gd name="T27" fmla="*/ 606 h 655"/>
                <a:gd name="T28" fmla="*/ 5 w 352"/>
                <a:gd name="T29" fmla="*/ 589 h 655"/>
                <a:gd name="T30" fmla="*/ 265 w 352"/>
                <a:gd name="T31" fmla="*/ 27 h 655"/>
                <a:gd name="T32" fmla="*/ 276 w 352"/>
                <a:gd name="T33" fmla="*/ 11 h 655"/>
                <a:gd name="T34" fmla="*/ 291 w 352"/>
                <a:gd name="T35" fmla="*/ 4 h 655"/>
                <a:gd name="T36" fmla="*/ 309 w 352"/>
                <a:gd name="T37" fmla="*/ 0 h 6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352" h="655">
                  <a:moveTo>
                    <a:pt x="309" y="0"/>
                  </a:moveTo>
                  <a:lnTo>
                    <a:pt x="326" y="6"/>
                  </a:lnTo>
                  <a:lnTo>
                    <a:pt x="342" y="18"/>
                  </a:lnTo>
                  <a:lnTo>
                    <a:pt x="349" y="32"/>
                  </a:lnTo>
                  <a:lnTo>
                    <a:pt x="352" y="49"/>
                  </a:lnTo>
                  <a:lnTo>
                    <a:pt x="347" y="68"/>
                  </a:lnTo>
                  <a:lnTo>
                    <a:pt x="87" y="630"/>
                  </a:lnTo>
                  <a:lnTo>
                    <a:pt x="77" y="644"/>
                  </a:lnTo>
                  <a:lnTo>
                    <a:pt x="61" y="653"/>
                  </a:lnTo>
                  <a:lnTo>
                    <a:pt x="43" y="655"/>
                  </a:lnTo>
                  <a:lnTo>
                    <a:pt x="26" y="650"/>
                  </a:lnTo>
                  <a:lnTo>
                    <a:pt x="10" y="639"/>
                  </a:lnTo>
                  <a:lnTo>
                    <a:pt x="3" y="623"/>
                  </a:lnTo>
                  <a:lnTo>
                    <a:pt x="0" y="606"/>
                  </a:lnTo>
                  <a:lnTo>
                    <a:pt x="5" y="589"/>
                  </a:lnTo>
                  <a:lnTo>
                    <a:pt x="265" y="27"/>
                  </a:lnTo>
                  <a:lnTo>
                    <a:pt x="276" y="11"/>
                  </a:lnTo>
                  <a:lnTo>
                    <a:pt x="291" y="4"/>
                  </a:lnTo>
                  <a:lnTo>
                    <a:pt x="309"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4" name="Freeform 22"/>
            <p:cNvSpPr>
              <a:spLocks/>
            </p:cNvSpPr>
            <p:nvPr userDrawn="1"/>
          </p:nvSpPr>
          <p:spPr bwMode="auto">
            <a:xfrm>
              <a:off x="8573230" y="405416"/>
              <a:ext cx="122537" cy="187584"/>
            </a:xfrm>
            <a:custGeom>
              <a:avLst/>
              <a:gdLst>
                <a:gd name="T0" fmla="*/ 417 w 454"/>
                <a:gd name="T1" fmla="*/ 0 h 695"/>
                <a:gd name="T2" fmla="*/ 433 w 454"/>
                <a:gd name="T3" fmla="*/ 7 h 695"/>
                <a:gd name="T4" fmla="*/ 447 w 454"/>
                <a:gd name="T5" fmla="*/ 21 h 695"/>
                <a:gd name="T6" fmla="*/ 454 w 454"/>
                <a:gd name="T7" fmla="*/ 37 h 695"/>
                <a:gd name="T8" fmla="*/ 454 w 454"/>
                <a:gd name="T9" fmla="*/ 54 h 695"/>
                <a:gd name="T10" fmla="*/ 447 w 454"/>
                <a:gd name="T11" fmla="*/ 72 h 695"/>
                <a:gd name="T12" fmla="*/ 84 w 454"/>
                <a:gd name="T13" fmla="*/ 676 h 695"/>
                <a:gd name="T14" fmla="*/ 70 w 454"/>
                <a:gd name="T15" fmla="*/ 688 h 695"/>
                <a:gd name="T16" fmla="*/ 54 w 454"/>
                <a:gd name="T17" fmla="*/ 695 h 695"/>
                <a:gd name="T18" fmla="*/ 37 w 454"/>
                <a:gd name="T19" fmla="*/ 695 h 695"/>
                <a:gd name="T20" fmla="*/ 19 w 454"/>
                <a:gd name="T21" fmla="*/ 688 h 695"/>
                <a:gd name="T22" fmla="*/ 7 w 454"/>
                <a:gd name="T23" fmla="*/ 676 h 695"/>
                <a:gd name="T24" fmla="*/ 0 w 454"/>
                <a:gd name="T25" fmla="*/ 660 h 695"/>
                <a:gd name="T26" fmla="*/ 0 w 454"/>
                <a:gd name="T27" fmla="*/ 642 h 695"/>
                <a:gd name="T28" fmla="*/ 7 w 454"/>
                <a:gd name="T29" fmla="*/ 625 h 695"/>
                <a:gd name="T30" fmla="*/ 370 w 454"/>
                <a:gd name="T31" fmla="*/ 21 h 695"/>
                <a:gd name="T32" fmla="*/ 382 w 454"/>
                <a:gd name="T33" fmla="*/ 7 h 695"/>
                <a:gd name="T34" fmla="*/ 400 w 454"/>
                <a:gd name="T35" fmla="*/ 0 h 695"/>
                <a:gd name="T36" fmla="*/ 417 w 454"/>
                <a:gd name="T37" fmla="*/ 0 h 6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54" h="695">
                  <a:moveTo>
                    <a:pt x="417" y="0"/>
                  </a:moveTo>
                  <a:lnTo>
                    <a:pt x="433" y="7"/>
                  </a:lnTo>
                  <a:lnTo>
                    <a:pt x="447" y="21"/>
                  </a:lnTo>
                  <a:lnTo>
                    <a:pt x="454" y="37"/>
                  </a:lnTo>
                  <a:lnTo>
                    <a:pt x="454" y="54"/>
                  </a:lnTo>
                  <a:lnTo>
                    <a:pt x="447" y="72"/>
                  </a:lnTo>
                  <a:lnTo>
                    <a:pt x="84" y="676"/>
                  </a:lnTo>
                  <a:lnTo>
                    <a:pt x="70" y="688"/>
                  </a:lnTo>
                  <a:lnTo>
                    <a:pt x="54" y="695"/>
                  </a:lnTo>
                  <a:lnTo>
                    <a:pt x="37" y="695"/>
                  </a:lnTo>
                  <a:lnTo>
                    <a:pt x="19" y="688"/>
                  </a:lnTo>
                  <a:lnTo>
                    <a:pt x="7" y="676"/>
                  </a:lnTo>
                  <a:lnTo>
                    <a:pt x="0" y="660"/>
                  </a:lnTo>
                  <a:lnTo>
                    <a:pt x="0" y="642"/>
                  </a:lnTo>
                  <a:lnTo>
                    <a:pt x="7" y="625"/>
                  </a:lnTo>
                  <a:lnTo>
                    <a:pt x="370" y="21"/>
                  </a:lnTo>
                  <a:lnTo>
                    <a:pt x="382" y="7"/>
                  </a:lnTo>
                  <a:lnTo>
                    <a:pt x="400" y="0"/>
                  </a:lnTo>
                  <a:lnTo>
                    <a:pt x="417"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5" name="Freeform 23"/>
            <p:cNvSpPr>
              <a:spLocks/>
            </p:cNvSpPr>
            <p:nvPr userDrawn="1"/>
          </p:nvSpPr>
          <p:spPr bwMode="auto">
            <a:xfrm>
              <a:off x="8663109" y="450760"/>
              <a:ext cx="154656" cy="193522"/>
            </a:xfrm>
            <a:custGeom>
              <a:avLst/>
              <a:gdLst>
                <a:gd name="T0" fmla="*/ 522 w 573"/>
                <a:gd name="T1" fmla="*/ 0 h 717"/>
                <a:gd name="T2" fmla="*/ 540 w 573"/>
                <a:gd name="T3" fmla="*/ 1 h 717"/>
                <a:gd name="T4" fmla="*/ 557 w 573"/>
                <a:gd name="T5" fmla="*/ 10 h 717"/>
                <a:gd name="T6" fmla="*/ 568 w 573"/>
                <a:gd name="T7" fmla="*/ 24 h 717"/>
                <a:gd name="T8" fmla="*/ 573 w 573"/>
                <a:gd name="T9" fmla="*/ 40 h 717"/>
                <a:gd name="T10" fmla="*/ 571 w 573"/>
                <a:gd name="T11" fmla="*/ 57 h 717"/>
                <a:gd name="T12" fmla="*/ 562 w 573"/>
                <a:gd name="T13" fmla="*/ 75 h 717"/>
                <a:gd name="T14" fmla="*/ 81 w 573"/>
                <a:gd name="T15" fmla="*/ 700 h 717"/>
                <a:gd name="T16" fmla="*/ 67 w 573"/>
                <a:gd name="T17" fmla="*/ 712 h 717"/>
                <a:gd name="T18" fmla="*/ 51 w 573"/>
                <a:gd name="T19" fmla="*/ 717 h 717"/>
                <a:gd name="T20" fmla="*/ 32 w 573"/>
                <a:gd name="T21" fmla="*/ 715 h 717"/>
                <a:gd name="T22" fmla="*/ 16 w 573"/>
                <a:gd name="T23" fmla="*/ 707 h 717"/>
                <a:gd name="T24" fmla="*/ 5 w 573"/>
                <a:gd name="T25" fmla="*/ 693 h 717"/>
                <a:gd name="T26" fmla="*/ 0 w 573"/>
                <a:gd name="T27" fmla="*/ 675 h 717"/>
                <a:gd name="T28" fmla="*/ 2 w 573"/>
                <a:gd name="T29" fmla="*/ 658 h 717"/>
                <a:gd name="T30" fmla="*/ 11 w 573"/>
                <a:gd name="T31" fmla="*/ 642 h 717"/>
                <a:gd name="T32" fmla="*/ 491 w 573"/>
                <a:gd name="T33" fmla="*/ 15 h 717"/>
                <a:gd name="T34" fmla="*/ 506 w 573"/>
                <a:gd name="T35" fmla="*/ 3 h 717"/>
                <a:gd name="T36" fmla="*/ 522 w 573"/>
                <a:gd name="T37" fmla="*/ 0 h 7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573" h="717">
                  <a:moveTo>
                    <a:pt x="522" y="0"/>
                  </a:moveTo>
                  <a:lnTo>
                    <a:pt x="540" y="1"/>
                  </a:lnTo>
                  <a:lnTo>
                    <a:pt x="557" y="10"/>
                  </a:lnTo>
                  <a:lnTo>
                    <a:pt x="568" y="24"/>
                  </a:lnTo>
                  <a:lnTo>
                    <a:pt x="573" y="40"/>
                  </a:lnTo>
                  <a:lnTo>
                    <a:pt x="571" y="57"/>
                  </a:lnTo>
                  <a:lnTo>
                    <a:pt x="562" y="75"/>
                  </a:lnTo>
                  <a:lnTo>
                    <a:pt x="81" y="700"/>
                  </a:lnTo>
                  <a:lnTo>
                    <a:pt x="67" y="712"/>
                  </a:lnTo>
                  <a:lnTo>
                    <a:pt x="51" y="717"/>
                  </a:lnTo>
                  <a:lnTo>
                    <a:pt x="32" y="715"/>
                  </a:lnTo>
                  <a:lnTo>
                    <a:pt x="16" y="707"/>
                  </a:lnTo>
                  <a:lnTo>
                    <a:pt x="5" y="693"/>
                  </a:lnTo>
                  <a:lnTo>
                    <a:pt x="0" y="675"/>
                  </a:lnTo>
                  <a:lnTo>
                    <a:pt x="2" y="658"/>
                  </a:lnTo>
                  <a:lnTo>
                    <a:pt x="11" y="642"/>
                  </a:lnTo>
                  <a:lnTo>
                    <a:pt x="491" y="15"/>
                  </a:lnTo>
                  <a:lnTo>
                    <a:pt x="506" y="3"/>
                  </a:lnTo>
                  <a:lnTo>
                    <a:pt x="522"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296413750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3_Title Only">
    <p:spTree>
      <p:nvGrpSpPr>
        <p:cNvPr id="1" name=""/>
        <p:cNvGrpSpPr/>
        <p:nvPr/>
      </p:nvGrpSpPr>
      <p:grpSpPr>
        <a:xfrm>
          <a:off x="0" y="0"/>
          <a:ext cx="0" cy="0"/>
          <a:chOff x="0" y="0"/>
          <a:chExt cx="0" cy="0"/>
        </a:xfrm>
      </p:grpSpPr>
      <p:pic>
        <p:nvPicPr>
          <p:cNvPr id="24" name="Picture 23"/>
          <p:cNvPicPr>
            <a:picLocks noChangeAspect="1"/>
          </p:cNvPicPr>
          <p:nvPr userDrawn="1"/>
        </p:nvPicPr>
        <p:blipFill rotWithShape="1">
          <a:blip r:embed="rId2" cstate="print">
            <a:extLst>
              <a:ext uri="{28A0092B-C50C-407E-A947-70E740481C1C}">
                <a14:useLocalDpi xmlns:a14="http://schemas.microsoft.com/office/drawing/2010/main" val="0"/>
              </a:ext>
            </a:extLst>
          </a:blip>
          <a:srcRect t="91557" b="649"/>
          <a:stretch/>
        </p:blipFill>
        <p:spPr>
          <a:xfrm>
            <a:off x="-1" y="6259484"/>
            <a:ext cx="9144002" cy="598516"/>
          </a:xfrm>
          <a:prstGeom prst="rect">
            <a:avLst/>
          </a:prstGeom>
        </p:spPr>
      </p:pic>
      <p:sp>
        <p:nvSpPr>
          <p:cNvPr id="5" name="Slide Number Placeholder 4"/>
          <p:cNvSpPr>
            <a:spLocks noGrp="1"/>
          </p:cNvSpPr>
          <p:nvPr>
            <p:ph type="sldNum" sz="quarter" idx="12"/>
          </p:nvPr>
        </p:nvSpPr>
        <p:spPr/>
        <p:txBody>
          <a:bodyPr/>
          <a:lstStyle>
            <a:lvl1pPr>
              <a:defRPr>
                <a:latin typeface="Arial" panose="020B0604020202020204" pitchFamily="34" charset="0"/>
                <a:cs typeface="Arial" panose="020B0604020202020204" pitchFamily="34" charset="0"/>
              </a:defRPr>
            </a:lvl1pPr>
          </a:lstStyle>
          <a:p>
            <a:fld id="{F6728BC2-ACA3-447C-A909-F3F49211C066}" type="slidenum">
              <a:rPr lang="en-US" smtClean="0"/>
              <a:pPr/>
              <a:t>‹#›</a:t>
            </a:fld>
            <a:endParaRPr lang="en-US" dirty="0"/>
          </a:p>
        </p:txBody>
      </p:sp>
      <p:sp>
        <p:nvSpPr>
          <p:cNvPr id="3" name="SmartArt Placeholder 2"/>
          <p:cNvSpPr>
            <a:spLocks noGrp="1"/>
          </p:cNvSpPr>
          <p:nvPr>
            <p:ph type="dgm" sz="quarter" idx="13"/>
          </p:nvPr>
        </p:nvSpPr>
        <p:spPr>
          <a:xfrm>
            <a:off x="133350" y="125413"/>
            <a:ext cx="8850313" cy="6008687"/>
          </a:xfrm>
        </p:spPr>
        <p:txBody>
          <a:bodyPr/>
          <a:lstStyle/>
          <a:p>
            <a:r>
              <a:rPr lang="en-US"/>
              <a:t>Click icon to add SmartArt graphic</a:t>
            </a:r>
          </a:p>
        </p:txBody>
      </p:sp>
    </p:spTree>
    <p:extLst>
      <p:ext uri="{BB962C8B-B14F-4D97-AF65-F5344CB8AC3E}">
        <p14:creationId xmlns:p14="http://schemas.microsoft.com/office/powerpoint/2010/main" val="299856185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2_Title Only">
    <p:spTree>
      <p:nvGrpSpPr>
        <p:cNvPr id="1" name=""/>
        <p:cNvGrpSpPr/>
        <p:nvPr/>
      </p:nvGrpSpPr>
      <p:grpSpPr>
        <a:xfrm>
          <a:off x="0" y="0"/>
          <a:ext cx="0" cy="0"/>
          <a:chOff x="0" y="0"/>
          <a:chExt cx="0" cy="0"/>
        </a:xfrm>
      </p:grpSpPr>
      <p:sp>
        <p:nvSpPr>
          <p:cNvPr id="2" name="Rectangle 1"/>
          <p:cNvSpPr/>
          <p:nvPr userDrawn="1"/>
        </p:nvSpPr>
        <p:spPr>
          <a:xfrm>
            <a:off x="0" y="6251171"/>
            <a:ext cx="9144000" cy="60682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Slide Number Placeholder 4"/>
          <p:cNvSpPr>
            <a:spLocks noGrp="1"/>
          </p:cNvSpPr>
          <p:nvPr>
            <p:ph type="sldNum" sz="quarter" idx="12"/>
          </p:nvPr>
        </p:nvSpPr>
        <p:spPr/>
        <p:txBody>
          <a:bodyPr/>
          <a:lstStyle>
            <a:lvl1pPr>
              <a:defRPr>
                <a:solidFill>
                  <a:schemeClr val="bg1"/>
                </a:solidFill>
                <a:latin typeface="Arial" panose="020B0604020202020204" pitchFamily="34" charset="0"/>
                <a:cs typeface="Arial" panose="020B0604020202020204" pitchFamily="34" charset="0"/>
              </a:defRPr>
            </a:lvl1pPr>
          </a:lstStyle>
          <a:p>
            <a:fld id="{F6728BC2-ACA3-447C-A909-F3F49211C066}" type="slidenum">
              <a:rPr lang="en-US" smtClean="0"/>
              <a:pPr/>
              <a:t>‹#›</a:t>
            </a:fld>
            <a:endParaRPr lang="en-US" dirty="0"/>
          </a:p>
        </p:txBody>
      </p:sp>
      <p:pic>
        <p:nvPicPr>
          <p:cNvPr id="3" name="Picture 2"/>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227765" y="6367323"/>
            <a:ext cx="1260213" cy="394766"/>
          </a:xfrm>
          <a:prstGeom prst="rect">
            <a:avLst/>
          </a:prstGeom>
        </p:spPr>
      </p:pic>
      <p:sp>
        <p:nvSpPr>
          <p:cNvPr id="7" name="Title 1"/>
          <p:cNvSpPr>
            <a:spLocks noGrp="1"/>
          </p:cNvSpPr>
          <p:nvPr>
            <p:ph type="title"/>
          </p:nvPr>
        </p:nvSpPr>
        <p:spPr>
          <a:xfrm>
            <a:off x="380010" y="-4950"/>
            <a:ext cx="8383980" cy="844535"/>
          </a:xfrm>
        </p:spPr>
        <p:txBody>
          <a:bodyPr/>
          <a:lstStyle>
            <a:lvl1pPr>
              <a:defRPr baseline="0">
                <a:solidFill>
                  <a:schemeClr val="accent1"/>
                </a:solidFill>
                <a:latin typeface="Arial" panose="020B0604020202020204" pitchFamily="34" charset="0"/>
                <a:cs typeface="Arial" panose="020B0604020202020204" pitchFamily="34" charset="0"/>
              </a:defRPr>
            </a:lvl1pPr>
          </a:lstStyle>
          <a:p>
            <a:r>
              <a:rPr lang="en-US"/>
              <a:t>Click to edit Master title style</a:t>
            </a:r>
            <a:endParaRPr lang="en-US" dirty="0"/>
          </a:p>
        </p:txBody>
      </p:sp>
      <p:sp>
        <p:nvSpPr>
          <p:cNvPr id="8" name="Content Placeholder 2"/>
          <p:cNvSpPr>
            <a:spLocks noGrp="1"/>
          </p:cNvSpPr>
          <p:nvPr>
            <p:ph idx="1"/>
          </p:nvPr>
        </p:nvSpPr>
        <p:spPr>
          <a:xfrm>
            <a:off x="380010" y="1097280"/>
            <a:ext cx="8383980" cy="4910129"/>
          </a:xfrm>
        </p:spPr>
        <p:txBody>
          <a:bodyPr/>
          <a:lstStyle>
            <a:lvl1pPr>
              <a:defRPr baseline="0">
                <a:latin typeface="Arial" panose="020B0604020202020204" pitchFamily="34" charset="0"/>
                <a:cs typeface="Arial" panose="020B0604020202020204" pitchFamily="34" charset="0"/>
              </a:defRPr>
            </a:lvl1pPr>
            <a:lvl2pPr>
              <a:defRPr baseline="0">
                <a:latin typeface="Arial" panose="020B0604020202020204" pitchFamily="34" charset="0"/>
                <a:cs typeface="Arial" panose="020B0604020202020204" pitchFamily="34" charset="0"/>
              </a:defRPr>
            </a:lvl2pPr>
            <a:lvl3pPr>
              <a:defRPr baseline="0">
                <a:latin typeface="Arial" panose="020B0604020202020204" pitchFamily="34" charset="0"/>
                <a:cs typeface="Arial" panose="020B0604020202020204" pitchFamily="34" charset="0"/>
              </a:defRPr>
            </a:lvl3pPr>
            <a:lvl4pPr>
              <a:defRPr baseline="0">
                <a:latin typeface="Arial" panose="020B0604020202020204" pitchFamily="34" charset="0"/>
                <a:cs typeface="Arial" panose="020B0604020202020204" pitchFamily="34" charset="0"/>
              </a:defRPr>
            </a:lvl4pPr>
            <a:lvl5pPr>
              <a:defRPr baseline="0">
                <a:latin typeface="Arial" panose="020B0604020202020204" pitchFamily="34" charset="0"/>
                <a:cs typeface="Arial" panose="020B0604020202020204" pitchFamily="34"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33025133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Only" preserve="1">
  <p:cSld name="1_Title Only">
    <p:spTree>
      <p:nvGrpSpPr>
        <p:cNvPr id="1" name=""/>
        <p:cNvGrpSpPr/>
        <p:nvPr/>
      </p:nvGrpSpPr>
      <p:grpSpPr>
        <a:xfrm>
          <a:off x="0" y="0"/>
          <a:ext cx="0" cy="0"/>
          <a:chOff x="0" y="0"/>
          <a:chExt cx="0" cy="0"/>
        </a:xfrm>
      </p:grpSpPr>
      <p:sp>
        <p:nvSpPr>
          <p:cNvPr id="4" name="Rectangle 3"/>
          <p:cNvSpPr/>
          <p:nvPr userDrawn="1"/>
        </p:nvSpPr>
        <p:spPr>
          <a:xfrm flipV="1">
            <a:off x="0" y="1219200"/>
            <a:ext cx="9144000" cy="56388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Rectangle 5"/>
          <p:cNvSpPr/>
          <p:nvPr userDrawn="1"/>
        </p:nvSpPr>
        <p:spPr>
          <a:xfrm>
            <a:off x="0" y="0"/>
            <a:ext cx="9144000" cy="12192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title"/>
          </p:nvPr>
        </p:nvSpPr>
        <p:spPr/>
        <p:txBody>
          <a:bodyPr/>
          <a:lstStyle>
            <a:lvl1pPr>
              <a:defRPr baseline="0">
                <a:solidFill>
                  <a:schemeClr val="tx2"/>
                </a:solidFill>
                <a:latin typeface="Arial" panose="020B0604020202020204" pitchFamily="34" charset="0"/>
                <a:cs typeface="Arial" panose="020B0604020202020204" pitchFamily="34" charset="0"/>
              </a:defRPr>
            </a:lvl1pPr>
          </a:lstStyle>
          <a:p>
            <a:r>
              <a:rPr lang="en-US" dirty="0"/>
              <a:t>Click to edit Master title style</a:t>
            </a:r>
          </a:p>
        </p:txBody>
      </p:sp>
      <p:sp>
        <p:nvSpPr>
          <p:cNvPr id="5" name="Slide Number Placeholder 4"/>
          <p:cNvSpPr>
            <a:spLocks noGrp="1"/>
          </p:cNvSpPr>
          <p:nvPr>
            <p:ph type="sldNum" sz="quarter" idx="12"/>
          </p:nvPr>
        </p:nvSpPr>
        <p:spPr/>
        <p:txBody>
          <a:bodyPr/>
          <a:lstStyle>
            <a:lvl1pPr>
              <a:defRPr>
                <a:latin typeface="Arial" panose="020B0604020202020204" pitchFamily="34" charset="0"/>
                <a:cs typeface="Arial" panose="020B0604020202020204" pitchFamily="34" charset="0"/>
              </a:defRPr>
            </a:lvl1pPr>
          </a:lstStyle>
          <a:p>
            <a:fld id="{F6728BC2-ACA3-447C-A909-F3F49211C066}" type="slidenum">
              <a:rPr lang="en-US" smtClean="0"/>
              <a:pPr/>
              <a:t>‹#›</a:t>
            </a:fld>
            <a:endParaRPr lang="en-US" dirty="0"/>
          </a:p>
        </p:txBody>
      </p:sp>
      <p:grpSp>
        <p:nvGrpSpPr>
          <p:cNvPr id="3" name="Group 2"/>
          <p:cNvGrpSpPr/>
          <p:nvPr userDrawn="1"/>
        </p:nvGrpSpPr>
        <p:grpSpPr>
          <a:xfrm>
            <a:off x="7264458" y="365740"/>
            <a:ext cx="1553307" cy="487719"/>
            <a:chOff x="7264458" y="365740"/>
            <a:chExt cx="1553307" cy="487719"/>
          </a:xfrm>
        </p:grpSpPr>
        <p:sp>
          <p:nvSpPr>
            <p:cNvPr id="8" name="Freeform 6"/>
            <p:cNvSpPr>
              <a:spLocks noEditPoints="1"/>
            </p:cNvSpPr>
            <p:nvPr userDrawn="1"/>
          </p:nvSpPr>
          <p:spPr bwMode="auto">
            <a:xfrm>
              <a:off x="7264458" y="705011"/>
              <a:ext cx="148988" cy="144669"/>
            </a:xfrm>
            <a:custGeom>
              <a:avLst/>
              <a:gdLst>
                <a:gd name="T0" fmla="*/ 98 w 552"/>
                <a:gd name="T1" fmla="*/ 79 h 536"/>
                <a:gd name="T2" fmla="*/ 98 w 552"/>
                <a:gd name="T3" fmla="*/ 241 h 536"/>
                <a:gd name="T4" fmla="*/ 307 w 552"/>
                <a:gd name="T5" fmla="*/ 241 h 536"/>
                <a:gd name="T6" fmla="*/ 342 w 552"/>
                <a:gd name="T7" fmla="*/ 241 h 536"/>
                <a:gd name="T8" fmla="*/ 374 w 552"/>
                <a:gd name="T9" fmla="*/ 238 h 536"/>
                <a:gd name="T10" fmla="*/ 398 w 552"/>
                <a:gd name="T11" fmla="*/ 231 h 536"/>
                <a:gd name="T12" fmla="*/ 417 w 552"/>
                <a:gd name="T13" fmla="*/ 222 h 536"/>
                <a:gd name="T14" fmla="*/ 431 w 552"/>
                <a:gd name="T15" fmla="*/ 206 h 536"/>
                <a:gd name="T16" fmla="*/ 440 w 552"/>
                <a:gd name="T17" fmla="*/ 187 h 536"/>
                <a:gd name="T18" fmla="*/ 443 w 552"/>
                <a:gd name="T19" fmla="*/ 161 h 536"/>
                <a:gd name="T20" fmla="*/ 440 w 552"/>
                <a:gd name="T21" fmla="*/ 135 h 536"/>
                <a:gd name="T22" fmla="*/ 431 w 552"/>
                <a:gd name="T23" fmla="*/ 114 h 536"/>
                <a:gd name="T24" fmla="*/ 417 w 552"/>
                <a:gd name="T25" fmla="*/ 100 h 536"/>
                <a:gd name="T26" fmla="*/ 398 w 552"/>
                <a:gd name="T27" fmla="*/ 89 h 536"/>
                <a:gd name="T28" fmla="*/ 374 w 552"/>
                <a:gd name="T29" fmla="*/ 84 h 536"/>
                <a:gd name="T30" fmla="*/ 342 w 552"/>
                <a:gd name="T31" fmla="*/ 80 h 536"/>
                <a:gd name="T32" fmla="*/ 307 w 552"/>
                <a:gd name="T33" fmla="*/ 79 h 536"/>
                <a:gd name="T34" fmla="*/ 98 w 552"/>
                <a:gd name="T35" fmla="*/ 79 h 536"/>
                <a:gd name="T36" fmla="*/ 0 w 552"/>
                <a:gd name="T37" fmla="*/ 0 h 536"/>
                <a:gd name="T38" fmla="*/ 323 w 552"/>
                <a:gd name="T39" fmla="*/ 0 h 536"/>
                <a:gd name="T40" fmla="*/ 377 w 552"/>
                <a:gd name="T41" fmla="*/ 2 h 536"/>
                <a:gd name="T42" fmla="*/ 422 w 552"/>
                <a:gd name="T43" fmla="*/ 9 h 536"/>
                <a:gd name="T44" fmla="*/ 461 w 552"/>
                <a:gd name="T45" fmla="*/ 19 h 536"/>
                <a:gd name="T46" fmla="*/ 490 w 552"/>
                <a:gd name="T47" fmla="*/ 37 h 536"/>
                <a:gd name="T48" fmla="*/ 513 w 552"/>
                <a:gd name="T49" fmla="*/ 58 h 536"/>
                <a:gd name="T50" fmla="*/ 529 w 552"/>
                <a:gd name="T51" fmla="*/ 86 h 536"/>
                <a:gd name="T52" fmla="*/ 538 w 552"/>
                <a:gd name="T53" fmla="*/ 119 h 536"/>
                <a:gd name="T54" fmla="*/ 541 w 552"/>
                <a:gd name="T55" fmla="*/ 157 h 536"/>
                <a:gd name="T56" fmla="*/ 538 w 552"/>
                <a:gd name="T57" fmla="*/ 194 h 536"/>
                <a:gd name="T58" fmla="*/ 529 w 552"/>
                <a:gd name="T59" fmla="*/ 225 h 536"/>
                <a:gd name="T60" fmla="*/ 513 w 552"/>
                <a:gd name="T61" fmla="*/ 252 h 536"/>
                <a:gd name="T62" fmla="*/ 494 w 552"/>
                <a:gd name="T63" fmla="*/ 272 h 536"/>
                <a:gd name="T64" fmla="*/ 473 w 552"/>
                <a:gd name="T65" fmla="*/ 290 h 536"/>
                <a:gd name="T66" fmla="*/ 447 w 552"/>
                <a:gd name="T67" fmla="*/ 302 h 536"/>
                <a:gd name="T68" fmla="*/ 421 w 552"/>
                <a:gd name="T69" fmla="*/ 311 h 536"/>
                <a:gd name="T70" fmla="*/ 393 w 552"/>
                <a:gd name="T71" fmla="*/ 314 h 536"/>
                <a:gd name="T72" fmla="*/ 384 w 552"/>
                <a:gd name="T73" fmla="*/ 314 h 536"/>
                <a:gd name="T74" fmla="*/ 552 w 552"/>
                <a:gd name="T75" fmla="*/ 536 h 536"/>
                <a:gd name="T76" fmla="*/ 431 w 552"/>
                <a:gd name="T77" fmla="*/ 536 h 536"/>
                <a:gd name="T78" fmla="*/ 274 w 552"/>
                <a:gd name="T79" fmla="*/ 323 h 536"/>
                <a:gd name="T80" fmla="*/ 274 w 552"/>
                <a:gd name="T81" fmla="*/ 321 h 536"/>
                <a:gd name="T82" fmla="*/ 98 w 552"/>
                <a:gd name="T83" fmla="*/ 321 h 536"/>
                <a:gd name="T84" fmla="*/ 98 w 552"/>
                <a:gd name="T85" fmla="*/ 536 h 536"/>
                <a:gd name="T86" fmla="*/ 0 w 552"/>
                <a:gd name="T87" fmla="*/ 536 h 536"/>
                <a:gd name="T88" fmla="*/ 0 w 552"/>
                <a:gd name="T89"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552" h="536">
                  <a:moveTo>
                    <a:pt x="98" y="79"/>
                  </a:moveTo>
                  <a:lnTo>
                    <a:pt x="98" y="241"/>
                  </a:lnTo>
                  <a:lnTo>
                    <a:pt x="307" y="241"/>
                  </a:lnTo>
                  <a:lnTo>
                    <a:pt x="342" y="241"/>
                  </a:lnTo>
                  <a:lnTo>
                    <a:pt x="374" y="238"/>
                  </a:lnTo>
                  <a:lnTo>
                    <a:pt x="398" y="231"/>
                  </a:lnTo>
                  <a:lnTo>
                    <a:pt x="417" y="222"/>
                  </a:lnTo>
                  <a:lnTo>
                    <a:pt x="431" y="206"/>
                  </a:lnTo>
                  <a:lnTo>
                    <a:pt x="440" y="187"/>
                  </a:lnTo>
                  <a:lnTo>
                    <a:pt x="443" y="161"/>
                  </a:lnTo>
                  <a:lnTo>
                    <a:pt x="440" y="135"/>
                  </a:lnTo>
                  <a:lnTo>
                    <a:pt x="431" y="114"/>
                  </a:lnTo>
                  <a:lnTo>
                    <a:pt x="417" y="100"/>
                  </a:lnTo>
                  <a:lnTo>
                    <a:pt x="398" y="89"/>
                  </a:lnTo>
                  <a:lnTo>
                    <a:pt x="374" y="84"/>
                  </a:lnTo>
                  <a:lnTo>
                    <a:pt x="342" y="80"/>
                  </a:lnTo>
                  <a:lnTo>
                    <a:pt x="307" y="79"/>
                  </a:lnTo>
                  <a:lnTo>
                    <a:pt x="98" y="79"/>
                  </a:lnTo>
                  <a:close/>
                  <a:moveTo>
                    <a:pt x="0" y="0"/>
                  </a:moveTo>
                  <a:lnTo>
                    <a:pt x="323" y="0"/>
                  </a:lnTo>
                  <a:lnTo>
                    <a:pt x="377" y="2"/>
                  </a:lnTo>
                  <a:lnTo>
                    <a:pt x="422" y="9"/>
                  </a:lnTo>
                  <a:lnTo>
                    <a:pt x="461" y="19"/>
                  </a:lnTo>
                  <a:lnTo>
                    <a:pt x="490" y="37"/>
                  </a:lnTo>
                  <a:lnTo>
                    <a:pt x="513" y="58"/>
                  </a:lnTo>
                  <a:lnTo>
                    <a:pt x="529" y="86"/>
                  </a:lnTo>
                  <a:lnTo>
                    <a:pt x="538" y="119"/>
                  </a:lnTo>
                  <a:lnTo>
                    <a:pt x="541" y="157"/>
                  </a:lnTo>
                  <a:lnTo>
                    <a:pt x="538" y="194"/>
                  </a:lnTo>
                  <a:lnTo>
                    <a:pt x="529" y="225"/>
                  </a:lnTo>
                  <a:lnTo>
                    <a:pt x="513" y="252"/>
                  </a:lnTo>
                  <a:lnTo>
                    <a:pt x="494" y="272"/>
                  </a:lnTo>
                  <a:lnTo>
                    <a:pt x="473" y="290"/>
                  </a:lnTo>
                  <a:lnTo>
                    <a:pt x="447" y="302"/>
                  </a:lnTo>
                  <a:lnTo>
                    <a:pt x="421" y="311"/>
                  </a:lnTo>
                  <a:lnTo>
                    <a:pt x="393" y="314"/>
                  </a:lnTo>
                  <a:lnTo>
                    <a:pt x="384" y="314"/>
                  </a:lnTo>
                  <a:lnTo>
                    <a:pt x="552" y="536"/>
                  </a:lnTo>
                  <a:lnTo>
                    <a:pt x="431" y="536"/>
                  </a:lnTo>
                  <a:lnTo>
                    <a:pt x="274" y="323"/>
                  </a:lnTo>
                  <a:lnTo>
                    <a:pt x="274" y="321"/>
                  </a:lnTo>
                  <a:lnTo>
                    <a:pt x="98" y="321"/>
                  </a:lnTo>
                  <a:lnTo>
                    <a:pt x="98" y="536"/>
                  </a:lnTo>
                  <a:lnTo>
                    <a:pt x="0" y="536"/>
                  </a:lnTo>
                  <a:lnTo>
                    <a:pt x="0" y="0"/>
                  </a:lnTo>
                  <a:close/>
                </a:path>
              </a:pathLst>
            </a:custGeom>
            <a:solidFill>
              <a:schemeClr val="tx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9" name="Freeform 7"/>
            <p:cNvSpPr>
              <a:spLocks/>
            </p:cNvSpPr>
            <p:nvPr userDrawn="1"/>
          </p:nvSpPr>
          <p:spPr bwMode="auto">
            <a:xfrm>
              <a:off x="7450153" y="705011"/>
              <a:ext cx="131714" cy="144669"/>
            </a:xfrm>
            <a:custGeom>
              <a:avLst/>
              <a:gdLst>
                <a:gd name="T0" fmla="*/ 0 w 488"/>
                <a:gd name="T1" fmla="*/ 0 h 536"/>
                <a:gd name="T2" fmla="*/ 440 w 488"/>
                <a:gd name="T3" fmla="*/ 0 h 536"/>
                <a:gd name="T4" fmla="*/ 455 w 488"/>
                <a:gd name="T5" fmla="*/ 2 h 536"/>
                <a:gd name="T6" fmla="*/ 467 w 488"/>
                <a:gd name="T7" fmla="*/ 12 h 536"/>
                <a:gd name="T8" fmla="*/ 476 w 488"/>
                <a:gd name="T9" fmla="*/ 25 h 536"/>
                <a:gd name="T10" fmla="*/ 480 w 488"/>
                <a:gd name="T11" fmla="*/ 40 h 536"/>
                <a:gd name="T12" fmla="*/ 476 w 488"/>
                <a:gd name="T13" fmla="*/ 56 h 536"/>
                <a:gd name="T14" fmla="*/ 467 w 488"/>
                <a:gd name="T15" fmla="*/ 70 h 536"/>
                <a:gd name="T16" fmla="*/ 455 w 488"/>
                <a:gd name="T17" fmla="*/ 79 h 536"/>
                <a:gd name="T18" fmla="*/ 440 w 488"/>
                <a:gd name="T19" fmla="*/ 82 h 536"/>
                <a:gd name="T20" fmla="*/ 97 w 488"/>
                <a:gd name="T21" fmla="*/ 82 h 536"/>
                <a:gd name="T22" fmla="*/ 97 w 488"/>
                <a:gd name="T23" fmla="*/ 218 h 536"/>
                <a:gd name="T24" fmla="*/ 354 w 488"/>
                <a:gd name="T25" fmla="*/ 218 h 536"/>
                <a:gd name="T26" fmla="*/ 370 w 488"/>
                <a:gd name="T27" fmla="*/ 222 h 536"/>
                <a:gd name="T28" fmla="*/ 384 w 488"/>
                <a:gd name="T29" fmla="*/ 231 h 536"/>
                <a:gd name="T30" fmla="*/ 392 w 488"/>
                <a:gd name="T31" fmla="*/ 243 h 536"/>
                <a:gd name="T32" fmla="*/ 396 w 488"/>
                <a:gd name="T33" fmla="*/ 259 h 536"/>
                <a:gd name="T34" fmla="*/ 392 w 488"/>
                <a:gd name="T35" fmla="*/ 276 h 536"/>
                <a:gd name="T36" fmla="*/ 384 w 488"/>
                <a:gd name="T37" fmla="*/ 288 h 536"/>
                <a:gd name="T38" fmla="*/ 370 w 488"/>
                <a:gd name="T39" fmla="*/ 297 h 536"/>
                <a:gd name="T40" fmla="*/ 354 w 488"/>
                <a:gd name="T41" fmla="*/ 300 h 536"/>
                <a:gd name="T42" fmla="*/ 97 w 488"/>
                <a:gd name="T43" fmla="*/ 300 h 536"/>
                <a:gd name="T44" fmla="*/ 97 w 488"/>
                <a:gd name="T45" fmla="*/ 454 h 536"/>
                <a:gd name="T46" fmla="*/ 448 w 488"/>
                <a:gd name="T47" fmla="*/ 454 h 536"/>
                <a:gd name="T48" fmla="*/ 464 w 488"/>
                <a:gd name="T49" fmla="*/ 457 h 536"/>
                <a:gd name="T50" fmla="*/ 478 w 488"/>
                <a:gd name="T51" fmla="*/ 466 h 536"/>
                <a:gd name="T52" fmla="*/ 487 w 488"/>
                <a:gd name="T53" fmla="*/ 478 h 536"/>
                <a:gd name="T54" fmla="*/ 488 w 488"/>
                <a:gd name="T55" fmla="*/ 494 h 536"/>
                <a:gd name="T56" fmla="*/ 487 w 488"/>
                <a:gd name="T57" fmla="*/ 512 h 536"/>
                <a:gd name="T58" fmla="*/ 478 w 488"/>
                <a:gd name="T59" fmla="*/ 524 h 536"/>
                <a:gd name="T60" fmla="*/ 464 w 488"/>
                <a:gd name="T61" fmla="*/ 533 h 536"/>
                <a:gd name="T62" fmla="*/ 448 w 488"/>
                <a:gd name="T63" fmla="*/ 536 h 536"/>
                <a:gd name="T64" fmla="*/ 0 w 488"/>
                <a:gd name="T65" fmla="*/ 536 h 536"/>
                <a:gd name="T66" fmla="*/ 0 w 488"/>
                <a:gd name="T67"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488" h="536">
                  <a:moveTo>
                    <a:pt x="0" y="0"/>
                  </a:moveTo>
                  <a:lnTo>
                    <a:pt x="440" y="0"/>
                  </a:lnTo>
                  <a:lnTo>
                    <a:pt x="455" y="2"/>
                  </a:lnTo>
                  <a:lnTo>
                    <a:pt x="467" y="12"/>
                  </a:lnTo>
                  <a:lnTo>
                    <a:pt x="476" y="25"/>
                  </a:lnTo>
                  <a:lnTo>
                    <a:pt x="480" y="40"/>
                  </a:lnTo>
                  <a:lnTo>
                    <a:pt x="476" y="56"/>
                  </a:lnTo>
                  <a:lnTo>
                    <a:pt x="467" y="70"/>
                  </a:lnTo>
                  <a:lnTo>
                    <a:pt x="455" y="79"/>
                  </a:lnTo>
                  <a:lnTo>
                    <a:pt x="440" y="82"/>
                  </a:lnTo>
                  <a:lnTo>
                    <a:pt x="97" y="82"/>
                  </a:lnTo>
                  <a:lnTo>
                    <a:pt x="97" y="218"/>
                  </a:lnTo>
                  <a:lnTo>
                    <a:pt x="354" y="218"/>
                  </a:lnTo>
                  <a:lnTo>
                    <a:pt x="370" y="222"/>
                  </a:lnTo>
                  <a:lnTo>
                    <a:pt x="384" y="231"/>
                  </a:lnTo>
                  <a:lnTo>
                    <a:pt x="392" y="243"/>
                  </a:lnTo>
                  <a:lnTo>
                    <a:pt x="396" y="259"/>
                  </a:lnTo>
                  <a:lnTo>
                    <a:pt x="392" y="276"/>
                  </a:lnTo>
                  <a:lnTo>
                    <a:pt x="384" y="288"/>
                  </a:lnTo>
                  <a:lnTo>
                    <a:pt x="370" y="297"/>
                  </a:lnTo>
                  <a:lnTo>
                    <a:pt x="354" y="300"/>
                  </a:lnTo>
                  <a:lnTo>
                    <a:pt x="97" y="300"/>
                  </a:lnTo>
                  <a:lnTo>
                    <a:pt x="97" y="454"/>
                  </a:lnTo>
                  <a:lnTo>
                    <a:pt x="448" y="454"/>
                  </a:lnTo>
                  <a:lnTo>
                    <a:pt x="464" y="457"/>
                  </a:lnTo>
                  <a:lnTo>
                    <a:pt x="478" y="466"/>
                  </a:lnTo>
                  <a:lnTo>
                    <a:pt x="487" y="478"/>
                  </a:lnTo>
                  <a:lnTo>
                    <a:pt x="488" y="494"/>
                  </a:lnTo>
                  <a:lnTo>
                    <a:pt x="487" y="512"/>
                  </a:lnTo>
                  <a:lnTo>
                    <a:pt x="478" y="524"/>
                  </a:lnTo>
                  <a:lnTo>
                    <a:pt x="464" y="533"/>
                  </a:lnTo>
                  <a:lnTo>
                    <a:pt x="448" y="536"/>
                  </a:lnTo>
                  <a:lnTo>
                    <a:pt x="0" y="536"/>
                  </a:lnTo>
                  <a:lnTo>
                    <a:pt x="0" y="0"/>
                  </a:lnTo>
                  <a:close/>
                </a:path>
              </a:pathLst>
            </a:custGeom>
            <a:solidFill>
              <a:schemeClr val="tx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0" name="Freeform 8"/>
            <p:cNvSpPr>
              <a:spLocks/>
            </p:cNvSpPr>
            <p:nvPr userDrawn="1"/>
          </p:nvSpPr>
          <p:spPr bwMode="auto">
            <a:xfrm>
              <a:off x="7613446" y="705011"/>
              <a:ext cx="154116" cy="144669"/>
            </a:xfrm>
            <a:custGeom>
              <a:avLst/>
              <a:gdLst>
                <a:gd name="T0" fmla="*/ 48 w 571"/>
                <a:gd name="T1" fmla="*/ 0 h 536"/>
                <a:gd name="T2" fmla="*/ 65 w 571"/>
                <a:gd name="T3" fmla="*/ 4 h 536"/>
                <a:gd name="T4" fmla="*/ 79 w 571"/>
                <a:gd name="T5" fmla="*/ 12 h 536"/>
                <a:gd name="T6" fmla="*/ 89 w 571"/>
                <a:gd name="T7" fmla="*/ 26 h 536"/>
                <a:gd name="T8" fmla="*/ 280 w 571"/>
                <a:gd name="T9" fmla="*/ 431 h 536"/>
                <a:gd name="T10" fmla="*/ 285 w 571"/>
                <a:gd name="T11" fmla="*/ 440 h 536"/>
                <a:gd name="T12" fmla="*/ 484 w 571"/>
                <a:gd name="T13" fmla="*/ 26 h 536"/>
                <a:gd name="T14" fmla="*/ 494 w 571"/>
                <a:gd name="T15" fmla="*/ 12 h 536"/>
                <a:gd name="T16" fmla="*/ 508 w 571"/>
                <a:gd name="T17" fmla="*/ 2 h 536"/>
                <a:gd name="T18" fmla="*/ 526 w 571"/>
                <a:gd name="T19" fmla="*/ 0 h 536"/>
                <a:gd name="T20" fmla="*/ 541 w 571"/>
                <a:gd name="T21" fmla="*/ 2 h 536"/>
                <a:gd name="T22" fmla="*/ 554 w 571"/>
                <a:gd name="T23" fmla="*/ 9 h 536"/>
                <a:gd name="T24" fmla="*/ 564 w 571"/>
                <a:gd name="T25" fmla="*/ 21 h 536"/>
                <a:gd name="T26" fmla="*/ 571 w 571"/>
                <a:gd name="T27" fmla="*/ 35 h 536"/>
                <a:gd name="T28" fmla="*/ 571 w 571"/>
                <a:gd name="T29" fmla="*/ 51 h 536"/>
                <a:gd name="T30" fmla="*/ 568 w 571"/>
                <a:gd name="T31" fmla="*/ 67 h 536"/>
                <a:gd name="T32" fmla="*/ 337 w 571"/>
                <a:gd name="T33" fmla="*/ 536 h 536"/>
                <a:gd name="T34" fmla="*/ 233 w 571"/>
                <a:gd name="T35" fmla="*/ 536 h 536"/>
                <a:gd name="T36" fmla="*/ 6 w 571"/>
                <a:gd name="T37" fmla="*/ 67 h 536"/>
                <a:gd name="T38" fmla="*/ 0 w 571"/>
                <a:gd name="T39" fmla="*/ 51 h 536"/>
                <a:gd name="T40" fmla="*/ 2 w 571"/>
                <a:gd name="T41" fmla="*/ 35 h 536"/>
                <a:gd name="T42" fmla="*/ 7 w 571"/>
                <a:gd name="T43" fmla="*/ 21 h 536"/>
                <a:gd name="T44" fmla="*/ 18 w 571"/>
                <a:gd name="T45" fmla="*/ 9 h 536"/>
                <a:gd name="T46" fmla="*/ 32 w 571"/>
                <a:gd name="T47" fmla="*/ 2 h 536"/>
                <a:gd name="T48" fmla="*/ 48 w 571"/>
                <a:gd name="T49"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571" h="536">
                  <a:moveTo>
                    <a:pt x="48" y="0"/>
                  </a:moveTo>
                  <a:lnTo>
                    <a:pt x="65" y="4"/>
                  </a:lnTo>
                  <a:lnTo>
                    <a:pt x="79" y="12"/>
                  </a:lnTo>
                  <a:lnTo>
                    <a:pt x="89" y="26"/>
                  </a:lnTo>
                  <a:lnTo>
                    <a:pt x="280" y="431"/>
                  </a:lnTo>
                  <a:lnTo>
                    <a:pt x="285" y="440"/>
                  </a:lnTo>
                  <a:lnTo>
                    <a:pt x="484" y="26"/>
                  </a:lnTo>
                  <a:lnTo>
                    <a:pt x="494" y="12"/>
                  </a:lnTo>
                  <a:lnTo>
                    <a:pt x="508" y="2"/>
                  </a:lnTo>
                  <a:lnTo>
                    <a:pt x="526" y="0"/>
                  </a:lnTo>
                  <a:lnTo>
                    <a:pt x="541" y="2"/>
                  </a:lnTo>
                  <a:lnTo>
                    <a:pt x="554" y="9"/>
                  </a:lnTo>
                  <a:lnTo>
                    <a:pt x="564" y="21"/>
                  </a:lnTo>
                  <a:lnTo>
                    <a:pt x="571" y="35"/>
                  </a:lnTo>
                  <a:lnTo>
                    <a:pt x="571" y="51"/>
                  </a:lnTo>
                  <a:lnTo>
                    <a:pt x="568" y="67"/>
                  </a:lnTo>
                  <a:lnTo>
                    <a:pt x="337" y="536"/>
                  </a:lnTo>
                  <a:lnTo>
                    <a:pt x="233" y="536"/>
                  </a:lnTo>
                  <a:lnTo>
                    <a:pt x="6" y="67"/>
                  </a:lnTo>
                  <a:lnTo>
                    <a:pt x="0" y="51"/>
                  </a:lnTo>
                  <a:lnTo>
                    <a:pt x="2" y="35"/>
                  </a:lnTo>
                  <a:lnTo>
                    <a:pt x="7" y="21"/>
                  </a:lnTo>
                  <a:lnTo>
                    <a:pt x="18" y="9"/>
                  </a:lnTo>
                  <a:lnTo>
                    <a:pt x="32" y="2"/>
                  </a:lnTo>
                  <a:lnTo>
                    <a:pt x="48" y="0"/>
                  </a:lnTo>
                  <a:close/>
                </a:path>
              </a:pathLst>
            </a:custGeom>
            <a:solidFill>
              <a:schemeClr val="tx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1" name="Freeform 9"/>
            <p:cNvSpPr>
              <a:spLocks noEditPoints="1"/>
            </p:cNvSpPr>
            <p:nvPr userDrawn="1"/>
          </p:nvSpPr>
          <p:spPr bwMode="auto">
            <a:xfrm>
              <a:off x="7767562" y="705011"/>
              <a:ext cx="173010" cy="144669"/>
            </a:xfrm>
            <a:custGeom>
              <a:avLst/>
              <a:gdLst>
                <a:gd name="T0" fmla="*/ 321 w 641"/>
                <a:gd name="T1" fmla="*/ 70 h 536"/>
                <a:gd name="T2" fmla="*/ 201 w 641"/>
                <a:gd name="T3" fmla="*/ 328 h 536"/>
                <a:gd name="T4" fmla="*/ 443 w 641"/>
                <a:gd name="T5" fmla="*/ 328 h 536"/>
                <a:gd name="T6" fmla="*/ 321 w 641"/>
                <a:gd name="T7" fmla="*/ 70 h 536"/>
                <a:gd name="T8" fmla="*/ 264 w 641"/>
                <a:gd name="T9" fmla="*/ 0 h 536"/>
                <a:gd name="T10" fmla="*/ 381 w 641"/>
                <a:gd name="T11" fmla="*/ 0 h 536"/>
                <a:gd name="T12" fmla="*/ 641 w 641"/>
                <a:gd name="T13" fmla="*/ 536 h 536"/>
                <a:gd name="T14" fmla="*/ 538 w 641"/>
                <a:gd name="T15" fmla="*/ 536 h 536"/>
                <a:gd name="T16" fmla="*/ 482 w 641"/>
                <a:gd name="T17" fmla="*/ 414 h 536"/>
                <a:gd name="T18" fmla="*/ 480 w 641"/>
                <a:gd name="T19" fmla="*/ 410 h 536"/>
                <a:gd name="T20" fmla="*/ 161 w 641"/>
                <a:gd name="T21" fmla="*/ 410 h 536"/>
                <a:gd name="T22" fmla="*/ 103 w 641"/>
                <a:gd name="T23" fmla="*/ 536 h 536"/>
                <a:gd name="T24" fmla="*/ 0 w 641"/>
                <a:gd name="T25" fmla="*/ 536 h 536"/>
                <a:gd name="T26" fmla="*/ 264 w 641"/>
                <a:gd name="T27"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641" h="536">
                  <a:moveTo>
                    <a:pt x="321" y="70"/>
                  </a:moveTo>
                  <a:lnTo>
                    <a:pt x="201" y="328"/>
                  </a:lnTo>
                  <a:lnTo>
                    <a:pt x="443" y="328"/>
                  </a:lnTo>
                  <a:lnTo>
                    <a:pt x="321" y="70"/>
                  </a:lnTo>
                  <a:close/>
                  <a:moveTo>
                    <a:pt x="264" y="0"/>
                  </a:moveTo>
                  <a:lnTo>
                    <a:pt x="381" y="0"/>
                  </a:lnTo>
                  <a:lnTo>
                    <a:pt x="641" y="536"/>
                  </a:lnTo>
                  <a:lnTo>
                    <a:pt x="538" y="536"/>
                  </a:lnTo>
                  <a:lnTo>
                    <a:pt x="482" y="414"/>
                  </a:lnTo>
                  <a:lnTo>
                    <a:pt x="480" y="410"/>
                  </a:lnTo>
                  <a:lnTo>
                    <a:pt x="161" y="410"/>
                  </a:lnTo>
                  <a:lnTo>
                    <a:pt x="103" y="536"/>
                  </a:lnTo>
                  <a:lnTo>
                    <a:pt x="0" y="536"/>
                  </a:lnTo>
                  <a:lnTo>
                    <a:pt x="264" y="0"/>
                  </a:lnTo>
                  <a:close/>
                </a:path>
              </a:pathLst>
            </a:custGeom>
            <a:solidFill>
              <a:schemeClr val="tx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2" name="Freeform 10"/>
            <p:cNvSpPr>
              <a:spLocks/>
            </p:cNvSpPr>
            <p:nvPr userDrawn="1"/>
          </p:nvSpPr>
          <p:spPr bwMode="auto">
            <a:xfrm>
              <a:off x="7934364" y="705011"/>
              <a:ext cx="157895" cy="144669"/>
            </a:xfrm>
            <a:custGeom>
              <a:avLst/>
              <a:gdLst>
                <a:gd name="T0" fmla="*/ 42 w 585"/>
                <a:gd name="T1" fmla="*/ 0 h 536"/>
                <a:gd name="T2" fmla="*/ 545 w 585"/>
                <a:gd name="T3" fmla="*/ 0 h 536"/>
                <a:gd name="T4" fmla="*/ 560 w 585"/>
                <a:gd name="T5" fmla="*/ 2 h 536"/>
                <a:gd name="T6" fmla="*/ 574 w 585"/>
                <a:gd name="T7" fmla="*/ 12 h 536"/>
                <a:gd name="T8" fmla="*/ 583 w 585"/>
                <a:gd name="T9" fmla="*/ 25 h 536"/>
                <a:gd name="T10" fmla="*/ 585 w 585"/>
                <a:gd name="T11" fmla="*/ 40 h 536"/>
                <a:gd name="T12" fmla="*/ 583 w 585"/>
                <a:gd name="T13" fmla="*/ 56 h 536"/>
                <a:gd name="T14" fmla="*/ 574 w 585"/>
                <a:gd name="T15" fmla="*/ 70 h 536"/>
                <a:gd name="T16" fmla="*/ 560 w 585"/>
                <a:gd name="T17" fmla="*/ 79 h 536"/>
                <a:gd name="T18" fmla="*/ 545 w 585"/>
                <a:gd name="T19" fmla="*/ 82 h 536"/>
                <a:gd name="T20" fmla="*/ 342 w 585"/>
                <a:gd name="T21" fmla="*/ 82 h 536"/>
                <a:gd name="T22" fmla="*/ 342 w 585"/>
                <a:gd name="T23" fmla="*/ 536 h 536"/>
                <a:gd name="T24" fmla="*/ 244 w 585"/>
                <a:gd name="T25" fmla="*/ 536 h 536"/>
                <a:gd name="T26" fmla="*/ 244 w 585"/>
                <a:gd name="T27" fmla="*/ 82 h 536"/>
                <a:gd name="T28" fmla="*/ 42 w 585"/>
                <a:gd name="T29" fmla="*/ 82 h 536"/>
                <a:gd name="T30" fmla="*/ 26 w 585"/>
                <a:gd name="T31" fmla="*/ 79 h 536"/>
                <a:gd name="T32" fmla="*/ 12 w 585"/>
                <a:gd name="T33" fmla="*/ 70 h 536"/>
                <a:gd name="T34" fmla="*/ 4 w 585"/>
                <a:gd name="T35" fmla="*/ 56 h 536"/>
                <a:gd name="T36" fmla="*/ 0 w 585"/>
                <a:gd name="T37" fmla="*/ 40 h 536"/>
                <a:gd name="T38" fmla="*/ 4 w 585"/>
                <a:gd name="T39" fmla="*/ 25 h 536"/>
                <a:gd name="T40" fmla="*/ 12 w 585"/>
                <a:gd name="T41" fmla="*/ 12 h 536"/>
                <a:gd name="T42" fmla="*/ 26 w 585"/>
                <a:gd name="T43" fmla="*/ 2 h 536"/>
                <a:gd name="T44" fmla="*/ 42 w 585"/>
                <a:gd name="T45"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585" h="536">
                  <a:moveTo>
                    <a:pt x="42" y="0"/>
                  </a:moveTo>
                  <a:lnTo>
                    <a:pt x="545" y="0"/>
                  </a:lnTo>
                  <a:lnTo>
                    <a:pt x="560" y="2"/>
                  </a:lnTo>
                  <a:lnTo>
                    <a:pt x="574" y="12"/>
                  </a:lnTo>
                  <a:lnTo>
                    <a:pt x="583" y="25"/>
                  </a:lnTo>
                  <a:lnTo>
                    <a:pt x="585" y="40"/>
                  </a:lnTo>
                  <a:lnTo>
                    <a:pt x="583" y="56"/>
                  </a:lnTo>
                  <a:lnTo>
                    <a:pt x="574" y="70"/>
                  </a:lnTo>
                  <a:lnTo>
                    <a:pt x="560" y="79"/>
                  </a:lnTo>
                  <a:lnTo>
                    <a:pt x="545" y="82"/>
                  </a:lnTo>
                  <a:lnTo>
                    <a:pt x="342" y="82"/>
                  </a:lnTo>
                  <a:lnTo>
                    <a:pt x="342" y="536"/>
                  </a:lnTo>
                  <a:lnTo>
                    <a:pt x="244" y="536"/>
                  </a:lnTo>
                  <a:lnTo>
                    <a:pt x="244" y="82"/>
                  </a:lnTo>
                  <a:lnTo>
                    <a:pt x="42" y="82"/>
                  </a:lnTo>
                  <a:lnTo>
                    <a:pt x="26" y="79"/>
                  </a:lnTo>
                  <a:lnTo>
                    <a:pt x="12" y="70"/>
                  </a:lnTo>
                  <a:lnTo>
                    <a:pt x="4" y="56"/>
                  </a:lnTo>
                  <a:lnTo>
                    <a:pt x="0" y="40"/>
                  </a:lnTo>
                  <a:lnTo>
                    <a:pt x="4" y="25"/>
                  </a:lnTo>
                  <a:lnTo>
                    <a:pt x="12" y="12"/>
                  </a:lnTo>
                  <a:lnTo>
                    <a:pt x="26" y="2"/>
                  </a:lnTo>
                  <a:lnTo>
                    <a:pt x="42" y="0"/>
                  </a:lnTo>
                  <a:close/>
                </a:path>
              </a:pathLst>
            </a:custGeom>
            <a:solidFill>
              <a:schemeClr val="tx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3" name="Freeform 11"/>
            <p:cNvSpPr>
              <a:spLocks/>
            </p:cNvSpPr>
            <p:nvPr userDrawn="1"/>
          </p:nvSpPr>
          <p:spPr bwMode="auto">
            <a:xfrm>
              <a:off x="8122758" y="705011"/>
              <a:ext cx="154116" cy="148448"/>
            </a:xfrm>
            <a:custGeom>
              <a:avLst/>
              <a:gdLst>
                <a:gd name="T0" fmla="*/ 49 w 571"/>
                <a:gd name="T1" fmla="*/ 0 h 550"/>
                <a:gd name="T2" fmla="*/ 68 w 571"/>
                <a:gd name="T3" fmla="*/ 4 h 550"/>
                <a:gd name="T4" fmla="*/ 84 w 571"/>
                <a:gd name="T5" fmla="*/ 14 h 550"/>
                <a:gd name="T6" fmla="*/ 94 w 571"/>
                <a:gd name="T7" fmla="*/ 30 h 550"/>
                <a:gd name="T8" fmla="*/ 98 w 571"/>
                <a:gd name="T9" fmla="*/ 49 h 550"/>
                <a:gd name="T10" fmla="*/ 98 w 571"/>
                <a:gd name="T11" fmla="*/ 299 h 550"/>
                <a:gd name="T12" fmla="*/ 98 w 571"/>
                <a:gd name="T13" fmla="*/ 320 h 550"/>
                <a:gd name="T14" fmla="*/ 101 w 571"/>
                <a:gd name="T15" fmla="*/ 342 h 550"/>
                <a:gd name="T16" fmla="*/ 105 w 571"/>
                <a:gd name="T17" fmla="*/ 363 h 550"/>
                <a:gd name="T18" fmla="*/ 112 w 571"/>
                <a:gd name="T19" fmla="*/ 384 h 550"/>
                <a:gd name="T20" fmla="*/ 122 w 571"/>
                <a:gd name="T21" fmla="*/ 403 h 550"/>
                <a:gd name="T22" fmla="*/ 136 w 571"/>
                <a:gd name="T23" fmla="*/ 421 h 550"/>
                <a:gd name="T24" fmla="*/ 156 w 571"/>
                <a:gd name="T25" fmla="*/ 437 h 550"/>
                <a:gd name="T26" fmla="*/ 180 w 571"/>
                <a:gd name="T27" fmla="*/ 449 h 550"/>
                <a:gd name="T28" fmla="*/ 208 w 571"/>
                <a:gd name="T29" fmla="*/ 459 h 550"/>
                <a:gd name="T30" fmla="*/ 245 w 571"/>
                <a:gd name="T31" fmla="*/ 464 h 550"/>
                <a:gd name="T32" fmla="*/ 286 w 571"/>
                <a:gd name="T33" fmla="*/ 466 h 550"/>
                <a:gd name="T34" fmla="*/ 328 w 571"/>
                <a:gd name="T35" fmla="*/ 464 h 550"/>
                <a:gd name="T36" fmla="*/ 363 w 571"/>
                <a:gd name="T37" fmla="*/ 459 h 550"/>
                <a:gd name="T38" fmla="*/ 391 w 571"/>
                <a:gd name="T39" fmla="*/ 449 h 550"/>
                <a:gd name="T40" fmla="*/ 416 w 571"/>
                <a:gd name="T41" fmla="*/ 437 h 550"/>
                <a:gd name="T42" fmla="*/ 435 w 571"/>
                <a:gd name="T43" fmla="*/ 421 h 550"/>
                <a:gd name="T44" fmla="*/ 449 w 571"/>
                <a:gd name="T45" fmla="*/ 403 h 550"/>
                <a:gd name="T46" fmla="*/ 459 w 571"/>
                <a:gd name="T47" fmla="*/ 384 h 550"/>
                <a:gd name="T48" fmla="*/ 466 w 571"/>
                <a:gd name="T49" fmla="*/ 363 h 550"/>
                <a:gd name="T50" fmla="*/ 470 w 571"/>
                <a:gd name="T51" fmla="*/ 342 h 550"/>
                <a:gd name="T52" fmla="*/ 473 w 571"/>
                <a:gd name="T53" fmla="*/ 320 h 550"/>
                <a:gd name="T54" fmla="*/ 473 w 571"/>
                <a:gd name="T55" fmla="*/ 299 h 550"/>
                <a:gd name="T56" fmla="*/ 473 w 571"/>
                <a:gd name="T57" fmla="*/ 49 h 550"/>
                <a:gd name="T58" fmla="*/ 477 w 571"/>
                <a:gd name="T59" fmla="*/ 30 h 550"/>
                <a:gd name="T60" fmla="*/ 487 w 571"/>
                <a:gd name="T61" fmla="*/ 14 h 550"/>
                <a:gd name="T62" fmla="*/ 503 w 571"/>
                <a:gd name="T63" fmla="*/ 4 h 550"/>
                <a:gd name="T64" fmla="*/ 522 w 571"/>
                <a:gd name="T65" fmla="*/ 0 h 550"/>
                <a:gd name="T66" fmla="*/ 541 w 571"/>
                <a:gd name="T67" fmla="*/ 4 h 550"/>
                <a:gd name="T68" fmla="*/ 557 w 571"/>
                <a:gd name="T69" fmla="*/ 14 h 550"/>
                <a:gd name="T70" fmla="*/ 567 w 571"/>
                <a:gd name="T71" fmla="*/ 30 h 550"/>
                <a:gd name="T72" fmla="*/ 571 w 571"/>
                <a:gd name="T73" fmla="*/ 49 h 550"/>
                <a:gd name="T74" fmla="*/ 571 w 571"/>
                <a:gd name="T75" fmla="*/ 306 h 550"/>
                <a:gd name="T76" fmla="*/ 567 w 571"/>
                <a:gd name="T77" fmla="*/ 358 h 550"/>
                <a:gd name="T78" fmla="*/ 557 w 571"/>
                <a:gd name="T79" fmla="*/ 402 h 550"/>
                <a:gd name="T80" fmla="*/ 540 w 571"/>
                <a:gd name="T81" fmla="*/ 442 h 550"/>
                <a:gd name="T82" fmla="*/ 513 w 571"/>
                <a:gd name="T83" fmla="*/ 475 h 550"/>
                <a:gd name="T84" fmla="*/ 482 w 571"/>
                <a:gd name="T85" fmla="*/ 501 h 550"/>
                <a:gd name="T86" fmla="*/ 444 w 571"/>
                <a:gd name="T87" fmla="*/ 522 h 550"/>
                <a:gd name="T88" fmla="*/ 398 w 571"/>
                <a:gd name="T89" fmla="*/ 538 h 550"/>
                <a:gd name="T90" fmla="*/ 346 w 571"/>
                <a:gd name="T91" fmla="*/ 547 h 550"/>
                <a:gd name="T92" fmla="*/ 286 w 571"/>
                <a:gd name="T93" fmla="*/ 550 h 550"/>
                <a:gd name="T94" fmla="*/ 225 w 571"/>
                <a:gd name="T95" fmla="*/ 547 h 550"/>
                <a:gd name="T96" fmla="*/ 173 w 571"/>
                <a:gd name="T97" fmla="*/ 538 h 550"/>
                <a:gd name="T98" fmla="*/ 128 w 571"/>
                <a:gd name="T99" fmla="*/ 522 h 550"/>
                <a:gd name="T100" fmla="*/ 89 w 571"/>
                <a:gd name="T101" fmla="*/ 501 h 550"/>
                <a:gd name="T102" fmla="*/ 58 w 571"/>
                <a:gd name="T103" fmla="*/ 475 h 550"/>
                <a:gd name="T104" fmla="*/ 32 w 571"/>
                <a:gd name="T105" fmla="*/ 442 h 550"/>
                <a:gd name="T106" fmla="*/ 14 w 571"/>
                <a:gd name="T107" fmla="*/ 402 h 550"/>
                <a:gd name="T108" fmla="*/ 4 w 571"/>
                <a:gd name="T109" fmla="*/ 358 h 550"/>
                <a:gd name="T110" fmla="*/ 0 w 571"/>
                <a:gd name="T111" fmla="*/ 306 h 550"/>
                <a:gd name="T112" fmla="*/ 0 w 571"/>
                <a:gd name="T113" fmla="*/ 49 h 550"/>
                <a:gd name="T114" fmla="*/ 4 w 571"/>
                <a:gd name="T115" fmla="*/ 30 h 550"/>
                <a:gd name="T116" fmla="*/ 14 w 571"/>
                <a:gd name="T117" fmla="*/ 14 h 550"/>
                <a:gd name="T118" fmla="*/ 30 w 571"/>
                <a:gd name="T119" fmla="*/ 4 h 550"/>
                <a:gd name="T120" fmla="*/ 49 w 571"/>
                <a:gd name="T121" fmla="*/ 0 h 5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571" h="550">
                  <a:moveTo>
                    <a:pt x="49" y="0"/>
                  </a:moveTo>
                  <a:lnTo>
                    <a:pt x="68" y="4"/>
                  </a:lnTo>
                  <a:lnTo>
                    <a:pt x="84" y="14"/>
                  </a:lnTo>
                  <a:lnTo>
                    <a:pt x="94" y="30"/>
                  </a:lnTo>
                  <a:lnTo>
                    <a:pt x="98" y="49"/>
                  </a:lnTo>
                  <a:lnTo>
                    <a:pt x="98" y="299"/>
                  </a:lnTo>
                  <a:lnTo>
                    <a:pt x="98" y="320"/>
                  </a:lnTo>
                  <a:lnTo>
                    <a:pt x="101" y="342"/>
                  </a:lnTo>
                  <a:lnTo>
                    <a:pt x="105" y="363"/>
                  </a:lnTo>
                  <a:lnTo>
                    <a:pt x="112" y="384"/>
                  </a:lnTo>
                  <a:lnTo>
                    <a:pt x="122" y="403"/>
                  </a:lnTo>
                  <a:lnTo>
                    <a:pt x="136" y="421"/>
                  </a:lnTo>
                  <a:lnTo>
                    <a:pt x="156" y="437"/>
                  </a:lnTo>
                  <a:lnTo>
                    <a:pt x="180" y="449"/>
                  </a:lnTo>
                  <a:lnTo>
                    <a:pt x="208" y="459"/>
                  </a:lnTo>
                  <a:lnTo>
                    <a:pt x="245" y="464"/>
                  </a:lnTo>
                  <a:lnTo>
                    <a:pt x="286" y="466"/>
                  </a:lnTo>
                  <a:lnTo>
                    <a:pt x="328" y="464"/>
                  </a:lnTo>
                  <a:lnTo>
                    <a:pt x="363" y="459"/>
                  </a:lnTo>
                  <a:lnTo>
                    <a:pt x="391" y="449"/>
                  </a:lnTo>
                  <a:lnTo>
                    <a:pt x="416" y="437"/>
                  </a:lnTo>
                  <a:lnTo>
                    <a:pt x="435" y="421"/>
                  </a:lnTo>
                  <a:lnTo>
                    <a:pt x="449" y="403"/>
                  </a:lnTo>
                  <a:lnTo>
                    <a:pt x="459" y="384"/>
                  </a:lnTo>
                  <a:lnTo>
                    <a:pt x="466" y="363"/>
                  </a:lnTo>
                  <a:lnTo>
                    <a:pt x="470" y="342"/>
                  </a:lnTo>
                  <a:lnTo>
                    <a:pt x="473" y="320"/>
                  </a:lnTo>
                  <a:lnTo>
                    <a:pt x="473" y="299"/>
                  </a:lnTo>
                  <a:lnTo>
                    <a:pt x="473" y="49"/>
                  </a:lnTo>
                  <a:lnTo>
                    <a:pt x="477" y="30"/>
                  </a:lnTo>
                  <a:lnTo>
                    <a:pt x="487" y="14"/>
                  </a:lnTo>
                  <a:lnTo>
                    <a:pt x="503" y="4"/>
                  </a:lnTo>
                  <a:lnTo>
                    <a:pt x="522" y="0"/>
                  </a:lnTo>
                  <a:lnTo>
                    <a:pt x="541" y="4"/>
                  </a:lnTo>
                  <a:lnTo>
                    <a:pt x="557" y="14"/>
                  </a:lnTo>
                  <a:lnTo>
                    <a:pt x="567" y="30"/>
                  </a:lnTo>
                  <a:lnTo>
                    <a:pt x="571" y="49"/>
                  </a:lnTo>
                  <a:lnTo>
                    <a:pt x="571" y="306"/>
                  </a:lnTo>
                  <a:lnTo>
                    <a:pt x="567" y="358"/>
                  </a:lnTo>
                  <a:lnTo>
                    <a:pt x="557" y="402"/>
                  </a:lnTo>
                  <a:lnTo>
                    <a:pt x="540" y="442"/>
                  </a:lnTo>
                  <a:lnTo>
                    <a:pt x="513" y="475"/>
                  </a:lnTo>
                  <a:lnTo>
                    <a:pt x="482" y="501"/>
                  </a:lnTo>
                  <a:lnTo>
                    <a:pt x="444" y="522"/>
                  </a:lnTo>
                  <a:lnTo>
                    <a:pt x="398" y="538"/>
                  </a:lnTo>
                  <a:lnTo>
                    <a:pt x="346" y="547"/>
                  </a:lnTo>
                  <a:lnTo>
                    <a:pt x="286" y="550"/>
                  </a:lnTo>
                  <a:lnTo>
                    <a:pt x="225" y="547"/>
                  </a:lnTo>
                  <a:lnTo>
                    <a:pt x="173" y="538"/>
                  </a:lnTo>
                  <a:lnTo>
                    <a:pt x="128" y="522"/>
                  </a:lnTo>
                  <a:lnTo>
                    <a:pt x="89" y="501"/>
                  </a:lnTo>
                  <a:lnTo>
                    <a:pt x="58" y="475"/>
                  </a:lnTo>
                  <a:lnTo>
                    <a:pt x="32" y="442"/>
                  </a:lnTo>
                  <a:lnTo>
                    <a:pt x="14" y="402"/>
                  </a:lnTo>
                  <a:lnTo>
                    <a:pt x="4" y="358"/>
                  </a:lnTo>
                  <a:lnTo>
                    <a:pt x="0" y="306"/>
                  </a:lnTo>
                  <a:lnTo>
                    <a:pt x="0" y="49"/>
                  </a:lnTo>
                  <a:lnTo>
                    <a:pt x="4" y="30"/>
                  </a:lnTo>
                  <a:lnTo>
                    <a:pt x="14" y="14"/>
                  </a:lnTo>
                  <a:lnTo>
                    <a:pt x="30" y="4"/>
                  </a:lnTo>
                  <a:lnTo>
                    <a:pt x="49" y="0"/>
                  </a:lnTo>
                  <a:close/>
                </a:path>
              </a:pathLst>
            </a:custGeom>
            <a:solidFill>
              <a:schemeClr val="tx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4" name="Freeform 12"/>
            <p:cNvSpPr>
              <a:spLocks noEditPoints="1"/>
            </p:cNvSpPr>
            <p:nvPr userDrawn="1"/>
          </p:nvSpPr>
          <p:spPr bwMode="auto">
            <a:xfrm>
              <a:off x="8321678" y="705011"/>
              <a:ext cx="148448" cy="144669"/>
            </a:xfrm>
            <a:custGeom>
              <a:avLst/>
              <a:gdLst>
                <a:gd name="T0" fmla="*/ 96 w 550"/>
                <a:gd name="T1" fmla="*/ 79 h 536"/>
                <a:gd name="T2" fmla="*/ 96 w 550"/>
                <a:gd name="T3" fmla="*/ 241 h 536"/>
                <a:gd name="T4" fmla="*/ 307 w 550"/>
                <a:gd name="T5" fmla="*/ 241 h 536"/>
                <a:gd name="T6" fmla="*/ 342 w 550"/>
                <a:gd name="T7" fmla="*/ 241 h 536"/>
                <a:gd name="T8" fmla="*/ 372 w 550"/>
                <a:gd name="T9" fmla="*/ 238 h 536"/>
                <a:gd name="T10" fmla="*/ 398 w 550"/>
                <a:gd name="T11" fmla="*/ 231 h 536"/>
                <a:gd name="T12" fmla="*/ 417 w 550"/>
                <a:gd name="T13" fmla="*/ 222 h 536"/>
                <a:gd name="T14" fmla="*/ 431 w 550"/>
                <a:gd name="T15" fmla="*/ 206 h 536"/>
                <a:gd name="T16" fmla="*/ 440 w 550"/>
                <a:gd name="T17" fmla="*/ 187 h 536"/>
                <a:gd name="T18" fmla="*/ 443 w 550"/>
                <a:gd name="T19" fmla="*/ 161 h 536"/>
                <a:gd name="T20" fmla="*/ 440 w 550"/>
                <a:gd name="T21" fmla="*/ 135 h 536"/>
                <a:gd name="T22" fmla="*/ 431 w 550"/>
                <a:gd name="T23" fmla="*/ 114 h 536"/>
                <a:gd name="T24" fmla="*/ 417 w 550"/>
                <a:gd name="T25" fmla="*/ 100 h 536"/>
                <a:gd name="T26" fmla="*/ 398 w 550"/>
                <a:gd name="T27" fmla="*/ 89 h 536"/>
                <a:gd name="T28" fmla="*/ 372 w 550"/>
                <a:gd name="T29" fmla="*/ 84 h 536"/>
                <a:gd name="T30" fmla="*/ 342 w 550"/>
                <a:gd name="T31" fmla="*/ 80 h 536"/>
                <a:gd name="T32" fmla="*/ 307 w 550"/>
                <a:gd name="T33" fmla="*/ 79 h 536"/>
                <a:gd name="T34" fmla="*/ 96 w 550"/>
                <a:gd name="T35" fmla="*/ 79 h 536"/>
                <a:gd name="T36" fmla="*/ 0 w 550"/>
                <a:gd name="T37" fmla="*/ 0 h 536"/>
                <a:gd name="T38" fmla="*/ 323 w 550"/>
                <a:gd name="T39" fmla="*/ 0 h 536"/>
                <a:gd name="T40" fmla="*/ 377 w 550"/>
                <a:gd name="T41" fmla="*/ 2 h 536"/>
                <a:gd name="T42" fmla="*/ 422 w 550"/>
                <a:gd name="T43" fmla="*/ 9 h 536"/>
                <a:gd name="T44" fmla="*/ 459 w 550"/>
                <a:gd name="T45" fmla="*/ 19 h 536"/>
                <a:gd name="T46" fmla="*/ 489 w 550"/>
                <a:gd name="T47" fmla="*/ 37 h 536"/>
                <a:gd name="T48" fmla="*/ 511 w 550"/>
                <a:gd name="T49" fmla="*/ 58 h 536"/>
                <a:gd name="T50" fmla="*/ 527 w 550"/>
                <a:gd name="T51" fmla="*/ 86 h 536"/>
                <a:gd name="T52" fmla="*/ 537 w 550"/>
                <a:gd name="T53" fmla="*/ 119 h 536"/>
                <a:gd name="T54" fmla="*/ 539 w 550"/>
                <a:gd name="T55" fmla="*/ 157 h 536"/>
                <a:gd name="T56" fmla="*/ 537 w 550"/>
                <a:gd name="T57" fmla="*/ 194 h 536"/>
                <a:gd name="T58" fmla="*/ 527 w 550"/>
                <a:gd name="T59" fmla="*/ 225 h 536"/>
                <a:gd name="T60" fmla="*/ 513 w 550"/>
                <a:gd name="T61" fmla="*/ 252 h 536"/>
                <a:gd name="T62" fmla="*/ 494 w 550"/>
                <a:gd name="T63" fmla="*/ 272 h 536"/>
                <a:gd name="T64" fmla="*/ 471 w 550"/>
                <a:gd name="T65" fmla="*/ 290 h 536"/>
                <a:gd name="T66" fmla="*/ 447 w 550"/>
                <a:gd name="T67" fmla="*/ 302 h 536"/>
                <a:gd name="T68" fmla="*/ 419 w 550"/>
                <a:gd name="T69" fmla="*/ 311 h 536"/>
                <a:gd name="T70" fmla="*/ 393 w 550"/>
                <a:gd name="T71" fmla="*/ 314 h 536"/>
                <a:gd name="T72" fmla="*/ 384 w 550"/>
                <a:gd name="T73" fmla="*/ 314 h 536"/>
                <a:gd name="T74" fmla="*/ 550 w 550"/>
                <a:gd name="T75" fmla="*/ 536 h 536"/>
                <a:gd name="T76" fmla="*/ 431 w 550"/>
                <a:gd name="T77" fmla="*/ 536 h 536"/>
                <a:gd name="T78" fmla="*/ 274 w 550"/>
                <a:gd name="T79" fmla="*/ 323 h 536"/>
                <a:gd name="T80" fmla="*/ 272 w 550"/>
                <a:gd name="T81" fmla="*/ 321 h 536"/>
                <a:gd name="T82" fmla="*/ 96 w 550"/>
                <a:gd name="T83" fmla="*/ 321 h 536"/>
                <a:gd name="T84" fmla="*/ 96 w 550"/>
                <a:gd name="T85" fmla="*/ 536 h 536"/>
                <a:gd name="T86" fmla="*/ 0 w 550"/>
                <a:gd name="T87" fmla="*/ 536 h 536"/>
                <a:gd name="T88" fmla="*/ 0 w 550"/>
                <a:gd name="T89"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550" h="536">
                  <a:moveTo>
                    <a:pt x="96" y="79"/>
                  </a:moveTo>
                  <a:lnTo>
                    <a:pt x="96" y="241"/>
                  </a:lnTo>
                  <a:lnTo>
                    <a:pt x="307" y="241"/>
                  </a:lnTo>
                  <a:lnTo>
                    <a:pt x="342" y="241"/>
                  </a:lnTo>
                  <a:lnTo>
                    <a:pt x="372" y="238"/>
                  </a:lnTo>
                  <a:lnTo>
                    <a:pt x="398" y="231"/>
                  </a:lnTo>
                  <a:lnTo>
                    <a:pt x="417" y="222"/>
                  </a:lnTo>
                  <a:lnTo>
                    <a:pt x="431" y="206"/>
                  </a:lnTo>
                  <a:lnTo>
                    <a:pt x="440" y="187"/>
                  </a:lnTo>
                  <a:lnTo>
                    <a:pt x="443" y="161"/>
                  </a:lnTo>
                  <a:lnTo>
                    <a:pt x="440" y="135"/>
                  </a:lnTo>
                  <a:lnTo>
                    <a:pt x="431" y="114"/>
                  </a:lnTo>
                  <a:lnTo>
                    <a:pt x="417" y="100"/>
                  </a:lnTo>
                  <a:lnTo>
                    <a:pt x="398" y="89"/>
                  </a:lnTo>
                  <a:lnTo>
                    <a:pt x="372" y="84"/>
                  </a:lnTo>
                  <a:lnTo>
                    <a:pt x="342" y="80"/>
                  </a:lnTo>
                  <a:lnTo>
                    <a:pt x="307" y="79"/>
                  </a:lnTo>
                  <a:lnTo>
                    <a:pt x="96" y="79"/>
                  </a:lnTo>
                  <a:close/>
                  <a:moveTo>
                    <a:pt x="0" y="0"/>
                  </a:moveTo>
                  <a:lnTo>
                    <a:pt x="323" y="0"/>
                  </a:lnTo>
                  <a:lnTo>
                    <a:pt x="377" y="2"/>
                  </a:lnTo>
                  <a:lnTo>
                    <a:pt x="422" y="9"/>
                  </a:lnTo>
                  <a:lnTo>
                    <a:pt x="459" y="19"/>
                  </a:lnTo>
                  <a:lnTo>
                    <a:pt x="489" y="37"/>
                  </a:lnTo>
                  <a:lnTo>
                    <a:pt x="511" y="58"/>
                  </a:lnTo>
                  <a:lnTo>
                    <a:pt x="527" y="86"/>
                  </a:lnTo>
                  <a:lnTo>
                    <a:pt x="537" y="119"/>
                  </a:lnTo>
                  <a:lnTo>
                    <a:pt x="539" y="157"/>
                  </a:lnTo>
                  <a:lnTo>
                    <a:pt x="537" y="194"/>
                  </a:lnTo>
                  <a:lnTo>
                    <a:pt x="527" y="225"/>
                  </a:lnTo>
                  <a:lnTo>
                    <a:pt x="513" y="252"/>
                  </a:lnTo>
                  <a:lnTo>
                    <a:pt x="494" y="272"/>
                  </a:lnTo>
                  <a:lnTo>
                    <a:pt x="471" y="290"/>
                  </a:lnTo>
                  <a:lnTo>
                    <a:pt x="447" y="302"/>
                  </a:lnTo>
                  <a:lnTo>
                    <a:pt x="419" y="311"/>
                  </a:lnTo>
                  <a:lnTo>
                    <a:pt x="393" y="314"/>
                  </a:lnTo>
                  <a:lnTo>
                    <a:pt x="384" y="314"/>
                  </a:lnTo>
                  <a:lnTo>
                    <a:pt x="550" y="536"/>
                  </a:lnTo>
                  <a:lnTo>
                    <a:pt x="431" y="536"/>
                  </a:lnTo>
                  <a:lnTo>
                    <a:pt x="274" y="323"/>
                  </a:lnTo>
                  <a:lnTo>
                    <a:pt x="272" y="321"/>
                  </a:lnTo>
                  <a:lnTo>
                    <a:pt x="96" y="321"/>
                  </a:lnTo>
                  <a:lnTo>
                    <a:pt x="96" y="536"/>
                  </a:lnTo>
                  <a:lnTo>
                    <a:pt x="0" y="536"/>
                  </a:lnTo>
                  <a:lnTo>
                    <a:pt x="0" y="0"/>
                  </a:lnTo>
                  <a:close/>
                </a:path>
              </a:pathLst>
            </a:custGeom>
            <a:solidFill>
              <a:schemeClr val="tx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5" name="Freeform 13"/>
            <p:cNvSpPr>
              <a:spLocks/>
            </p:cNvSpPr>
            <p:nvPr userDrawn="1"/>
          </p:nvSpPr>
          <p:spPr bwMode="auto">
            <a:xfrm>
              <a:off x="8507374" y="705011"/>
              <a:ext cx="131714" cy="144669"/>
            </a:xfrm>
            <a:custGeom>
              <a:avLst/>
              <a:gdLst>
                <a:gd name="T0" fmla="*/ 0 w 488"/>
                <a:gd name="T1" fmla="*/ 0 h 536"/>
                <a:gd name="T2" fmla="*/ 438 w 488"/>
                <a:gd name="T3" fmla="*/ 0 h 536"/>
                <a:gd name="T4" fmla="*/ 453 w 488"/>
                <a:gd name="T5" fmla="*/ 2 h 536"/>
                <a:gd name="T6" fmla="*/ 467 w 488"/>
                <a:gd name="T7" fmla="*/ 12 h 536"/>
                <a:gd name="T8" fmla="*/ 476 w 488"/>
                <a:gd name="T9" fmla="*/ 25 h 536"/>
                <a:gd name="T10" fmla="*/ 480 w 488"/>
                <a:gd name="T11" fmla="*/ 40 h 536"/>
                <a:gd name="T12" fmla="*/ 476 w 488"/>
                <a:gd name="T13" fmla="*/ 56 h 536"/>
                <a:gd name="T14" fmla="*/ 467 w 488"/>
                <a:gd name="T15" fmla="*/ 70 h 536"/>
                <a:gd name="T16" fmla="*/ 453 w 488"/>
                <a:gd name="T17" fmla="*/ 79 h 536"/>
                <a:gd name="T18" fmla="*/ 438 w 488"/>
                <a:gd name="T19" fmla="*/ 82 h 536"/>
                <a:gd name="T20" fmla="*/ 97 w 488"/>
                <a:gd name="T21" fmla="*/ 82 h 536"/>
                <a:gd name="T22" fmla="*/ 97 w 488"/>
                <a:gd name="T23" fmla="*/ 218 h 536"/>
                <a:gd name="T24" fmla="*/ 333 w 488"/>
                <a:gd name="T25" fmla="*/ 218 h 536"/>
                <a:gd name="T26" fmla="*/ 349 w 488"/>
                <a:gd name="T27" fmla="*/ 222 h 536"/>
                <a:gd name="T28" fmla="*/ 361 w 488"/>
                <a:gd name="T29" fmla="*/ 231 h 536"/>
                <a:gd name="T30" fmla="*/ 370 w 488"/>
                <a:gd name="T31" fmla="*/ 243 h 536"/>
                <a:gd name="T32" fmla="*/ 373 w 488"/>
                <a:gd name="T33" fmla="*/ 259 h 536"/>
                <a:gd name="T34" fmla="*/ 370 w 488"/>
                <a:gd name="T35" fmla="*/ 276 h 536"/>
                <a:gd name="T36" fmla="*/ 361 w 488"/>
                <a:gd name="T37" fmla="*/ 288 h 536"/>
                <a:gd name="T38" fmla="*/ 349 w 488"/>
                <a:gd name="T39" fmla="*/ 297 h 536"/>
                <a:gd name="T40" fmla="*/ 333 w 488"/>
                <a:gd name="T41" fmla="*/ 300 h 536"/>
                <a:gd name="T42" fmla="*/ 97 w 488"/>
                <a:gd name="T43" fmla="*/ 300 h 536"/>
                <a:gd name="T44" fmla="*/ 97 w 488"/>
                <a:gd name="T45" fmla="*/ 454 h 536"/>
                <a:gd name="T46" fmla="*/ 446 w 488"/>
                <a:gd name="T47" fmla="*/ 454 h 536"/>
                <a:gd name="T48" fmla="*/ 464 w 488"/>
                <a:gd name="T49" fmla="*/ 457 h 536"/>
                <a:gd name="T50" fmla="*/ 476 w 488"/>
                <a:gd name="T51" fmla="*/ 466 h 536"/>
                <a:gd name="T52" fmla="*/ 485 w 488"/>
                <a:gd name="T53" fmla="*/ 478 h 536"/>
                <a:gd name="T54" fmla="*/ 488 w 488"/>
                <a:gd name="T55" fmla="*/ 494 h 536"/>
                <a:gd name="T56" fmla="*/ 485 w 488"/>
                <a:gd name="T57" fmla="*/ 512 h 536"/>
                <a:gd name="T58" fmla="*/ 476 w 488"/>
                <a:gd name="T59" fmla="*/ 524 h 536"/>
                <a:gd name="T60" fmla="*/ 464 w 488"/>
                <a:gd name="T61" fmla="*/ 533 h 536"/>
                <a:gd name="T62" fmla="*/ 446 w 488"/>
                <a:gd name="T63" fmla="*/ 536 h 536"/>
                <a:gd name="T64" fmla="*/ 0 w 488"/>
                <a:gd name="T65" fmla="*/ 536 h 536"/>
                <a:gd name="T66" fmla="*/ 0 w 488"/>
                <a:gd name="T67"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488" h="536">
                  <a:moveTo>
                    <a:pt x="0" y="0"/>
                  </a:moveTo>
                  <a:lnTo>
                    <a:pt x="438" y="0"/>
                  </a:lnTo>
                  <a:lnTo>
                    <a:pt x="453" y="2"/>
                  </a:lnTo>
                  <a:lnTo>
                    <a:pt x="467" y="12"/>
                  </a:lnTo>
                  <a:lnTo>
                    <a:pt x="476" y="25"/>
                  </a:lnTo>
                  <a:lnTo>
                    <a:pt x="480" y="40"/>
                  </a:lnTo>
                  <a:lnTo>
                    <a:pt x="476" y="56"/>
                  </a:lnTo>
                  <a:lnTo>
                    <a:pt x="467" y="70"/>
                  </a:lnTo>
                  <a:lnTo>
                    <a:pt x="453" y="79"/>
                  </a:lnTo>
                  <a:lnTo>
                    <a:pt x="438" y="82"/>
                  </a:lnTo>
                  <a:lnTo>
                    <a:pt x="97" y="82"/>
                  </a:lnTo>
                  <a:lnTo>
                    <a:pt x="97" y="218"/>
                  </a:lnTo>
                  <a:lnTo>
                    <a:pt x="333" y="218"/>
                  </a:lnTo>
                  <a:lnTo>
                    <a:pt x="349" y="222"/>
                  </a:lnTo>
                  <a:lnTo>
                    <a:pt x="361" y="231"/>
                  </a:lnTo>
                  <a:lnTo>
                    <a:pt x="370" y="243"/>
                  </a:lnTo>
                  <a:lnTo>
                    <a:pt x="373" y="259"/>
                  </a:lnTo>
                  <a:lnTo>
                    <a:pt x="370" y="276"/>
                  </a:lnTo>
                  <a:lnTo>
                    <a:pt x="361" y="288"/>
                  </a:lnTo>
                  <a:lnTo>
                    <a:pt x="349" y="297"/>
                  </a:lnTo>
                  <a:lnTo>
                    <a:pt x="333" y="300"/>
                  </a:lnTo>
                  <a:lnTo>
                    <a:pt x="97" y="300"/>
                  </a:lnTo>
                  <a:lnTo>
                    <a:pt x="97" y="454"/>
                  </a:lnTo>
                  <a:lnTo>
                    <a:pt x="446" y="454"/>
                  </a:lnTo>
                  <a:lnTo>
                    <a:pt x="464" y="457"/>
                  </a:lnTo>
                  <a:lnTo>
                    <a:pt x="476" y="466"/>
                  </a:lnTo>
                  <a:lnTo>
                    <a:pt x="485" y="478"/>
                  </a:lnTo>
                  <a:lnTo>
                    <a:pt x="488" y="494"/>
                  </a:lnTo>
                  <a:lnTo>
                    <a:pt x="485" y="512"/>
                  </a:lnTo>
                  <a:lnTo>
                    <a:pt x="476" y="524"/>
                  </a:lnTo>
                  <a:lnTo>
                    <a:pt x="464" y="533"/>
                  </a:lnTo>
                  <a:lnTo>
                    <a:pt x="446" y="536"/>
                  </a:lnTo>
                  <a:lnTo>
                    <a:pt x="0" y="536"/>
                  </a:lnTo>
                  <a:lnTo>
                    <a:pt x="0" y="0"/>
                  </a:lnTo>
                  <a:close/>
                </a:path>
              </a:pathLst>
            </a:custGeom>
            <a:solidFill>
              <a:schemeClr val="tx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6" name="Freeform 14"/>
            <p:cNvSpPr>
              <a:spLocks/>
            </p:cNvSpPr>
            <p:nvPr userDrawn="1"/>
          </p:nvSpPr>
          <p:spPr bwMode="auto">
            <a:xfrm>
              <a:off x="7785916" y="618911"/>
              <a:ext cx="25911" cy="24831"/>
            </a:xfrm>
            <a:custGeom>
              <a:avLst/>
              <a:gdLst>
                <a:gd name="T0" fmla="*/ 51 w 96"/>
                <a:gd name="T1" fmla="*/ 0 h 92"/>
                <a:gd name="T2" fmla="*/ 53 w 96"/>
                <a:gd name="T3" fmla="*/ 0 h 92"/>
                <a:gd name="T4" fmla="*/ 70 w 96"/>
                <a:gd name="T5" fmla="*/ 5 h 92"/>
                <a:gd name="T6" fmla="*/ 84 w 96"/>
                <a:gd name="T7" fmla="*/ 15 h 92"/>
                <a:gd name="T8" fmla="*/ 93 w 96"/>
                <a:gd name="T9" fmla="*/ 31 h 92"/>
                <a:gd name="T10" fmla="*/ 96 w 96"/>
                <a:gd name="T11" fmla="*/ 49 h 92"/>
                <a:gd name="T12" fmla="*/ 91 w 96"/>
                <a:gd name="T13" fmla="*/ 66 h 92"/>
                <a:gd name="T14" fmla="*/ 81 w 96"/>
                <a:gd name="T15" fmla="*/ 80 h 92"/>
                <a:gd name="T16" fmla="*/ 65 w 96"/>
                <a:gd name="T17" fmla="*/ 91 h 92"/>
                <a:gd name="T18" fmla="*/ 47 w 96"/>
                <a:gd name="T19" fmla="*/ 92 h 92"/>
                <a:gd name="T20" fmla="*/ 44 w 96"/>
                <a:gd name="T21" fmla="*/ 92 h 92"/>
                <a:gd name="T22" fmla="*/ 26 w 96"/>
                <a:gd name="T23" fmla="*/ 87 h 92"/>
                <a:gd name="T24" fmla="*/ 12 w 96"/>
                <a:gd name="T25" fmla="*/ 77 h 92"/>
                <a:gd name="T26" fmla="*/ 4 w 96"/>
                <a:gd name="T27" fmla="*/ 61 h 92"/>
                <a:gd name="T28" fmla="*/ 0 w 96"/>
                <a:gd name="T29" fmla="*/ 43 h 92"/>
                <a:gd name="T30" fmla="*/ 5 w 96"/>
                <a:gd name="T31" fmla="*/ 26 h 92"/>
                <a:gd name="T32" fmla="*/ 16 w 96"/>
                <a:gd name="T33" fmla="*/ 12 h 92"/>
                <a:gd name="T34" fmla="*/ 32 w 96"/>
                <a:gd name="T35" fmla="*/ 2 h 92"/>
                <a:gd name="T36" fmla="*/ 51 w 96"/>
                <a:gd name="T37" fmla="*/ 0 h 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96" h="92">
                  <a:moveTo>
                    <a:pt x="51" y="0"/>
                  </a:moveTo>
                  <a:lnTo>
                    <a:pt x="53" y="0"/>
                  </a:lnTo>
                  <a:lnTo>
                    <a:pt x="70" y="5"/>
                  </a:lnTo>
                  <a:lnTo>
                    <a:pt x="84" y="15"/>
                  </a:lnTo>
                  <a:lnTo>
                    <a:pt x="93" y="31"/>
                  </a:lnTo>
                  <a:lnTo>
                    <a:pt x="96" y="49"/>
                  </a:lnTo>
                  <a:lnTo>
                    <a:pt x="91" y="66"/>
                  </a:lnTo>
                  <a:lnTo>
                    <a:pt x="81" y="80"/>
                  </a:lnTo>
                  <a:lnTo>
                    <a:pt x="65" y="91"/>
                  </a:lnTo>
                  <a:lnTo>
                    <a:pt x="47" y="92"/>
                  </a:lnTo>
                  <a:lnTo>
                    <a:pt x="44" y="92"/>
                  </a:lnTo>
                  <a:lnTo>
                    <a:pt x="26" y="87"/>
                  </a:lnTo>
                  <a:lnTo>
                    <a:pt x="12" y="77"/>
                  </a:lnTo>
                  <a:lnTo>
                    <a:pt x="4" y="61"/>
                  </a:lnTo>
                  <a:lnTo>
                    <a:pt x="0" y="43"/>
                  </a:lnTo>
                  <a:lnTo>
                    <a:pt x="5" y="26"/>
                  </a:lnTo>
                  <a:lnTo>
                    <a:pt x="16" y="12"/>
                  </a:lnTo>
                  <a:lnTo>
                    <a:pt x="32" y="2"/>
                  </a:lnTo>
                  <a:lnTo>
                    <a:pt x="51"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7" name="Freeform 15"/>
            <p:cNvSpPr>
              <a:spLocks/>
            </p:cNvSpPr>
            <p:nvPr userDrawn="1"/>
          </p:nvSpPr>
          <p:spPr bwMode="auto">
            <a:xfrm>
              <a:off x="7868507" y="539289"/>
              <a:ext cx="37247" cy="44804"/>
            </a:xfrm>
            <a:custGeom>
              <a:avLst/>
              <a:gdLst>
                <a:gd name="T0" fmla="*/ 40 w 138"/>
                <a:gd name="T1" fmla="*/ 0 h 166"/>
                <a:gd name="T2" fmla="*/ 57 w 138"/>
                <a:gd name="T3" fmla="*/ 2 h 166"/>
                <a:gd name="T4" fmla="*/ 73 w 138"/>
                <a:gd name="T5" fmla="*/ 9 h 166"/>
                <a:gd name="T6" fmla="*/ 85 w 138"/>
                <a:gd name="T7" fmla="*/ 22 h 166"/>
                <a:gd name="T8" fmla="*/ 132 w 138"/>
                <a:gd name="T9" fmla="*/ 96 h 166"/>
                <a:gd name="T10" fmla="*/ 138 w 138"/>
                <a:gd name="T11" fmla="*/ 113 h 166"/>
                <a:gd name="T12" fmla="*/ 138 w 138"/>
                <a:gd name="T13" fmla="*/ 131 h 166"/>
                <a:gd name="T14" fmla="*/ 129 w 138"/>
                <a:gd name="T15" fmla="*/ 146 h 166"/>
                <a:gd name="T16" fmla="*/ 115 w 138"/>
                <a:gd name="T17" fmla="*/ 159 h 166"/>
                <a:gd name="T18" fmla="*/ 99 w 138"/>
                <a:gd name="T19" fmla="*/ 166 h 166"/>
                <a:gd name="T20" fmla="*/ 80 w 138"/>
                <a:gd name="T21" fmla="*/ 164 h 166"/>
                <a:gd name="T22" fmla="*/ 64 w 138"/>
                <a:gd name="T23" fmla="*/ 157 h 166"/>
                <a:gd name="T24" fmla="*/ 52 w 138"/>
                <a:gd name="T25" fmla="*/ 143 h 166"/>
                <a:gd name="T26" fmla="*/ 5 w 138"/>
                <a:gd name="T27" fmla="*/ 70 h 166"/>
                <a:gd name="T28" fmla="*/ 0 w 138"/>
                <a:gd name="T29" fmla="*/ 52 h 166"/>
                <a:gd name="T30" fmla="*/ 0 w 138"/>
                <a:gd name="T31" fmla="*/ 35 h 166"/>
                <a:gd name="T32" fmla="*/ 8 w 138"/>
                <a:gd name="T33" fmla="*/ 17 h 166"/>
                <a:gd name="T34" fmla="*/ 22 w 138"/>
                <a:gd name="T35" fmla="*/ 7 h 166"/>
                <a:gd name="T36" fmla="*/ 40 w 138"/>
                <a:gd name="T37" fmla="*/ 0 h 1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38" h="166">
                  <a:moveTo>
                    <a:pt x="40" y="0"/>
                  </a:moveTo>
                  <a:lnTo>
                    <a:pt x="57" y="2"/>
                  </a:lnTo>
                  <a:lnTo>
                    <a:pt x="73" y="9"/>
                  </a:lnTo>
                  <a:lnTo>
                    <a:pt x="85" y="22"/>
                  </a:lnTo>
                  <a:lnTo>
                    <a:pt x="132" y="96"/>
                  </a:lnTo>
                  <a:lnTo>
                    <a:pt x="138" y="113"/>
                  </a:lnTo>
                  <a:lnTo>
                    <a:pt x="138" y="131"/>
                  </a:lnTo>
                  <a:lnTo>
                    <a:pt x="129" y="146"/>
                  </a:lnTo>
                  <a:lnTo>
                    <a:pt x="115" y="159"/>
                  </a:lnTo>
                  <a:lnTo>
                    <a:pt x="99" y="166"/>
                  </a:lnTo>
                  <a:lnTo>
                    <a:pt x="80" y="164"/>
                  </a:lnTo>
                  <a:lnTo>
                    <a:pt x="64" y="157"/>
                  </a:lnTo>
                  <a:lnTo>
                    <a:pt x="52" y="143"/>
                  </a:lnTo>
                  <a:lnTo>
                    <a:pt x="5" y="70"/>
                  </a:lnTo>
                  <a:lnTo>
                    <a:pt x="0" y="52"/>
                  </a:lnTo>
                  <a:lnTo>
                    <a:pt x="0" y="35"/>
                  </a:lnTo>
                  <a:lnTo>
                    <a:pt x="8" y="17"/>
                  </a:lnTo>
                  <a:lnTo>
                    <a:pt x="22" y="7"/>
                  </a:lnTo>
                  <a:lnTo>
                    <a:pt x="40"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8" name="Freeform 16"/>
            <p:cNvSpPr>
              <a:spLocks/>
            </p:cNvSpPr>
            <p:nvPr userDrawn="1"/>
          </p:nvSpPr>
          <p:spPr bwMode="auto">
            <a:xfrm>
              <a:off x="7965403" y="477481"/>
              <a:ext cx="37787" cy="69366"/>
            </a:xfrm>
            <a:custGeom>
              <a:avLst/>
              <a:gdLst>
                <a:gd name="T0" fmla="*/ 53 w 140"/>
                <a:gd name="T1" fmla="*/ 0 h 257"/>
                <a:gd name="T2" fmla="*/ 68 w 140"/>
                <a:gd name="T3" fmla="*/ 7 h 257"/>
                <a:gd name="T4" fmla="*/ 82 w 140"/>
                <a:gd name="T5" fmla="*/ 19 h 257"/>
                <a:gd name="T6" fmla="*/ 89 w 140"/>
                <a:gd name="T7" fmla="*/ 35 h 257"/>
                <a:gd name="T8" fmla="*/ 140 w 140"/>
                <a:gd name="T9" fmla="*/ 199 h 257"/>
                <a:gd name="T10" fmla="*/ 140 w 140"/>
                <a:gd name="T11" fmla="*/ 218 h 257"/>
                <a:gd name="T12" fmla="*/ 135 w 140"/>
                <a:gd name="T13" fmla="*/ 234 h 257"/>
                <a:gd name="T14" fmla="*/ 122 w 140"/>
                <a:gd name="T15" fmla="*/ 248 h 257"/>
                <a:gd name="T16" fmla="*/ 105 w 140"/>
                <a:gd name="T17" fmla="*/ 255 h 257"/>
                <a:gd name="T18" fmla="*/ 88 w 140"/>
                <a:gd name="T19" fmla="*/ 257 h 257"/>
                <a:gd name="T20" fmla="*/ 70 w 140"/>
                <a:gd name="T21" fmla="*/ 250 h 257"/>
                <a:gd name="T22" fmla="*/ 58 w 140"/>
                <a:gd name="T23" fmla="*/ 239 h 257"/>
                <a:gd name="T24" fmla="*/ 49 w 140"/>
                <a:gd name="T25" fmla="*/ 222 h 257"/>
                <a:gd name="T26" fmla="*/ 0 w 140"/>
                <a:gd name="T27" fmla="*/ 58 h 257"/>
                <a:gd name="T28" fmla="*/ 0 w 140"/>
                <a:gd name="T29" fmla="*/ 40 h 257"/>
                <a:gd name="T30" fmla="*/ 5 w 140"/>
                <a:gd name="T31" fmla="*/ 23 h 257"/>
                <a:gd name="T32" fmla="*/ 18 w 140"/>
                <a:gd name="T33" fmla="*/ 11 h 257"/>
                <a:gd name="T34" fmla="*/ 33 w 140"/>
                <a:gd name="T35" fmla="*/ 2 h 257"/>
                <a:gd name="T36" fmla="*/ 53 w 140"/>
                <a:gd name="T37" fmla="*/ 0 h 2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40" h="257">
                  <a:moveTo>
                    <a:pt x="53" y="0"/>
                  </a:moveTo>
                  <a:lnTo>
                    <a:pt x="68" y="7"/>
                  </a:lnTo>
                  <a:lnTo>
                    <a:pt x="82" y="19"/>
                  </a:lnTo>
                  <a:lnTo>
                    <a:pt x="89" y="35"/>
                  </a:lnTo>
                  <a:lnTo>
                    <a:pt x="140" y="199"/>
                  </a:lnTo>
                  <a:lnTo>
                    <a:pt x="140" y="218"/>
                  </a:lnTo>
                  <a:lnTo>
                    <a:pt x="135" y="234"/>
                  </a:lnTo>
                  <a:lnTo>
                    <a:pt x="122" y="248"/>
                  </a:lnTo>
                  <a:lnTo>
                    <a:pt x="105" y="255"/>
                  </a:lnTo>
                  <a:lnTo>
                    <a:pt x="88" y="257"/>
                  </a:lnTo>
                  <a:lnTo>
                    <a:pt x="70" y="250"/>
                  </a:lnTo>
                  <a:lnTo>
                    <a:pt x="58" y="239"/>
                  </a:lnTo>
                  <a:lnTo>
                    <a:pt x="49" y="222"/>
                  </a:lnTo>
                  <a:lnTo>
                    <a:pt x="0" y="58"/>
                  </a:lnTo>
                  <a:lnTo>
                    <a:pt x="0" y="40"/>
                  </a:lnTo>
                  <a:lnTo>
                    <a:pt x="5" y="23"/>
                  </a:lnTo>
                  <a:lnTo>
                    <a:pt x="18" y="11"/>
                  </a:lnTo>
                  <a:lnTo>
                    <a:pt x="33" y="2"/>
                  </a:lnTo>
                  <a:lnTo>
                    <a:pt x="53"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9" name="Freeform 17"/>
            <p:cNvSpPr>
              <a:spLocks/>
            </p:cNvSpPr>
            <p:nvPr userDrawn="1"/>
          </p:nvSpPr>
          <p:spPr bwMode="auto">
            <a:xfrm>
              <a:off x="8070936" y="427548"/>
              <a:ext cx="32119" cy="95546"/>
            </a:xfrm>
            <a:custGeom>
              <a:avLst/>
              <a:gdLst>
                <a:gd name="T0" fmla="*/ 44 w 119"/>
                <a:gd name="T1" fmla="*/ 0 h 354"/>
                <a:gd name="T2" fmla="*/ 63 w 119"/>
                <a:gd name="T3" fmla="*/ 4 h 354"/>
                <a:gd name="T4" fmla="*/ 77 w 119"/>
                <a:gd name="T5" fmla="*/ 12 h 354"/>
                <a:gd name="T6" fmla="*/ 87 w 119"/>
                <a:gd name="T7" fmla="*/ 26 h 354"/>
                <a:gd name="T8" fmla="*/ 93 w 119"/>
                <a:gd name="T9" fmla="*/ 44 h 354"/>
                <a:gd name="T10" fmla="*/ 119 w 119"/>
                <a:gd name="T11" fmla="*/ 306 h 354"/>
                <a:gd name="T12" fmla="*/ 115 w 119"/>
                <a:gd name="T13" fmla="*/ 323 h 354"/>
                <a:gd name="T14" fmla="*/ 107 w 119"/>
                <a:gd name="T15" fmla="*/ 339 h 354"/>
                <a:gd name="T16" fmla="*/ 93 w 119"/>
                <a:gd name="T17" fmla="*/ 349 h 354"/>
                <a:gd name="T18" fmla="*/ 75 w 119"/>
                <a:gd name="T19" fmla="*/ 354 h 354"/>
                <a:gd name="T20" fmla="*/ 58 w 119"/>
                <a:gd name="T21" fmla="*/ 351 h 354"/>
                <a:gd name="T22" fmla="*/ 42 w 119"/>
                <a:gd name="T23" fmla="*/ 342 h 354"/>
                <a:gd name="T24" fmla="*/ 32 w 119"/>
                <a:gd name="T25" fmla="*/ 328 h 354"/>
                <a:gd name="T26" fmla="*/ 26 w 119"/>
                <a:gd name="T27" fmla="*/ 311 h 354"/>
                <a:gd name="T28" fmla="*/ 0 w 119"/>
                <a:gd name="T29" fmla="*/ 49 h 354"/>
                <a:gd name="T30" fmla="*/ 4 w 119"/>
                <a:gd name="T31" fmla="*/ 32 h 354"/>
                <a:gd name="T32" fmla="*/ 12 w 119"/>
                <a:gd name="T33" fmla="*/ 16 h 354"/>
                <a:gd name="T34" fmla="*/ 26 w 119"/>
                <a:gd name="T35" fmla="*/ 5 h 354"/>
                <a:gd name="T36" fmla="*/ 44 w 119"/>
                <a:gd name="T37" fmla="*/ 0 h 3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19" h="354">
                  <a:moveTo>
                    <a:pt x="44" y="0"/>
                  </a:moveTo>
                  <a:lnTo>
                    <a:pt x="63" y="4"/>
                  </a:lnTo>
                  <a:lnTo>
                    <a:pt x="77" y="12"/>
                  </a:lnTo>
                  <a:lnTo>
                    <a:pt x="87" y="26"/>
                  </a:lnTo>
                  <a:lnTo>
                    <a:pt x="93" y="44"/>
                  </a:lnTo>
                  <a:lnTo>
                    <a:pt x="119" y="306"/>
                  </a:lnTo>
                  <a:lnTo>
                    <a:pt x="115" y="323"/>
                  </a:lnTo>
                  <a:lnTo>
                    <a:pt x="107" y="339"/>
                  </a:lnTo>
                  <a:lnTo>
                    <a:pt x="93" y="349"/>
                  </a:lnTo>
                  <a:lnTo>
                    <a:pt x="75" y="354"/>
                  </a:lnTo>
                  <a:lnTo>
                    <a:pt x="58" y="351"/>
                  </a:lnTo>
                  <a:lnTo>
                    <a:pt x="42" y="342"/>
                  </a:lnTo>
                  <a:lnTo>
                    <a:pt x="32" y="328"/>
                  </a:lnTo>
                  <a:lnTo>
                    <a:pt x="26" y="311"/>
                  </a:lnTo>
                  <a:lnTo>
                    <a:pt x="0" y="49"/>
                  </a:lnTo>
                  <a:lnTo>
                    <a:pt x="4" y="32"/>
                  </a:lnTo>
                  <a:lnTo>
                    <a:pt x="12" y="16"/>
                  </a:lnTo>
                  <a:lnTo>
                    <a:pt x="26" y="5"/>
                  </a:lnTo>
                  <a:lnTo>
                    <a:pt x="44"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0" name="Freeform 18"/>
            <p:cNvSpPr>
              <a:spLocks/>
            </p:cNvSpPr>
            <p:nvPr userDrawn="1"/>
          </p:nvSpPr>
          <p:spPr bwMode="auto">
            <a:xfrm>
              <a:off x="8178358" y="392731"/>
              <a:ext cx="29690" cy="119568"/>
            </a:xfrm>
            <a:custGeom>
              <a:avLst/>
              <a:gdLst>
                <a:gd name="T0" fmla="*/ 68 w 110"/>
                <a:gd name="T1" fmla="*/ 0 h 443"/>
                <a:gd name="T2" fmla="*/ 86 w 110"/>
                <a:gd name="T3" fmla="*/ 5 h 443"/>
                <a:gd name="T4" fmla="*/ 100 w 110"/>
                <a:gd name="T5" fmla="*/ 16 h 443"/>
                <a:gd name="T6" fmla="*/ 107 w 110"/>
                <a:gd name="T7" fmla="*/ 31 h 443"/>
                <a:gd name="T8" fmla="*/ 110 w 110"/>
                <a:gd name="T9" fmla="*/ 51 h 443"/>
                <a:gd name="T10" fmla="*/ 93 w 110"/>
                <a:gd name="T11" fmla="*/ 401 h 443"/>
                <a:gd name="T12" fmla="*/ 87 w 110"/>
                <a:gd name="T13" fmla="*/ 419 h 443"/>
                <a:gd name="T14" fmla="*/ 75 w 110"/>
                <a:gd name="T15" fmla="*/ 433 h 443"/>
                <a:gd name="T16" fmla="*/ 61 w 110"/>
                <a:gd name="T17" fmla="*/ 442 h 443"/>
                <a:gd name="T18" fmla="*/ 42 w 110"/>
                <a:gd name="T19" fmla="*/ 443 h 443"/>
                <a:gd name="T20" fmla="*/ 25 w 110"/>
                <a:gd name="T21" fmla="*/ 438 h 443"/>
                <a:gd name="T22" fmla="*/ 11 w 110"/>
                <a:gd name="T23" fmla="*/ 426 h 443"/>
                <a:gd name="T24" fmla="*/ 2 w 110"/>
                <a:gd name="T25" fmla="*/ 412 h 443"/>
                <a:gd name="T26" fmla="*/ 0 w 110"/>
                <a:gd name="T27" fmla="*/ 393 h 443"/>
                <a:gd name="T28" fmla="*/ 18 w 110"/>
                <a:gd name="T29" fmla="*/ 42 h 443"/>
                <a:gd name="T30" fmla="*/ 23 w 110"/>
                <a:gd name="T31" fmla="*/ 24 h 443"/>
                <a:gd name="T32" fmla="*/ 33 w 110"/>
                <a:gd name="T33" fmla="*/ 10 h 443"/>
                <a:gd name="T34" fmla="*/ 49 w 110"/>
                <a:gd name="T35" fmla="*/ 2 h 443"/>
                <a:gd name="T36" fmla="*/ 68 w 110"/>
                <a:gd name="T37" fmla="*/ 0 h 4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10" h="443">
                  <a:moveTo>
                    <a:pt x="68" y="0"/>
                  </a:moveTo>
                  <a:lnTo>
                    <a:pt x="86" y="5"/>
                  </a:lnTo>
                  <a:lnTo>
                    <a:pt x="100" y="16"/>
                  </a:lnTo>
                  <a:lnTo>
                    <a:pt x="107" y="31"/>
                  </a:lnTo>
                  <a:lnTo>
                    <a:pt x="110" y="51"/>
                  </a:lnTo>
                  <a:lnTo>
                    <a:pt x="93" y="401"/>
                  </a:lnTo>
                  <a:lnTo>
                    <a:pt x="87" y="419"/>
                  </a:lnTo>
                  <a:lnTo>
                    <a:pt x="75" y="433"/>
                  </a:lnTo>
                  <a:lnTo>
                    <a:pt x="61" y="442"/>
                  </a:lnTo>
                  <a:lnTo>
                    <a:pt x="42" y="443"/>
                  </a:lnTo>
                  <a:lnTo>
                    <a:pt x="25" y="438"/>
                  </a:lnTo>
                  <a:lnTo>
                    <a:pt x="11" y="426"/>
                  </a:lnTo>
                  <a:lnTo>
                    <a:pt x="2" y="412"/>
                  </a:lnTo>
                  <a:lnTo>
                    <a:pt x="0" y="393"/>
                  </a:lnTo>
                  <a:lnTo>
                    <a:pt x="18" y="42"/>
                  </a:lnTo>
                  <a:lnTo>
                    <a:pt x="23" y="24"/>
                  </a:lnTo>
                  <a:lnTo>
                    <a:pt x="33" y="10"/>
                  </a:lnTo>
                  <a:lnTo>
                    <a:pt x="49" y="2"/>
                  </a:lnTo>
                  <a:lnTo>
                    <a:pt x="68"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1" name="Freeform 19"/>
            <p:cNvSpPr>
              <a:spLocks/>
            </p:cNvSpPr>
            <p:nvPr userDrawn="1"/>
          </p:nvSpPr>
          <p:spPr bwMode="auto">
            <a:xfrm>
              <a:off x="8280113" y="371948"/>
              <a:ext cx="46154" cy="141430"/>
            </a:xfrm>
            <a:custGeom>
              <a:avLst/>
              <a:gdLst>
                <a:gd name="T0" fmla="*/ 119 w 171"/>
                <a:gd name="T1" fmla="*/ 0 h 524"/>
                <a:gd name="T2" fmla="*/ 136 w 171"/>
                <a:gd name="T3" fmla="*/ 0 h 524"/>
                <a:gd name="T4" fmla="*/ 154 w 171"/>
                <a:gd name="T5" fmla="*/ 9 h 524"/>
                <a:gd name="T6" fmla="*/ 166 w 171"/>
                <a:gd name="T7" fmla="*/ 21 h 524"/>
                <a:gd name="T8" fmla="*/ 171 w 171"/>
                <a:gd name="T9" fmla="*/ 37 h 524"/>
                <a:gd name="T10" fmla="*/ 171 w 171"/>
                <a:gd name="T11" fmla="*/ 56 h 524"/>
                <a:gd name="T12" fmla="*/ 91 w 171"/>
                <a:gd name="T13" fmla="*/ 489 h 524"/>
                <a:gd name="T14" fmla="*/ 84 w 171"/>
                <a:gd name="T15" fmla="*/ 506 h 524"/>
                <a:gd name="T16" fmla="*/ 70 w 171"/>
                <a:gd name="T17" fmla="*/ 517 h 524"/>
                <a:gd name="T18" fmla="*/ 54 w 171"/>
                <a:gd name="T19" fmla="*/ 524 h 524"/>
                <a:gd name="T20" fmla="*/ 37 w 171"/>
                <a:gd name="T21" fmla="*/ 524 h 524"/>
                <a:gd name="T22" fmla="*/ 19 w 171"/>
                <a:gd name="T23" fmla="*/ 517 h 524"/>
                <a:gd name="T24" fmla="*/ 7 w 171"/>
                <a:gd name="T25" fmla="*/ 503 h 524"/>
                <a:gd name="T26" fmla="*/ 0 w 171"/>
                <a:gd name="T27" fmla="*/ 487 h 524"/>
                <a:gd name="T28" fmla="*/ 2 w 171"/>
                <a:gd name="T29" fmla="*/ 468 h 524"/>
                <a:gd name="T30" fmla="*/ 82 w 171"/>
                <a:gd name="T31" fmla="*/ 35 h 524"/>
                <a:gd name="T32" fmla="*/ 89 w 171"/>
                <a:gd name="T33" fmla="*/ 19 h 524"/>
                <a:gd name="T34" fmla="*/ 101 w 171"/>
                <a:gd name="T35" fmla="*/ 7 h 524"/>
                <a:gd name="T36" fmla="*/ 119 w 171"/>
                <a:gd name="T37" fmla="*/ 0 h 5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71" h="524">
                  <a:moveTo>
                    <a:pt x="119" y="0"/>
                  </a:moveTo>
                  <a:lnTo>
                    <a:pt x="136" y="0"/>
                  </a:lnTo>
                  <a:lnTo>
                    <a:pt x="154" y="9"/>
                  </a:lnTo>
                  <a:lnTo>
                    <a:pt x="166" y="21"/>
                  </a:lnTo>
                  <a:lnTo>
                    <a:pt x="171" y="37"/>
                  </a:lnTo>
                  <a:lnTo>
                    <a:pt x="171" y="56"/>
                  </a:lnTo>
                  <a:lnTo>
                    <a:pt x="91" y="489"/>
                  </a:lnTo>
                  <a:lnTo>
                    <a:pt x="84" y="506"/>
                  </a:lnTo>
                  <a:lnTo>
                    <a:pt x="70" y="517"/>
                  </a:lnTo>
                  <a:lnTo>
                    <a:pt x="54" y="524"/>
                  </a:lnTo>
                  <a:lnTo>
                    <a:pt x="37" y="524"/>
                  </a:lnTo>
                  <a:lnTo>
                    <a:pt x="19" y="517"/>
                  </a:lnTo>
                  <a:lnTo>
                    <a:pt x="7" y="503"/>
                  </a:lnTo>
                  <a:lnTo>
                    <a:pt x="0" y="487"/>
                  </a:lnTo>
                  <a:lnTo>
                    <a:pt x="2" y="468"/>
                  </a:lnTo>
                  <a:lnTo>
                    <a:pt x="82" y="35"/>
                  </a:lnTo>
                  <a:lnTo>
                    <a:pt x="89" y="19"/>
                  </a:lnTo>
                  <a:lnTo>
                    <a:pt x="101" y="7"/>
                  </a:lnTo>
                  <a:lnTo>
                    <a:pt x="119"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2" name="Freeform 20"/>
            <p:cNvSpPr>
              <a:spLocks/>
            </p:cNvSpPr>
            <p:nvPr userDrawn="1"/>
          </p:nvSpPr>
          <p:spPr bwMode="auto">
            <a:xfrm>
              <a:off x="8379438" y="365740"/>
              <a:ext cx="68826" cy="161673"/>
            </a:xfrm>
            <a:custGeom>
              <a:avLst/>
              <a:gdLst>
                <a:gd name="T0" fmla="*/ 206 w 255"/>
                <a:gd name="T1" fmla="*/ 0 h 599"/>
                <a:gd name="T2" fmla="*/ 226 w 255"/>
                <a:gd name="T3" fmla="*/ 4 h 599"/>
                <a:gd name="T4" fmla="*/ 241 w 255"/>
                <a:gd name="T5" fmla="*/ 13 h 599"/>
                <a:gd name="T6" fmla="*/ 252 w 255"/>
                <a:gd name="T7" fmla="*/ 27 h 599"/>
                <a:gd name="T8" fmla="*/ 255 w 255"/>
                <a:gd name="T9" fmla="*/ 44 h 599"/>
                <a:gd name="T10" fmla="*/ 254 w 255"/>
                <a:gd name="T11" fmla="*/ 62 h 599"/>
                <a:gd name="T12" fmla="*/ 90 w 255"/>
                <a:gd name="T13" fmla="*/ 569 h 599"/>
                <a:gd name="T14" fmla="*/ 81 w 255"/>
                <a:gd name="T15" fmla="*/ 585 h 599"/>
                <a:gd name="T16" fmla="*/ 65 w 255"/>
                <a:gd name="T17" fmla="*/ 596 h 599"/>
                <a:gd name="T18" fmla="*/ 49 w 255"/>
                <a:gd name="T19" fmla="*/ 599 h 599"/>
                <a:gd name="T20" fmla="*/ 30 w 255"/>
                <a:gd name="T21" fmla="*/ 597 h 599"/>
                <a:gd name="T22" fmla="*/ 14 w 255"/>
                <a:gd name="T23" fmla="*/ 587 h 599"/>
                <a:gd name="T24" fmla="*/ 4 w 255"/>
                <a:gd name="T25" fmla="*/ 573 h 599"/>
                <a:gd name="T26" fmla="*/ 0 w 255"/>
                <a:gd name="T27" fmla="*/ 556 h 599"/>
                <a:gd name="T28" fmla="*/ 2 w 255"/>
                <a:gd name="T29" fmla="*/ 538 h 599"/>
                <a:gd name="T30" fmla="*/ 166 w 255"/>
                <a:gd name="T31" fmla="*/ 30 h 599"/>
                <a:gd name="T32" fmla="*/ 175 w 255"/>
                <a:gd name="T33" fmla="*/ 16 h 599"/>
                <a:gd name="T34" fmla="*/ 191 w 255"/>
                <a:gd name="T35" fmla="*/ 6 h 599"/>
                <a:gd name="T36" fmla="*/ 206 w 255"/>
                <a:gd name="T37" fmla="*/ 0 h 5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5" h="599">
                  <a:moveTo>
                    <a:pt x="206" y="0"/>
                  </a:moveTo>
                  <a:lnTo>
                    <a:pt x="226" y="4"/>
                  </a:lnTo>
                  <a:lnTo>
                    <a:pt x="241" y="13"/>
                  </a:lnTo>
                  <a:lnTo>
                    <a:pt x="252" y="27"/>
                  </a:lnTo>
                  <a:lnTo>
                    <a:pt x="255" y="44"/>
                  </a:lnTo>
                  <a:lnTo>
                    <a:pt x="254" y="62"/>
                  </a:lnTo>
                  <a:lnTo>
                    <a:pt x="90" y="569"/>
                  </a:lnTo>
                  <a:lnTo>
                    <a:pt x="81" y="585"/>
                  </a:lnTo>
                  <a:lnTo>
                    <a:pt x="65" y="596"/>
                  </a:lnTo>
                  <a:lnTo>
                    <a:pt x="49" y="599"/>
                  </a:lnTo>
                  <a:lnTo>
                    <a:pt x="30" y="597"/>
                  </a:lnTo>
                  <a:lnTo>
                    <a:pt x="14" y="587"/>
                  </a:lnTo>
                  <a:lnTo>
                    <a:pt x="4" y="573"/>
                  </a:lnTo>
                  <a:lnTo>
                    <a:pt x="0" y="556"/>
                  </a:lnTo>
                  <a:lnTo>
                    <a:pt x="2" y="538"/>
                  </a:lnTo>
                  <a:lnTo>
                    <a:pt x="166" y="30"/>
                  </a:lnTo>
                  <a:lnTo>
                    <a:pt x="175" y="16"/>
                  </a:lnTo>
                  <a:lnTo>
                    <a:pt x="191" y="6"/>
                  </a:lnTo>
                  <a:lnTo>
                    <a:pt x="206"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3" name="Freeform 21"/>
            <p:cNvSpPr>
              <a:spLocks/>
            </p:cNvSpPr>
            <p:nvPr userDrawn="1"/>
          </p:nvSpPr>
          <p:spPr bwMode="auto">
            <a:xfrm>
              <a:off x="8477144" y="377076"/>
              <a:ext cx="95007" cy="176788"/>
            </a:xfrm>
            <a:custGeom>
              <a:avLst/>
              <a:gdLst>
                <a:gd name="T0" fmla="*/ 309 w 352"/>
                <a:gd name="T1" fmla="*/ 0 h 655"/>
                <a:gd name="T2" fmla="*/ 326 w 352"/>
                <a:gd name="T3" fmla="*/ 6 h 655"/>
                <a:gd name="T4" fmla="*/ 342 w 352"/>
                <a:gd name="T5" fmla="*/ 18 h 655"/>
                <a:gd name="T6" fmla="*/ 349 w 352"/>
                <a:gd name="T7" fmla="*/ 32 h 655"/>
                <a:gd name="T8" fmla="*/ 352 w 352"/>
                <a:gd name="T9" fmla="*/ 49 h 655"/>
                <a:gd name="T10" fmla="*/ 347 w 352"/>
                <a:gd name="T11" fmla="*/ 68 h 655"/>
                <a:gd name="T12" fmla="*/ 87 w 352"/>
                <a:gd name="T13" fmla="*/ 630 h 655"/>
                <a:gd name="T14" fmla="*/ 77 w 352"/>
                <a:gd name="T15" fmla="*/ 644 h 655"/>
                <a:gd name="T16" fmla="*/ 61 w 352"/>
                <a:gd name="T17" fmla="*/ 653 h 655"/>
                <a:gd name="T18" fmla="*/ 43 w 352"/>
                <a:gd name="T19" fmla="*/ 655 h 655"/>
                <a:gd name="T20" fmla="*/ 26 w 352"/>
                <a:gd name="T21" fmla="*/ 650 h 655"/>
                <a:gd name="T22" fmla="*/ 10 w 352"/>
                <a:gd name="T23" fmla="*/ 639 h 655"/>
                <a:gd name="T24" fmla="*/ 3 w 352"/>
                <a:gd name="T25" fmla="*/ 623 h 655"/>
                <a:gd name="T26" fmla="*/ 0 w 352"/>
                <a:gd name="T27" fmla="*/ 606 h 655"/>
                <a:gd name="T28" fmla="*/ 5 w 352"/>
                <a:gd name="T29" fmla="*/ 589 h 655"/>
                <a:gd name="T30" fmla="*/ 265 w 352"/>
                <a:gd name="T31" fmla="*/ 27 h 655"/>
                <a:gd name="T32" fmla="*/ 276 w 352"/>
                <a:gd name="T33" fmla="*/ 11 h 655"/>
                <a:gd name="T34" fmla="*/ 291 w 352"/>
                <a:gd name="T35" fmla="*/ 4 h 655"/>
                <a:gd name="T36" fmla="*/ 309 w 352"/>
                <a:gd name="T37" fmla="*/ 0 h 6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352" h="655">
                  <a:moveTo>
                    <a:pt x="309" y="0"/>
                  </a:moveTo>
                  <a:lnTo>
                    <a:pt x="326" y="6"/>
                  </a:lnTo>
                  <a:lnTo>
                    <a:pt x="342" y="18"/>
                  </a:lnTo>
                  <a:lnTo>
                    <a:pt x="349" y="32"/>
                  </a:lnTo>
                  <a:lnTo>
                    <a:pt x="352" y="49"/>
                  </a:lnTo>
                  <a:lnTo>
                    <a:pt x="347" y="68"/>
                  </a:lnTo>
                  <a:lnTo>
                    <a:pt x="87" y="630"/>
                  </a:lnTo>
                  <a:lnTo>
                    <a:pt x="77" y="644"/>
                  </a:lnTo>
                  <a:lnTo>
                    <a:pt x="61" y="653"/>
                  </a:lnTo>
                  <a:lnTo>
                    <a:pt x="43" y="655"/>
                  </a:lnTo>
                  <a:lnTo>
                    <a:pt x="26" y="650"/>
                  </a:lnTo>
                  <a:lnTo>
                    <a:pt x="10" y="639"/>
                  </a:lnTo>
                  <a:lnTo>
                    <a:pt x="3" y="623"/>
                  </a:lnTo>
                  <a:lnTo>
                    <a:pt x="0" y="606"/>
                  </a:lnTo>
                  <a:lnTo>
                    <a:pt x="5" y="589"/>
                  </a:lnTo>
                  <a:lnTo>
                    <a:pt x="265" y="27"/>
                  </a:lnTo>
                  <a:lnTo>
                    <a:pt x="276" y="11"/>
                  </a:lnTo>
                  <a:lnTo>
                    <a:pt x="291" y="4"/>
                  </a:lnTo>
                  <a:lnTo>
                    <a:pt x="309"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4" name="Freeform 22"/>
            <p:cNvSpPr>
              <a:spLocks/>
            </p:cNvSpPr>
            <p:nvPr userDrawn="1"/>
          </p:nvSpPr>
          <p:spPr bwMode="auto">
            <a:xfrm>
              <a:off x="8573230" y="405416"/>
              <a:ext cx="122537" cy="187584"/>
            </a:xfrm>
            <a:custGeom>
              <a:avLst/>
              <a:gdLst>
                <a:gd name="T0" fmla="*/ 417 w 454"/>
                <a:gd name="T1" fmla="*/ 0 h 695"/>
                <a:gd name="T2" fmla="*/ 433 w 454"/>
                <a:gd name="T3" fmla="*/ 7 h 695"/>
                <a:gd name="T4" fmla="*/ 447 w 454"/>
                <a:gd name="T5" fmla="*/ 21 h 695"/>
                <a:gd name="T6" fmla="*/ 454 w 454"/>
                <a:gd name="T7" fmla="*/ 37 h 695"/>
                <a:gd name="T8" fmla="*/ 454 w 454"/>
                <a:gd name="T9" fmla="*/ 54 h 695"/>
                <a:gd name="T10" fmla="*/ 447 w 454"/>
                <a:gd name="T11" fmla="*/ 72 h 695"/>
                <a:gd name="T12" fmla="*/ 84 w 454"/>
                <a:gd name="T13" fmla="*/ 676 h 695"/>
                <a:gd name="T14" fmla="*/ 70 w 454"/>
                <a:gd name="T15" fmla="*/ 688 h 695"/>
                <a:gd name="T16" fmla="*/ 54 w 454"/>
                <a:gd name="T17" fmla="*/ 695 h 695"/>
                <a:gd name="T18" fmla="*/ 37 w 454"/>
                <a:gd name="T19" fmla="*/ 695 h 695"/>
                <a:gd name="T20" fmla="*/ 19 w 454"/>
                <a:gd name="T21" fmla="*/ 688 h 695"/>
                <a:gd name="T22" fmla="*/ 7 w 454"/>
                <a:gd name="T23" fmla="*/ 676 h 695"/>
                <a:gd name="T24" fmla="*/ 0 w 454"/>
                <a:gd name="T25" fmla="*/ 660 h 695"/>
                <a:gd name="T26" fmla="*/ 0 w 454"/>
                <a:gd name="T27" fmla="*/ 642 h 695"/>
                <a:gd name="T28" fmla="*/ 7 w 454"/>
                <a:gd name="T29" fmla="*/ 625 h 695"/>
                <a:gd name="T30" fmla="*/ 370 w 454"/>
                <a:gd name="T31" fmla="*/ 21 h 695"/>
                <a:gd name="T32" fmla="*/ 382 w 454"/>
                <a:gd name="T33" fmla="*/ 7 h 695"/>
                <a:gd name="T34" fmla="*/ 400 w 454"/>
                <a:gd name="T35" fmla="*/ 0 h 695"/>
                <a:gd name="T36" fmla="*/ 417 w 454"/>
                <a:gd name="T37" fmla="*/ 0 h 6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54" h="695">
                  <a:moveTo>
                    <a:pt x="417" y="0"/>
                  </a:moveTo>
                  <a:lnTo>
                    <a:pt x="433" y="7"/>
                  </a:lnTo>
                  <a:lnTo>
                    <a:pt x="447" y="21"/>
                  </a:lnTo>
                  <a:lnTo>
                    <a:pt x="454" y="37"/>
                  </a:lnTo>
                  <a:lnTo>
                    <a:pt x="454" y="54"/>
                  </a:lnTo>
                  <a:lnTo>
                    <a:pt x="447" y="72"/>
                  </a:lnTo>
                  <a:lnTo>
                    <a:pt x="84" y="676"/>
                  </a:lnTo>
                  <a:lnTo>
                    <a:pt x="70" y="688"/>
                  </a:lnTo>
                  <a:lnTo>
                    <a:pt x="54" y="695"/>
                  </a:lnTo>
                  <a:lnTo>
                    <a:pt x="37" y="695"/>
                  </a:lnTo>
                  <a:lnTo>
                    <a:pt x="19" y="688"/>
                  </a:lnTo>
                  <a:lnTo>
                    <a:pt x="7" y="676"/>
                  </a:lnTo>
                  <a:lnTo>
                    <a:pt x="0" y="660"/>
                  </a:lnTo>
                  <a:lnTo>
                    <a:pt x="0" y="642"/>
                  </a:lnTo>
                  <a:lnTo>
                    <a:pt x="7" y="625"/>
                  </a:lnTo>
                  <a:lnTo>
                    <a:pt x="370" y="21"/>
                  </a:lnTo>
                  <a:lnTo>
                    <a:pt x="382" y="7"/>
                  </a:lnTo>
                  <a:lnTo>
                    <a:pt x="400" y="0"/>
                  </a:lnTo>
                  <a:lnTo>
                    <a:pt x="417"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5" name="Freeform 23"/>
            <p:cNvSpPr>
              <a:spLocks/>
            </p:cNvSpPr>
            <p:nvPr userDrawn="1"/>
          </p:nvSpPr>
          <p:spPr bwMode="auto">
            <a:xfrm>
              <a:off x="8663109" y="450760"/>
              <a:ext cx="154656" cy="193522"/>
            </a:xfrm>
            <a:custGeom>
              <a:avLst/>
              <a:gdLst>
                <a:gd name="T0" fmla="*/ 522 w 573"/>
                <a:gd name="T1" fmla="*/ 0 h 717"/>
                <a:gd name="T2" fmla="*/ 540 w 573"/>
                <a:gd name="T3" fmla="*/ 1 h 717"/>
                <a:gd name="T4" fmla="*/ 557 w 573"/>
                <a:gd name="T5" fmla="*/ 10 h 717"/>
                <a:gd name="T6" fmla="*/ 568 w 573"/>
                <a:gd name="T7" fmla="*/ 24 h 717"/>
                <a:gd name="T8" fmla="*/ 573 w 573"/>
                <a:gd name="T9" fmla="*/ 40 h 717"/>
                <a:gd name="T10" fmla="*/ 571 w 573"/>
                <a:gd name="T11" fmla="*/ 57 h 717"/>
                <a:gd name="T12" fmla="*/ 562 w 573"/>
                <a:gd name="T13" fmla="*/ 75 h 717"/>
                <a:gd name="T14" fmla="*/ 81 w 573"/>
                <a:gd name="T15" fmla="*/ 700 h 717"/>
                <a:gd name="T16" fmla="*/ 67 w 573"/>
                <a:gd name="T17" fmla="*/ 712 h 717"/>
                <a:gd name="T18" fmla="*/ 51 w 573"/>
                <a:gd name="T19" fmla="*/ 717 h 717"/>
                <a:gd name="T20" fmla="*/ 32 w 573"/>
                <a:gd name="T21" fmla="*/ 715 h 717"/>
                <a:gd name="T22" fmla="*/ 16 w 573"/>
                <a:gd name="T23" fmla="*/ 707 h 717"/>
                <a:gd name="T24" fmla="*/ 5 w 573"/>
                <a:gd name="T25" fmla="*/ 693 h 717"/>
                <a:gd name="T26" fmla="*/ 0 w 573"/>
                <a:gd name="T27" fmla="*/ 675 h 717"/>
                <a:gd name="T28" fmla="*/ 2 w 573"/>
                <a:gd name="T29" fmla="*/ 658 h 717"/>
                <a:gd name="T30" fmla="*/ 11 w 573"/>
                <a:gd name="T31" fmla="*/ 642 h 717"/>
                <a:gd name="T32" fmla="*/ 491 w 573"/>
                <a:gd name="T33" fmla="*/ 15 h 717"/>
                <a:gd name="T34" fmla="*/ 506 w 573"/>
                <a:gd name="T35" fmla="*/ 3 h 717"/>
                <a:gd name="T36" fmla="*/ 522 w 573"/>
                <a:gd name="T37" fmla="*/ 0 h 7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573" h="717">
                  <a:moveTo>
                    <a:pt x="522" y="0"/>
                  </a:moveTo>
                  <a:lnTo>
                    <a:pt x="540" y="1"/>
                  </a:lnTo>
                  <a:lnTo>
                    <a:pt x="557" y="10"/>
                  </a:lnTo>
                  <a:lnTo>
                    <a:pt x="568" y="24"/>
                  </a:lnTo>
                  <a:lnTo>
                    <a:pt x="573" y="40"/>
                  </a:lnTo>
                  <a:lnTo>
                    <a:pt x="571" y="57"/>
                  </a:lnTo>
                  <a:lnTo>
                    <a:pt x="562" y="75"/>
                  </a:lnTo>
                  <a:lnTo>
                    <a:pt x="81" y="700"/>
                  </a:lnTo>
                  <a:lnTo>
                    <a:pt x="67" y="712"/>
                  </a:lnTo>
                  <a:lnTo>
                    <a:pt x="51" y="717"/>
                  </a:lnTo>
                  <a:lnTo>
                    <a:pt x="32" y="715"/>
                  </a:lnTo>
                  <a:lnTo>
                    <a:pt x="16" y="707"/>
                  </a:lnTo>
                  <a:lnTo>
                    <a:pt x="5" y="693"/>
                  </a:lnTo>
                  <a:lnTo>
                    <a:pt x="0" y="675"/>
                  </a:lnTo>
                  <a:lnTo>
                    <a:pt x="2" y="658"/>
                  </a:lnTo>
                  <a:lnTo>
                    <a:pt x="11" y="642"/>
                  </a:lnTo>
                  <a:lnTo>
                    <a:pt x="491" y="15"/>
                  </a:lnTo>
                  <a:lnTo>
                    <a:pt x="506" y="3"/>
                  </a:lnTo>
                  <a:lnTo>
                    <a:pt x="522"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133853167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5" name="Rectangle 4"/>
          <p:cNvSpPr/>
          <p:nvPr userDrawn="1"/>
        </p:nvSpPr>
        <p:spPr>
          <a:xfrm>
            <a:off x="0" y="0"/>
            <a:ext cx="9144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Slide Number Placeholder 3"/>
          <p:cNvSpPr>
            <a:spLocks noGrp="1"/>
          </p:cNvSpPr>
          <p:nvPr>
            <p:ph type="sldNum" sz="quarter" idx="12"/>
          </p:nvPr>
        </p:nvSpPr>
        <p:spPr/>
        <p:txBody>
          <a:bodyPr/>
          <a:lstStyle>
            <a:lvl1pPr>
              <a:defRPr>
                <a:latin typeface="Arial" panose="020B0604020202020204" pitchFamily="34" charset="0"/>
                <a:cs typeface="Arial" panose="020B0604020202020204" pitchFamily="34" charset="0"/>
              </a:defRPr>
            </a:lvl1pPr>
          </a:lstStyle>
          <a:p>
            <a:fld id="{F6728BC2-ACA3-447C-A909-F3F49211C066}" type="slidenum">
              <a:rPr lang="en-US" smtClean="0"/>
              <a:pPr/>
              <a:t>‹#›</a:t>
            </a:fld>
            <a:endParaRPr lang="en-US" dirty="0"/>
          </a:p>
        </p:txBody>
      </p:sp>
    </p:spTree>
    <p:extLst>
      <p:ext uri="{BB962C8B-B14F-4D97-AF65-F5344CB8AC3E}">
        <p14:creationId xmlns:p14="http://schemas.microsoft.com/office/powerpoint/2010/main" val="372511983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matchingName="Title Only">
  <p:cSld name="4_Title Only">
    <p:spTree>
      <p:nvGrpSpPr>
        <p:cNvPr id="1" name="Shape 168"/>
        <p:cNvGrpSpPr/>
        <p:nvPr/>
      </p:nvGrpSpPr>
      <p:grpSpPr>
        <a:xfrm>
          <a:off x="0" y="0"/>
          <a:ext cx="0" cy="0"/>
          <a:chOff x="0" y="0"/>
          <a:chExt cx="0" cy="0"/>
        </a:xfrm>
      </p:grpSpPr>
      <p:pic>
        <p:nvPicPr>
          <p:cNvPr id="169" name="Google Shape;169;p10"/>
          <p:cNvPicPr preferRelativeResize="0"/>
          <p:nvPr/>
        </p:nvPicPr>
        <p:blipFill rotWithShape="1">
          <a:blip r:embed="rId2">
            <a:alphaModFix/>
          </a:blip>
          <a:srcRect t="91557" b="648"/>
          <a:stretch/>
        </p:blipFill>
        <p:spPr>
          <a:xfrm>
            <a:off x="-1" y="6259484"/>
            <a:ext cx="9144002" cy="598516"/>
          </a:xfrm>
          <a:prstGeom prst="rect">
            <a:avLst/>
          </a:prstGeom>
          <a:noFill/>
          <a:ln>
            <a:noFill/>
          </a:ln>
        </p:spPr>
      </p:pic>
      <p:sp>
        <p:nvSpPr>
          <p:cNvPr id="170" name="Google Shape;170;p10"/>
          <p:cNvSpPr txBox="1">
            <a:spLocks noGrp="1"/>
          </p:cNvSpPr>
          <p:nvPr>
            <p:ph type="sldNum" idx="12"/>
          </p:nvPr>
        </p:nvSpPr>
        <p:spPr>
          <a:xfrm>
            <a:off x="8122757" y="6363712"/>
            <a:ext cx="861671"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sz="1200" b="0">
                <a:solidFill>
                  <a:schemeClr val="accent2"/>
                </a:solidFill>
                <a:latin typeface="Arial"/>
                <a:ea typeface="Arial"/>
                <a:cs typeface="Arial"/>
                <a:sym typeface="Arial"/>
              </a:defRPr>
            </a:lvl1pPr>
            <a:lvl2pPr marL="0" lvl="1" indent="0" algn="r">
              <a:spcBef>
                <a:spcPts val="0"/>
              </a:spcBef>
              <a:buNone/>
              <a:defRPr sz="1200" b="0">
                <a:solidFill>
                  <a:schemeClr val="accent2"/>
                </a:solidFill>
                <a:latin typeface="Arial"/>
                <a:ea typeface="Arial"/>
                <a:cs typeface="Arial"/>
                <a:sym typeface="Arial"/>
              </a:defRPr>
            </a:lvl2pPr>
            <a:lvl3pPr marL="0" lvl="2" indent="0" algn="r">
              <a:spcBef>
                <a:spcPts val="0"/>
              </a:spcBef>
              <a:buNone/>
              <a:defRPr sz="1200" b="0">
                <a:solidFill>
                  <a:schemeClr val="accent2"/>
                </a:solidFill>
                <a:latin typeface="Arial"/>
                <a:ea typeface="Arial"/>
                <a:cs typeface="Arial"/>
                <a:sym typeface="Arial"/>
              </a:defRPr>
            </a:lvl3pPr>
            <a:lvl4pPr marL="0" lvl="3" indent="0" algn="r">
              <a:spcBef>
                <a:spcPts val="0"/>
              </a:spcBef>
              <a:buNone/>
              <a:defRPr sz="1200" b="0">
                <a:solidFill>
                  <a:schemeClr val="accent2"/>
                </a:solidFill>
                <a:latin typeface="Arial"/>
                <a:ea typeface="Arial"/>
                <a:cs typeface="Arial"/>
                <a:sym typeface="Arial"/>
              </a:defRPr>
            </a:lvl4pPr>
            <a:lvl5pPr marL="0" lvl="4" indent="0" algn="r">
              <a:spcBef>
                <a:spcPts val="0"/>
              </a:spcBef>
              <a:buNone/>
              <a:defRPr sz="1200" b="0">
                <a:solidFill>
                  <a:schemeClr val="accent2"/>
                </a:solidFill>
                <a:latin typeface="Arial"/>
                <a:ea typeface="Arial"/>
                <a:cs typeface="Arial"/>
                <a:sym typeface="Arial"/>
              </a:defRPr>
            </a:lvl5pPr>
            <a:lvl6pPr marL="0" lvl="5" indent="0" algn="r">
              <a:spcBef>
                <a:spcPts val="0"/>
              </a:spcBef>
              <a:buNone/>
              <a:defRPr sz="1200" b="0">
                <a:solidFill>
                  <a:schemeClr val="accent2"/>
                </a:solidFill>
                <a:latin typeface="Arial"/>
                <a:ea typeface="Arial"/>
                <a:cs typeface="Arial"/>
                <a:sym typeface="Arial"/>
              </a:defRPr>
            </a:lvl6pPr>
            <a:lvl7pPr marL="0" lvl="6" indent="0" algn="r">
              <a:spcBef>
                <a:spcPts val="0"/>
              </a:spcBef>
              <a:buNone/>
              <a:defRPr sz="1200" b="0">
                <a:solidFill>
                  <a:schemeClr val="accent2"/>
                </a:solidFill>
                <a:latin typeface="Arial"/>
                <a:ea typeface="Arial"/>
                <a:cs typeface="Arial"/>
                <a:sym typeface="Arial"/>
              </a:defRPr>
            </a:lvl7pPr>
            <a:lvl8pPr marL="0" lvl="7" indent="0" algn="r">
              <a:spcBef>
                <a:spcPts val="0"/>
              </a:spcBef>
              <a:buNone/>
              <a:defRPr sz="1200" b="0">
                <a:solidFill>
                  <a:schemeClr val="accent2"/>
                </a:solidFill>
                <a:latin typeface="Arial"/>
                <a:ea typeface="Arial"/>
                <a:cs typeface="Arial"/>
                <a:sym typeface="Arial"/>
              </a:defRPr>
            </a:lvl8pPr>
            <a:lvl9pPr marL="0" lvl="8" indent="0" algn="r">
              <a:spcBef>
                <a:spcPts val="0"/>
              </a:spcBef>
              <a:buNone/>
              <a:defRPr sz="1200" b="0">
                <a:solidFill>
                  <a:schemeClr val="accent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
        <p:nvSpPr>
          <p:cNvPr id="171" name="Google Shape;171;p10"/>
          <p:cNvSpPr txBox="1">
            <a:spLocks noGrp="1"/>
          </p:cNvSpPr>
          <p:nvPr>
            <p:ph type="body" idx="1"/>
          </p:nvPr>
        </p:nvSpPr>
        <p:spPr>
          <a:xfrm>
            <a:off x="157163" y="133350"/>
            <a:ext cx="8826500" cy="5951538"/>
          </a:xfrm>
          <a:prstGeom prst="rect">
            <a:avLst/>
          </a:prstGeom>
          <a:noFill/>
          <a:ln>
            <a:noFill/>
          </a:ln>
        </p:spPr>
        <p:txBody>
          <a:bodyPr spcFirstLastPara="1" wrap="square" lIns="91425" tIns="45700" rIns="91425" bIns="45700" anchor="t" anchorCtr="0"/>
          <a:lstStyle>
            <a:lvl1pPr marL="457200" lvl="0" indent="-228600" algn="l">
              <a:spcBef>
                <a:spcPts val="560"/>
              </a:spcBef>
              <a:spcAft>
                <a:spcPts val="0"/>
              </a:spcAft>
              <a:buSzPts val="2800"/>
              <a:buNone/>
              <a:defRPr/>
            </a:lvl1pPr>
            <a:lvl2pPr marL="914400" lvl="1" indent="-342900" algn="l">
              <a:spcBef>
                <a:spcPts val="360"/>
              </a:spcBef>
              <a:spcAft>
                <a:spcPts val="0"/>
              </a:spcAft>
              <a:buSzPts val="1800"/>
              <a:buChar char="–"/>
              <a:defRPr/>
            </a:lvl2pPr>
            <a:lvl3pPr marL="1371600" lvl="2" indent="-342900" algn="l">
              <a:spcBef>
                <a:spcPts val="360"/>
              </a:spcBef>
              <a:spcAft>
                <a:spcPts val="0"/>
              </a:spcAft>
              <a:buSzPts val="1800"/>
              <a:buChar char="•"/>
              <a:defRPr/>
            </a:lvl3pPr>
            <a:lvl4pPr marL="1828800" lvl="3" indent="-342900" algn="l">
              <a:spcBef>
                <a:spcPts val="360"/>
              </a:spcBef>
              <a:spcAft>
                <a:spcPts val="0"/>
              </a:spcAft>
              <a:buSzPts val="1800"/>
              <a:buChar char="–"/>
              <a:defRPr/>
            </a:lvl4pPr>
            <a:lvl5pPr marL="2286000" lvl="4" indent="-342900" algn="l">
              <a:spcBef>
                <a:spcPts val="360"/>
              </a:spcBef>
              <a:spcAft>
                <a:spcPts val="0"/>
              </a:spcAft>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Tree>
    <p:extLst>
      <p:ext uri="{BB962C8B-B14F-4D97-AF65-F5344CB8AC3E}">
        <p14:creationId xmlns:p14="http://schemas.microsoft.com/office/powerpoint/2010/main" val="61901498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matchingName="Title Only" preserve="1" userDrawn="1">
  <p:cSld name="Section_Title">
    <p:spTree>
      <p:nvGrpSpPr>
        <p:cNvPr id="1" name="Shape 168"/>
        <p:cNvGrpSpPr/>
        <p:nvPr/>
      </p:nvGrpSpPr>
      <p:grpSpPr>
        <a:xfrm>
          <a:off x="0" y="0"/>
          <a:ext cx="0" cy="0"/>
          <a:chOff x="0" y="0"/>
          <a:chExt cx="0" cy="0"/>
        </a:xfrm>
      </p:grpSpPr>
      <p:pic>
        <p:nvPicPr>
          <p:cNvPr id="169" name="Google Shape;169;p10"/>
          <p:cNvPicPr preferRelativeResize="0"/>
          <p:nvPr/>
        </p:nvPicPr>
        <p:blipFill rotWithShape="1">
          <a:blip r:embed="rId2">
            <a:alphaModFix/>
          </a:blip>
          <a:srcRect t="91557" b="648"/>
          <a:stretch/>
        </p:blipFill>
        <p:spPr>
          <a:xfrm>
            <a:off x="-1" y="6259484"/>
            <a:ext cx="9144002" cy="598516"/>
          </a:xfrm>
          <a:prstGeom prst="rect">
            <a:avLst/>
          </a:prstGeom>
          <a:noFill/>
          <a:ln>
            <a:noFill/>
          </a:ln>
        </p:spPr>
      </p:pic>
      <p:sp>
        <p:nvSpPr>
          <p:cNvPr id="170" name="Google Shape;170;p10"/>
          <p:cNvSpPr txBox="1">
            <a:spLocks noGrp="1"/>
          </p:cNvSpPr>
          <p:nvPr>
            <p:ph type="sldNum" idx="12"/>
          </p:nvPr>
        </p:nvSpPr>
        <p:spPr>
          <a:xfrm>
            <a:off x="8122757" y="6363712"/>
            <a:ext cx="861671"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sz="1200" b="0">
                <a:solidFill>
                  <a:schemeClr val="accent2"/>
                </a:solidFill>
                <a:latin typeface="Arial"/>
                <a:ea typeface="Arial"/>
                <a:cs typeface="Arial"/>
                <a:sym typeface="Arial"/>
              </a:defRPr>
            </a:lvl1pPr>
            <a:lvl2pPr marL="0" lvl="1" indent="0" algn="r">
              <a:spcBef>
                <a:spcPts val="0"/>
              </a:spcBef>
              <a:buNone/>
              <a:defRPr sz="1200" b="0">
                <a:solidFill>
                  <a:schemeClr val="accent2"/>
                </a:solidFill>
                <a:latin typeface="Arial"/>
                <a:ea typeface="Arial"/>
                <a:cs typeface="Arial"/>
                <a:sym typeface="Arial"/>
              </a:defRPr>
            </a:lvl2pPr>
            <a:lvl3pPr marL="0" lvl="2" indent="0" algn="r">
              <a:spcBef>
                <a:spcPts val="0"/>
              </a:spcBef>
              <a:buNone/>
              <a:defRPr sz="1200" b="0">
                <a:solidFill>
                  <a:schemeClr val="accent2"/>
                </a:solidFill>
                <a:latin typeface="Arial"/>
                <a:ea typeface="Arial"/>
                <a:cs typeface="Arial"/>
                <a:sym typeface="Arial"/>
              </a:defRPr>
            </a:lvl3pPr>
            <a:lvl4pPr marL="0" lvl="3" indent="0" algn="r">
              <a:spcBef>
                <a:spcPts val="0"/>
              </a:spcBef>
              <a:buNone/>
              <a:defRPr sz="1200" b="0">
                <a:solidFill>
                  <a:schemeClr val="accent2"/>
                </a:solidFill>
                <a:latin typeface="Arial"/>
                <a:ea typeface="Arial"/>
                <a:cs typeface="Arial"/>
                <a:sym typeface="Arial"/>
              </a:defRPr>
            </a:lvl4pPr>
            <a:lvl5pPr marL="0" lvl="4" indent="0" algn="r">
              <a:spcBef>
                <a:spcPts val="0"/>
              </a:spcBef>
              <a:buNone/>
              <a:defRPr sz="1200" b="0">
                <a:solidFill>
                  <a:schemeClr val="accent2"/>
                </a:solidFill>
                <a:latin typeface="Arial"/>
                <a:ea typeface="Arial"/>
                <a:cs typeface="Arial"/>
                <a:sym typeface="Arial"/>
              </a:defRPr>
            </a:lvl5pPr>
            <a:lvl6pPr marL="0" lvl="5" indent="0" algn="r">
              <a:spcBef>
                <a:spcPts val="0"/>
              </a:spcBef>
              <a:buNone/>
              <a:defRPr sz="1200" b="0">
                <a:solidFill>
                  <a:schemeClr val="accent2"/>
                </a:solidFill>
                <a:latin typeface="Arial"/>
                <a:ea typeface="Arial"/>
                <a:cs typeface="Arial"/>
                <a:sym typeface="Arial"/>
              </a:defRPr>
            </a:lvl6pPr>
            <a:lvl7pPr marL="0" lvl="6" indent="0" algn="r">
              <a:spcBef>
                <a:spcPts val="0"/>
              </a:spcBef>
              <a:buNone/>
              <a:defRPr sz="1200" b="0">
                <a:solidFill>
                  <a:schemeClr val="accent2"/>
                </a:solidFill>
                <a:latin typeface="Arial"/>
                <a:ea typeface="Arial"/>
                <a:cs typeface="Arial"/>
                <a:sym typeface="Arial"/>
              </a:defRPr>
            </a:lvl7pPr>
            <a:lvl8pPr marL="0" lvl="7" indent="0" algn="r">
              <a:spcBef>
                <a:spcPts val="0"/>
              </a:spcBef>
              <a:buNone/>
              <a:defRPr sz="1200" b="0">
                <a:solidFill>
                  <a:schemeClr val="accent2"/>
                </a:solidFill>
                <a:latin typeface="Arial"/>
                <a:ea typeface="Arial"/>
                <a:cs typeface="Arial"/>
                <a:sym typeface="Arial"/>
              </a:defRPr>
            </a:lvl8pPr>
            <a:lvl9pPr marL="0" lvl="8" indent="0" algn="r">
              <a:spcBef>
                <a:spcPts val="0"/>
              </a:spcBef>
              <a:buNone/>
              <a:defRPr sz="1200" b="0">
                <a:solidFill>
                  <a:schemeClr val="accent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
        <p:nvSpPr>
          <p:cNvPr id="2" name="Title 1">
            <a:extLst>
              <a:ext uri="{FF2B5EF4-FFF2-40B4-BE49-F238E27FC236}">
                <a16:creationId xmlns:a16="http://schemas.microsoft.com/office/drawing/2014/main" id="{8A3E5519-BCE2-45F2-2CB8-0E6D0DAEE480}"/>
              </a:ext>
            </a:extLst>
          </p:cNvPr>
          <p:cNvSpPr>
            <a:spLocks noGrp="1"/>
          </p:cNvSpPr>
          <p:nvPr>
            <p:ph type="title"/>
          </p:nvPr>
        </p:nvSpPr>
        <p:spPr>
          <a:xfrm>
            <a:off x="1460664" y="2816925"/>
            <a:ext cx="6222671" cy="1224150"/>
          </a:xfrm>
        </p:spPr>
        <p:txBody>
          <a:bodyPr/>
          <a:lstStyle>
            <a:lvl1pPr algn="ctr">
              <a:defRPr baseline="0">
                <a:solidFill>
                  <a:schemeClr val="tx2"/>
                </a:solidFill>
                <a:latin typeface="Arial" panose="020B0604020202020204" pitchFamily="34" charset="0"/>
                <a:cs typeface="Arial" panose="020B0604020202020204" pitchFamily="34" charset="0"/>
              </a:defRPr>
            </a:lvl1pPr>
          </a:lstStyle>
          <a:p>
            <a:r>
              <a:rPr lang="en-US" dirty="0"/>
              <a:t>Click to edit Master title style</a:t>
            </a:r>
          </a:p>
        </p:txBody>
      </p:sp>
      <p:grpSp>
        <p:nvGrpSpPr>
          <p:cNvPr id="3" name="Group 2">
            <a:extLst>
              <a:ext uri="{FF2B5EF4-FFF2-40B4-BE49-F238E27FC236}">
                <a16:creationId xmlns:a16="http://schemas.microsoft.com/office/drawing/2014/main" id="{C619CA9B-AF8F-87A7-664B-F95C0134414C}"/>
              </a:ext>
            </a:extLst>
          </p:cNvPr>
          <p:cNvGrpSpPr/>
          <p:nvPr userDrawn="1"/>
        </p:nvGrpSpPr>
        <p:grpSpPr>
          <a:xfrm>
            <a:off x="6681759" y="0"/>
            <a:ext cx="2462241" cy="773113"/>
            <a:chOff x="7264458" y="365740"/>
            <a:chExt cx="1553307" cy="487719"/>
          </a:xfrm>
        </p:grpSpPr>
        <p:sp>
          <p:nvSpPr>
            <p:cNvPr id="4" name="Freeform 6">
              <a:extLst>
                <a:ext uri="{FF2B5EF4-FFF2-40B4-BE49-F238E27FC236}">
                  <a16:creationId xmlns:a16="http://schemas.microsoft.com/office/drawing/2014/main" id="{2A9D49A4-C029-2001-5A0F-3F2082CAD22E}"/>
                </a:ext>
              </a:extLst>
            </p:cNvPr>
            <p:cNvSpPr>
              <a:spLocks noEditPoints="1"/>
            </p:cNvSpPr>
            <p:nvPr userDrawn="1"/>
          </p:nvSpPr>
          <p:spPr bwMode="auto">
            <a:xfrm>
              <a:off x="7264458" y="705011"/>
              <a:ext cx="148988" cy="144669"/>
            </a:xfrm>
            <a:custGeom>
              <a:avLst/>
              <a:gdLst>
                <a:gd name="T0" fmla="*/ 98 w 552"/>
                <a:gd name="T1" fmla="*/ 79 h 536"/>
                <a:gd name="T2" fmla="*/ 98 w 552"/>
                <a:gd name="T3" fmla="*/ 241 h 536"/>
                <a:gd name="T4" fmla="*/ 307 w 552"/>
                <a:gd name="T5" fmla="*/ 241 h 536"/>
                <a:gd name="T6" fmla="*/ 342 w 552"/>
                <a:gd name="T7" fmla="*/ 241 h 536"/>
                <a:gd name="T8" fmla="*/ 374 w 552"/>
                <a:gd name="T9" fmla="*/ 238 h 536"/>
                <a:gd name="T10" fmla="*/ 398 w 552"/>
                <a:gd name="T11" fmla="*/ 231 h 536"/>
                <a:gd name="T12" fmla="*/ 417 w 552"/>
                <a:gd name="T13" fmla="*/ 222 h 536"/>
                <a:gd name="T14" fmla="*/ 431 w 552"/>
                <a:gd name="T15" fmla="*/ 206 h 536"/>
                <a:gd name="T16" fmla="*/ 440 w 552"/>
                <a:gd name="T17" fmla="*/ 187 h 536"/>
                <a:gd name="T18" fmla="*/ 443 w 552"/>
                <a:gd name="T19" fmla="*/ 161 h 536"/>
                <a:gd name="T20" fmla="*/ 440 w 552"/>
                <a:gd name="T21" fmla="*/ 135 h 536"/>
                <a:gd name="T22" fmla="*/ 431 w 552"/>
                <a:gd name="T23" fmla="*/ 114 h 536"/>
                <a:gd name="T24" fmla="*/ 417 w 552"/>
                <a:gd name="T25" fmla="*/ 100 h 536"/>
                <a:gd name="T26" fmla="*/ 398 w 552"/>
                <a:gd name="T27" fmla="*/ 89 h 536"/>
                <a:gd name="T28" fmla="*/ 374 w 552"/>
                <a:gd name="T29" fmla="*/ 84 h 536"/>
                <a:gd name="T30" fmla="*/ 342 w 552"/>
                <a:gd name="T31" fmla="*/ 80 h 536"/>
                <a:gd name="T32" fmla="*/ 307 w 552"/>
                <a:gd name="T33" fmla="*/ 79 h 536"/>
                <a:gd name="T34" fmla="*/ 98 w 552"/>
                <a:gd name="T35" fmla="*/ 79 h 536"/>
                <a:gd name="T36" fmla="*/ 0 w 552"/>
                <a:gd name="T37" fmla="*/ 0 h 536"/>
                <a:gd name="T38" fmla="*/ 323 w 552"/>
                <a:gd name="T39" fmla="*/ 0 h 536"/>
                <a:gd name="T40" fmla="*/ 377 w 552"/>
                <a:gd name="T41" fmla="*/ 2 h 536"/>
                <a:gd name="T42" fmla="*/ 422 w 552"/>
                <a:gd name="T43" fmla="*/ 9 h 536"/>
                <a:gd name="T44" fmla="*/ 461 w 552"/>
                <a:gd name="T45" fmla="*/ 19 h 536"/>
                <a:gd name="T46" fmla="*/ 490 w 552"/>
                <a:gd name="T47" fmla="*/ 37 h 536"/>
                <a:gd name="T48" fmla="*/ 513 w 552"/>
                <a:gd name="T49" fmla="*/ 58 h 536"/>
                <a:gd name="T50" fmla="*/ 529 w 552"/>
                <a:gd name="T51" fmla="*/ 86 h 536"/>
                <a:gd name="T52" fmla="*/ 538 w 552"/>
                <a:gd name="T53" fmla="*/ 119 h 536"/>
                <a:gd name="T54" fmla="*/ 541 w 552"/>
                <a:gd name="T55" fmla="*/ 157 h 536"/>
                <a:gd name="T56" fmla="*/ 538 w 552"/>
                <a:gd name="T57" fmla="*/ 194 h 536"/>
                <a:gd name="T58" fmla="*/ 529 w 552"/>
                <a:gd name="T59" fmla="*/ 225 h 536"/>
                <a:gd name="T60" fmla="*/ 513 w 552"/>
                <a:gd name="T61" fmla="*/ 252 h 536"/>
                <a:gd name="T62" fmla="*/ 494 w 552"/>
                <a:gd name="T63" fmla="*/ 272 h 536"/>
                <a:gd name="T64" fmla="*/ 473 w 552"/>
                <a:gd name="T65" fmla="*/ 290 h 536"/>
                <a:gd name="T66" fmla="*/ 447 w 552"/>
                <a:gd name="T67" fmla="*/ 302 h 536"/>
                <a:gd name="T68" fmla="*/ 421 w 552"/>
                <a:gd name="T69" fmla="*/ 311 h 536"/>
                <a:gd name="T70" fmla="*/ 393 w 552"/>
                <a:gd name="T71" fmla="*/ 314 h 536"/>
                <a:gd name="T72" fmla="*/ 384 w 552"/>
                <a:gd name="T73" fmla="*/ 314 h 536"/>
                <a:gd name="T74" fmla="*/ 552 w 552"/>
                <a:gd name="T75" fmla="*/ 536 h 536"/>
                <a:gd name="T76" fmla="*/ 431 w 552"/>
                <a:gd name="T77" fmla="*/ 536 h 536"/>
                <a:gd name="T78" fmla="*/ 274 w 552"/>
                <a:gd name="T79" fmla="*/ 323 h 536"/>
                <a:gd name="T80" fmla="*/ 274 w 552"/>
                <a:gd name="T81" fmla="*/ 321 h 536"/>
                <a:gd name="T82" fmla="*/ 98 w 552"/>
                <a:gd name="T83" fmla="*/ 321 h 536"/>
                <a:gd name="T84" fmla="*/ 98 w 552"/>
                <a:gd name="T85" fmla="*/ 536 h 536"/>
                <a:gd name="T86" fmla="*/ 0 w 552"/>
                <a:gd name="T87" fmla="*/ 536 h 536"/>
                <a:gd name="T88" fmla="*/ 0 w 552"/>
                <a:gd name="T89"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552" h="536">
                  <a:moveTo>
                    <a:pt x="98" y="79"/>
                  </a:moveTo>
                  <a:lnTo>
                    <a:pt x="98" y="241"/>
                  </a:lnTo>
                  <a:lnTo>
                    <a:pt x="307" y="241"/>
                  </a:lnTo>
                  <a:lnTo>
                    <a:pt x="342" y="241"/>
                  </a:lnTo>
                  <a:lnTo>
                    <a:pt x="374" y="238"/>
                  </a:lnTo>
                  <a:lnTo>
                    <a:pt x="398" y="231"/>
                  </a:lnTo>
                  <a:lnTo>
                    <a:pt x="417" y="222"/>
                  </a:lnTo>
                  <a:lnTo>
                    <a:pt x="431" y="206"/>
                  </a:lnTo>
                  <a:lnTo>
                    <a:pt x="440" y="187"/>
                  </a:lnTo>
                  <a:lnTo>
                    <a:pt x="443" y="161"/>
                  </a:lnTo>
                  <a:lnTo>
                    <a:pt x="440" y="135"/>
                  </a:lnTo>
                  <a:lnTo>
                    <a:pt x="431" y="114"/>
                  </a:lnTo>
                  <a:lnTo>
                    <a:pt x="417" y="100"/>
                  </a:lnTo>
                  <a:lnTo>
                    <a:pt x="398" y="89"/>
                  </a:lnTo>
                  <a:lnTo>
                    <a:pt x="374" y="84"/>
                  </a:lnTo>
                  <a:lnTo>
                    <a:pt x="342" y="80"/>
                  </a:lnTo>
                  <a:lnTo>
                    <a:pt x="307" y="79"/>
                  </a:lnTo>
                  <a:lnTo>
                    <a:pt x="98" y="79"/>
                  </a:lnTo>
                  <a:close/>
                  <a:moveTo>
                    <a:pt x="0" y="0"/>
                  </a:moveTo>
                  <a:lnTo>
                    <a:pt x="323" y="0"/>
                  </a:lnTo>
                  <a:lnTo>
                    <a:pt x="377" y="2"/>
                  </a:lnTo>
                  <a:lnTo>
                    <a:pt x="422" y="9"/>
                  </a:lnTo>
                  <a:lnTo>
                    <a:pt x="461" y="19"/>
                  </a:lnTo>
                  <a:lnTo>
                    <a:pt x="490" y="37"/>
                  </a:lnTo>
                  <a:lnTo>
                    <a:pt x="513" y="58"/>
                  </a:lnTo>
                  <a:lnTo>
                    <a:pt x="529" y="86"/>
                  </a:lnTo>
                  <a:lnTo>
                    <a:pt x="538" y="119"/>
                  </a:lnTo>
                  <a:lnTo>
                    <a:pt x="541" y="157"/>
                  </a:lnTo>
                  <a:lnTo>
                    <a:pt x="538" y="194"/>
                  </a:lnTo>
                  <a:lnTo>
                    <a:pt x="529" y="225"/>
                  </a:lnTo>
                  <a:lnTo>
                    <a:pt x="513" y="252"/>
                  </a:lnTo>
                  <a:lnTo>
                    <a:pt x="494" y="272"/>
                  </a:lnTo>
                  <a:lnTo>
                    <a:pt x="473" y="290"/>
                  </a:lnTo>
                  <a:lnTo>
                    <a:pt x="447" y="302"/>
                  </a:lnTo>
                  <a:lnTo>
                    <a:pt x="421" y="311"/>
                  </a:lnTo>
                  <a:lnTo>
                    <a:pt x="393" y="314"/>
                  </a:lnTo>
                  <a:lnTo>
                    <a:pt x="384" y="314"/>
                  </a:lnTo>
                  <a:lnTo>
                    <a:pt x="552" y="536"/>
                  </a:lnTo>
                  <a:lnTo>
                    <a:pt x="431" y="536"/>
                  </a:lnTo>
                  <a:lnTo>
                    <a:pt x="274" y="323"/>
                  </a:lnTo>
                  <a:lnTo>
                    <a:pt x="274" y="321"/>
                  </a:lnTo>
                  <a:lnTo>
                    <a:pt x="98" y="321"/>
                  </a:lnTo>
                  <a:lnTo>
                    <a:pt x="98" y="536"/>
                  </a:lnTo>
                  <a:lnTo>
                    <a:pt x="0" y="536"/>
                  </a:lnTo>
                  <a:lnTo>
                    <a:pt x="0" y="0"/>
                  </a:lnTo>
                  <a:close/>
                </a:path>
              </a:pathLst>
            </a:custGeom>
            <a:solidFill>
              <a:schemeClr val="tx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5" name="Freeform 7">
              <a:extLst>
                <a:ext uri="{FF2B5EF4-FFF2-40B4-BE49-F238E27FC236}">
                  <a16:creationId xmlns:a16="http://schemas.microsoft.com/office/drawing/2014/main" id="{89A9B437-540E-333F-9B54-390C0EE61585}"/>
                </a:ext>
              </a:extLst>
            </p:cNvPr>
            <p:cNvSpPr>
              <a:spLocks/>
            </p:cNvSpPr>
            <p:nvPr userDrawn="1"/>
          </p:nvSpPr>
          <p:spPr bwMode="auto">
            <a:xfrm>
              <a:off x="7450153" y="705011"/>
              <a:ext cx="131714" cy="144669"/>
            </a:xfrm>
            <a:custGeom>
              <a:avLst/>
              <a:gdLst>
                <a:gd name="T0" fmla="*/ 0 w 488"/>
                <a:gd name="T1" fmla="*/ 0 h 536"/>
                <a:gd name="T2" fmla="*/ 440 w 488"/>
                <a:gd name="T3" fmla="*/ 0 h 536"/>
                <a:gd name="T4" fmla="*/ 455 w 488"/>
                <a:gd name="T5" fmla="*/ 2 h 536"/>
                <a:gd name="T6" fmla="*/ 467 w 488"/>
                <a:gd name="T7" fmla="*/ 12 h 536"/>
                <a:gd name="T8" fmla="*/ 476 w 488"/>
                <a:gd name="T9" fmla="*/ 25 h 536"/>
                <a:gd name="T10" fmla="*/ 480 w 488"/>
                <a:gd name="T11" fmla="*/ 40 h 536"/>
                <a:gd name="T12" fmla="*/ 476 w 488"/>
                <a:gd name="T13" fmla="*/ 56 h 536"/>
                <a:gd name="T14" fmla="*/ 467 w 488"/>
                <a:gd name="T15" fmla="*/ 70 h 536"/>
                <a:gd name="T16" fmla="*/ 455 w 488"/>
                <a:gd name="T17" fmla="*/ 79 h 536"/>
                <a:gd name="T18" fmla="*/ 440 w 488"/>
                <a:gd name="T19" fmla="*/ 82 h 536"/>
                <a:gd name="T20" fmla="*/ 97 w 488"/>
                <a:gd name="T21" fmla="*/ 82 h 536"/>
                <a:gd name="T22" fmla="*/ 97 w 488"/>
                <a:gd name="T23" fmla="*/ 218 h 536"/>
                <a:gd name="T24" fmla="*/ 354 w 488"/>
                <a:gd name="T25" fmla="*/ 218 h 536"/>
                <a:gd name="T26" fmla="*/ 370 w 488"/>
                <a:gd name="T27" fmla="*/ 222 h 536"/>
                <a:gd name="T28" fmla="*/ 384 w 488"/>
                <a:gd name="T29" fmla="*/ 231 h 536"/>
                <a:gd name="T30" fmla="*/ 392 w 488"/>
                <a:gd name="T31" fmla="*/ 243 h 536"/>
                <a:gd name="T32" fmla="*/ 396 w 488"/>
                <a:gd name="T33" fmla="*/ 259 h 536"/>
                <a:gd name="T34" fmla="*/ 392 w 488"/>
                <a:gd name="T35" fmla="*/ 276 h 536"/>
                <a:gd name="T36" fmla="*/ 384 w 488"/>
                <a:gd name="T37" fmla="*/ 288 h 536"/>
                <a:gd name="T38" fmla="*/ 370 w 488"/>
                <a:gd name="T39" fmla="*/ 297 h 536"/>
                <a:gd name="T40" fmla="*/ 354 w 488"/>
                <a:gd name="T41" fmla="*/ 300 h 536"/>
                <a:gd name="T42" fmla="*/ 97 w 488"/>
                <a:gd name="T43" fmla="*/ 300 h 536"/>
                <a:gd name="T44" fmla="*/ 97 w 488"/>
                <a:gd name="T45" fmla="*/ 454 h 536"/>
                <a:gd name="T46" fmla="*/ 448 w 488"/>
                <a:gd name="T47" fmla="*/ 454 h 536"/>
                <a:gd name="T48" fmla="*/ 464 w 488"/>
                <a:gd name="T49" fmla="*/ 457 h 536"/>
                <a:gd name="T50" fmla="*/ 478 w 488"/>
                <a:gd name="T51" fmla="*/ 466 h 536"/>
                <a:gd name="T52" fmla="*/ 487 w 488"/>
                <a:gd name="T53" fmla="*/ 478 h 536"/>
                <a:gd name="T54" fmla="*/ 488 w 488"/>
                <a:gd name="T55" fmla="*/ 494 h 536"/>
                <a:gd name="T56" fmla="*/ 487 w 488"/>
                <a:gd name="T57" fmla="*/ 512 h 536"/>
                <a:gd name="T58" fmla="*/ 478 w 488"/>
                <a:gd name="T59" fmla="*/ 524 h 536"/>
                <a:gd name="T60" fmla="*/ 464 w 488"/>
                <a:gd name="T61" fmla="*/ 533 h 536"/>
                <a:gd name="T62" fmla="*/ 448 w 488"/>
                <a:gd name="T63" fmla="*/ 536 h 536"/>
                <a:gd name="T64" fmla="*/ 0 w 488"/>
                <a:gd name="T65" fmla="*/ 536 h 536"/>
                <a:gd name="T66" fmla="*/ 0 w 488"/>
                <a:gd name="T67"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488" h="536">
                  <a:moveTo>
                    <a:pt x="0" y="0"/>
                  </a:moveTo>
                  <a:lnTo>
                    <a:pt x="440" y="0"/>
                  </a:lnTo>
                  <a:lnTo>
                    <a:pt x="455" y="2"/>
                  </a:lnTo>
                  <a:lnTo>
                    <a:pt x="467" y="12"/>
                  </a:lnTo>
                  <a:lnTo>
                    <a:pt x="476" y="25"/>
                  </a:lnTo>
                  <a:lnTo>
                    <a:pt x="480" y="40"/>
                  </a:lnTo>
                  <a:lnTo>
                    <a:pt x="476" y="56"/>
                  </a:lnTo>
                  <a:lnTo>
                    <a:pt x="467" y="70"/>
                  </a:lnTo>
                  <a:lnTo>
                    <a:pt x="455" y="79"/>
                  </a:lnTo>
                  <a:lnTo>
                    <a:pt x="440" y="82"/>
                  </a:lnTo>
                  <a:lnTo>
                    <a:pt x="97" y="82"/>
                  </a:lnTo>
                  <a:lnTo>
                    <a:pt x="97" y="218"/>
                  </a:lnTo>
                  <a:lnTo>
                    <a:pt x="354" y="218"/>
                  </a:lnTo>
                  <a:lnTo>
                    <a:pt x="370" y="222"/>
                  </a:lnTo>
                  <a:lnTo>
                    <a:pt x="384" y="231"/>
                  </a:lnTo>
                  <a:lnTo>
                    <a:pt x="392" y="243"/>
                  </a:lnTo>
                  <a:lnTo>
                    <a:pt x="396" y="259"/>
                  </a:lnTo>
                  <a:lnTo>
                    <a:pt x="392" y="276"/>
                  </a:lnTo>
                  <a:lnTo>
                    <a:pt x="384" y="288"/>
                  </a:lnTo>
                  <a:lnTo>
                    <a:pt x="370" y="297"/>
                  </a:lnTo>
                  <a:lnTo>
                    <a:pt x="354" y="300"/>
                  </a:lnTo>
                  <a:lnTo>
                    <a:pt x="97" y="300"/>
                  </a:lnTo>
                  <a:lnTo>
                    <a:pt x="97" y="454"/>
                  </a:lnTo>
                  <a:lnTo>
                    <a:pt x="448" y="454"/>
                  </a:lnTo>
                  <a:lnTo>
                    <a:pt x="464" y="457"/>
                  </a:lnTo>
                  <a:lnTo>
                    <a:pt x="478" y="466"/>
                  </a:lnTo>
                  <a:lnTo>
                    <a:pt x="487" y="478"/>
                  </a:lnTo>
                  <a:lnTo>
                    <a:pt x="488" y="494"/>
                  </a:lnTo>
                  <a:lnTo>
                    <a:pt x="487" y="512"/>
                  </a:lnTo>
                  <a:lnTo>
                    <a:pt x="478" y="524"/>
                  </a:lnTo>
                  <a:lnTo>
                    <a:pt x="464" y="533"/>
                  </a:lnTo>
                  <a:lnTo>
                    <a:pt x="448" y="536"/>
                  </a:lnTo>
                  <a:lnTo>
                    <a:pt x="0" y="536"/>
                  </a:lnTo>
                  <a:lnTo>
                    <a:pt x="0" y="0"/>
                  </a:lnTo>
                  <a:close/>
                </a:path>
              </a:pathLst>
            </a:custGeom>
            <a:solidFill>
              <a:schemeClr val="tx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6" name="Freeform 8">
              <a:extLst>
                <a:ext uri="{FF2B5EF4-FFF2-40B4-BE49-F238E27FC236}">
                  <a16:creationId xmlns:a16="http://schemas.microsoft.com/office/drawing/2014/main" id="{645A3999-205C-7640-E332-1C3336AC3CE2}"/>
                </a:ext>
              </a:extLst>
            </p:cNvPr>
            <p:cNvSpPr>
              <a:spLocks/>
            </p:cNvSpPr>
            <p:nvPr userDrawn="1"/>
          </p:nvSpPr>
          <p:spPr bwMode="auto">
            <a:xfrm>
              <a:off x="7613446" y="705011"/>
              <a:ext cx="154116" cy="144669"/>
            </a:xfrm>
            <a:custGeom>
              <a:avLst/>
              <a:gdLst>
                <a:gd name="T0" fmla="*/ 48 w 571"/>
                <a:gd name="T1" fmla="*/ 0 h 536"/>
                <a:gd name="T2" fmla="*/ 65 w 571"/>
                <a:gd name="T3" fmla="*/ 4 h 536"/>
                <a:gd name="T4" fmla="*/ 79 w 571"/>
                <a:gd name="T5" fmla="*/ 12 h 536"/>
                <a:gd name="T6" fmla="*/ 89 w 571"/>
                <a:gd name="T7" fmla="*/ 26 h 536"/>
                <a:gd name="T8" fmla="*/ 280 w 571"/>
                <a:gd name="T9" fmla="*/ 431 h 536"/>
                <a:gd name="T10" fmla="*/ 285 w 571"/>
                <a:gd name="T11" fmla="*/ 440 h 536"/>
                <a:gd name="T12" fmla="*/ 484 w 571"/>
                <a:gd name="T13" fmla="*/ 26 h 536"/>
                <a:gd name="T14" fmla="*/ 494 w 571"/>
                <a:gd name="T15" fmla="*/ 12 h 536"/>
                <a:gd name="T16" fmla="*/ 508 w 571"/>
                <a:gd name="T17" fmla="*/ 2 h 536"/>
                <a:gd name="T18" fmla="*/ 526 w 571"/>
                <a:gd name="T19" fmla="*/ 0 h 536"/>
                <a:gd name="T20" fmla="*/ 541 w 571"/>
                <a:gd name="T21" fmla="*/ 2 h 536"/>
                <a:gd name="T22" fmla="*/ 554 w 571"/>
                <a:gd name="T23" fmla="*/ 9 h 536"/>
                <a:gd name="T24" fmla="*/ 564 w 571"/>
                <a:gd name="T25" fmla="*/ 21 h 536"/>
                <a:gd name="T26" fmla="*/ 571 w 571"/>
                <a:gd name="T27" fmla="*/ 35 h 536"/>
                <a:gd name="T28" fmla="*/ 571 w 571"/>
                <a:gd name="T29" fmla="*/ 51 h 536"/>
                <a:gd name="T30" fmla="*/ 568 w 571"/>
                <a:gd name="T31" fmla="*/ 67 h 536"/>
                <a:gd name="T32" fmla="*/ 337 w 571"/>
                <a:gd name="T33" fmla="*/ 536 h 536"/>
                <a:gd name="T34" fmla="*/ 233 w 571"/>
                <a:gd name="T35" fmla="*/ 536 h 536"/>
                <a:gd name="T36" fmla="*/ 6 w 571"/>
                <a:gd name="T37" fmla="*/ 67 h 536"/>
                <a:gd name="T38" fmla="*/ 0 w 571"/>
                <a:gd name="T39" fmla="*/ 51 h 536"/>
                <a:gd name="T40" fmla="*/ 2 w 571"/>
                <a:gd name="T41" fmla="*/ 35 h 536"/>
                <a:gd name="T42" fmla="*/ 7 w 571"/>
                <a:gd name="T43" fmla="*/ 21 h 536"/>
                <a:gd name="T44" fmla="*/ 18 w 571"/>
                <a:gd name="T45" fmla="*/ 9 h 536"/>
                <a:gd name="T46" fmla="*/ 32 w 571"/>
                <a:gd name="T47" fmla="*/ 2 h 536"/>
                <a:gd name="T48" fmla="*/ 48 w 571"/>
                <a:gd name="T49"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571" h="536">
                  <a:moveTo>
                    <a:pt x="48" y="0"/>
                  </a:moveTo>
                  <a:lnTo>
                    <a:pt x="65" y="4"/>
                  </a:lnTo>
                  <a:lnTo>
                    <a:pt x="79" y="12"/>
                  </a:lnTo>
                  <a:lnTo>
                    <a:pt x="89" y="26"/>
                  </a:lnTo>
                  <a:lnTo>
                    <a:pt x="280" y="431"/>
                  </a:lnTo>
                  <a:lnTo>
                    <a:pt x="285" y="440"/>
                  </a:lnTo>
                  <a:lnTo>
                    <a:pt x="484" y="26"/>
                  </a:lnTo>
                  <a:lnTo>
                    <a:pt x="494" y="12"/>
                  </a:lnTo>
                  <a:lnTo>
                    <a:pt x="508" y="2"/>
                  </a:lnTo>
                  <a:lnTo>
                    <a:pt x="526" y="0"/>
                  </a:lnTo>
                  <a:lnTo>
                    <a:pt x="541" y="2"/>
                  </a:lnTo>
                  <a:lnTo>
                    <a:pt x="554" y="9"/>
                  </a:lnTo>
                  <a:lnTo>
                    <a:pt x="564" y="21"/>
                  </a:lnTo>
                  <a:lnTo>
                    <a:pt x="571" y="35"/>
                  </a:lnTo>
                  <a:lnTo>
                    <a:pt x="571" y="51"/>
                  </a:lnTo>
                  <a:lnTo>
                    <a:pt x="568" y="67"/>
                  </a:lnTo>
                  <a:lnTo>
                    <a:pt x="337" y="536"/>
                  </a:lnTo>
                  <a:lnTo>
                    <a:pt x="233" y="536"/>
                  </a:lnTo>
                  <a:lnTo>
                    <a:pt x="6" y="67"/>
                  </a:lnTo>
                  <a:lnTo>
                    <a:pt x="0" y="51"/>
                  </a:lnTo>
                  <a:lnTo>
                    <a:pt x="2" y="35"/>
                  </a:lnTo>
                  <a:lnTo>
                    <a:pt x="7" y="21"/>
                  </a:lnTo>
                  <a:lnTo>
                    <a:pt x="18" y="9"/>
                  </a:lnTo>
                  <a:lnTo>
                    <a:pt x="32" y="2"/>
                  </a:lnTo>
                  <a:lnTo>
                    <a:pt x="48" y="0"/>
                  </a:lnTo>
                  <a:close/>
                </a:path>
              </a:pathLst>
            </a:custGeom>
            <a:solidFill>
              <a:schemeClr val="tx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7" name="Freeform 9">
              <a:extLst>
                <a:ext uri="{FF2B5EF4-FFF2-40B4-BE49-F238E27FC236}">
                  <a16:creationId xmlns:a16="http://schemas.microsoft.com/office/drawing/2014/main" id="{B55F5EA6-ACB4-F73B-8708-83192579DBBB}"/>
                </a:ext>
              </a:extLst>
            </p:cNvPr>
            <p:cNvSpPr>
              <a:spLocks noEditPoints="1"/>
            </p:cNvSpPr>
            <p:nvPr userDrawn="1"/>
          </p:nvSpPr>
          <p:spPr bwMode="auto">
            <a:xfrm>
              <a:off x="7767562" y="705011"/>
              <a:ext cx="173010" cy="144669"/>
            </a:xfrm>
            <a:custGeom>
              <a:avLst/>
              <a:gdLst>
                <a:gd name="T0" fmla="*/ 321 w 641"/>
                <a:gd name="T1" fmla="*/ 70 h 536"/>
                <a:gd name="T2" fmla="*/ 201 w 641"/>
                <a:gd name="T3" fmla="*/ 328 h 536"/>
                <a:gd name="T4" fmla="*/ 443 w 641"/>
                <a:gd name="T5" fmla="*/ 328 h 536"/>
                <a:gd name="T6" fmla="*/ 321 w 641"/>
                <a:gd name="T7" fmla="*/ 70 h 536"/>
                <a:gd name="T8" fmla="*/ 264 w 641"/>
                <a:gd name="T9" fmla="*/ 0 h 536"/>
                <a:gd name="T10" fmla="*/ 381 w 641"/>
                <a:gd name="T11" fmla="*/ 0 h 536"/>
                <a:gd name="T12" fmla="*/ 641 w 641"/>
                <a:gd name="T13" fmla="*/ 536 h 536"/>
                <a:gd name="T14" fmla="*/ 538 w 641"/>
                <a:gd name="T15" fmla="*/ 536 h 536"/>
                <a:gd name="T16" fmla="*/ 482 w 641"/>
                <a:gd name="T17" fmla="*/ 414 h 536"/>
                <a:gd name="T18" fmla="*/ 480 w 641"/>
                <a:gd name="T19" fmla="*/ 410 h 536"/>
                <a:gd name="T20" fmla="*/ 161 w 641"/>
                <a:gd name="T21" fmla="*/ 410 h 536"/>
                <a:gd name="T22" fmla="*/ 103 w 641"/>
                <a:gd name="T23" fmla="*/ 536 h 536"/>
                <a:gd name="T24" fmla="*/ 0 w 641"/>
                <a:gd name="T25" fmla="*/ 536 h 536"/>
                <a:gd name="T26" fmla="*/ 264 w 641"/>
                <a:gd name="T27"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641" h="536">
                  <a:moveTo>
                    <a:pt x="321" y="70"/>
                  </a:moveTo>
                  <a:lnTo>
                    <a:pt x="201" y="328"/>
                  </a:lnTo>
                  <a:lnTo>
                    <a:pt x="443" y="328"/>
                  </a:lnTo>
                  <a:lnTo>
                    <a:pt x="321" y="70"/>
                  </a:lnTo>
                  <a:close/>
                  <a:moveTo>
                    <a:pt x="264" y="0"/>
                  </a:moveTo>
                  <a:lnTo>
                    <a:pt x="381" y="0"/>
                  </a:lnTo>
                  <a:lnTo>
                    <a:pt x="641" y="536"/>
                  </a:lnTo>
                  <a:lnTo>
                    <a:pt x="538" y="536"/>
                  </a:lnTo>
                  <a:lnTo>
                    <a:pt x="482" y="414"/>
                  </a:lnTo>
                  <a:lnTo>
                    <a:pt x="480" y="410"/>
                  </a:lnTo>
                  <a:lnTo>
                    <a:pt x="161" y="410"/>
                  </a:lnTo>
                  <a:lnTo>
                    <a:pt x="103" y="536"/>
                  </a:lnTo>
                  <a:lnTo>
                    <a:pt x="0" y="536"/>
                  </a:lnTo>
                  <a:lnTo>
                    <a:pt x="264" y="0"/>
                  </a:lnTo>
                  <a:close/>
                </a:path>
              </a:pathLst>
            </a:custGeom>
            <a:solidFill>
              <a:schemeClr val="tx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8" name="Freeform 10">
              <a:extLst>
                <a:ext uri="{FF2B5EF4-FFF2-40B4-BE49-F238E27FC236}">
                  <a16:creationId xmlns:a16="http://schemas.microsoft.com/office/drawing/2014/main" id="{F2B4DF57-055A-A5B3-F9EA-D5A8751833BE}"/>
                </a:ext>
              </a:extLst>
            </p:cNvPr>
            <p:cNvSpPr>
              <a:spLocks/>
            </p:cNvSpPr>
            <p:nvPr userDrawn="1"/>
          </p:nvSpPr>
          <p:spPr bwMode="auto">
            <a:xfrm>
              <a:off x="7934364" y="705011"/>
              <a:ext cx="157895" cy="144669"/>
            </a:xfrm>
            <a:custGeom>
              <a:avLst/>
              <a:gdLst>
                <a:gd name="T0" fmla="*/ 42 w 585"/>
                <a:gd name="T1" fmla="*/ 0 h 536"/>
                <a:gd name="T2" fmla="*/ 545 w 585"/>
                <a:gd name="T3" fmla="*/ 0 h 536"/>
                <a:gd name="T4" fmla="*/ 560 w 585"/>
                <a:gd name="T5" fmla="*/ 2 h 536"/>
                <a:gd name="T6" fmla="*/ 574 w 585"/>
                <a:gd name="T7" fmla="*/ 12 h 536"/>
                <a:gd name="T8" fmla="*/ 583 w 585"/>
                <a:gd name="T9" fmla="*/ 25 h 536"/>
                <a:gd name="T10" fmla="*/ 585 w 585"/>
                <a:gd name="T11" fmla="*/ 40 h 536"/>
                <a:gd name="T12" fmla="*/ 583 w 585"/>
                <a:gd name="T13" fmla="*/ 56 h 536"/>
                <a:gd name="T14" fmla="*/ 574 w 585"/>
                <a:gd name="T15" fmla="*/ 70 h 536"/>
                <a:gd name="T16" fmla="*/ 560 w 585"/>
                <a:gd name="T17" fmla="*/ 79 h 536"/>
                <a:gd name="T18" fmla="*/ 545 w 585"/>
                <a:gd name="T19" fmla="*/ 82 h 536"/>
                <a:gd name="T20" fmla="*/ 342 w 585"/>
                <a:gd name="T21" fmla="*/ 82 h 536"/>
                <a:gd name="T22" fmla="*/ 342 w 585"/>
                <a:gd name="T23" fmla="*/ 536 h 536"/>
                <a:gd name="T24" fmla="*/ 244 w 585"/>
                <a:gd name="T25" fmla="*/ 536 h 536"/>
                <a:gd name="T26" fmla="*/ 244 w 585"/>
                <a:gd name="T27" fmla="*/ 82 h 536"/>
                <a:gd name="T28" fmla="*/ 42 w 585"/>
                <a:gd name="T29" fmla="*/ 82 h 536"/>
                <a:gd name="T30" fmla="*/ 26 w 585"/>
                <a:gd name="T31" fmla="*/ 79 h 536"/>
                <a:gd name="T32" fmla="*/ 12 w 585"/>
                <a:gd name="T33" fmla="*/ 70 h 536"/>
                <a:gd name="T34" fmla="*/ 4 w 585"/>
                <a:gd name="T35" fmla="*/ 56 h 536"/>
                <a:gd name="T36" fmla="*/ 0 w 585"/>
                <a:gd name="T37" fmla="*/ 40 h 536"/>
                <a:gd name="T38" fmla="*/ 4 w 585"/>
                <a:gd name="T39" fmla="*/ 25 h 536"/>
                <a:gd name="T40" fmla="*/ 12 w 585"/>
                <a:gd name="T41" fmla="*/ 12 h 536"/>
                <a:gd name="T42" fmla="*/ 26 w 585"/>
                <a:gd name="T43" fmla="*/ 2 h 536"/>
                <a:gd name="T44" fmla="*/ 42 w 585"/>
                <a:gd name="T45"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585" h="536">
                  <a:moveTo>
                    <a:pt x="42" y="0"/>
                  </a:moveTo>
                  <a:lnTo>
                    <a:pt x="545" y="0"/>
                  </a:lnTo>
                  <a:lnTo>
                    <a:pt x="560" y="2"/>
                  </a:lnTo>
                  <a:lnTo>
                    <a:pt x="574" y="12"/>
                  </a:lnTo>
                  <a:lnTo>
                    <a:pt x="583" y="25"/>
                  </a:lnTo>
                  <a:lnTo>
                    <a:pt x="585" y="40"/>
                  </a:lnTo>
                  <a:lnTo>
                    <a:pt x="583" y="56"/>
                  </a:lnTo>
                  <a:lnTo>
                    <a:pt x="574" y="70"/>
                  </a:lnTo>
                  <a:lnTo>
                    <a:pt x="560" y="79"/>
                  </a:lnTo>
                  <a:lnTo>
                    <a:pt x="545" y="82"/>
                  </a:lnTo>
                  <a:lnTo>
                    <a:pt x="342" y="82"/>
                  </a:lnTo>
                  <a:lnTo>
                    <a:pt x="342" y="536"/>
                  </a:lnTo>
                  <a:lnTo>
                    <a:pt x="244" y="536"/>
                  </a:lnTo>
                  <a:lnTo>
                    <a:pt x="244" y="82"/>
                  </a:lnTo>
                  <a:lnTo>
                    <a:pt x="42" y="82"/>
                  </a:lnTo>
                  <a:lnTo>
                    <a:pt x="26" y="79"/>
                  </a:lnTo>
                  <a:lnTo>
                    <a:pt x="12" y="70"/>
                  </a:lnTo>
                  <a:lnTo>
                    <a:pt x="4" y="56"/>
                  </a:lnTo>
                  <a:lnTo>
                    <a:pt x="0" y="40"/>
                  </a:lnTo>
                  <a:lnTo>
                    <a:pt x="4" y="25"/>
                  </a:lnTo>
                  <a:lnTo>
                    <a:pt x="12" y="12"/>
                  </a:lnTo>
                  <a:lnTo>
                    <a:pt x="26" y="2"/>
                  </a:lnTo>
                  <a:lnTo>
                    <a:pt x="42" y="0"/>
                  </a:lnTo>
                  <a:close/>
                </a:path>
              </a:pathLst>
            </a:custGeom>
            <a:solidFill>
              <a:schemeClr val="tx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9" name="Freeform 11">
              <a:extLst>
                <a:ext uri="{FF2B5EF4-FFF2-40B4-BE49-F238E27FC236}">
                  <a16:creationId xmlns:a16="http://schemas.microsoft.com/office/drawing/2014/main" id="{2D5EF9E0-0962-BE13-EA0D-E37FC7AD8645}"/>
                </a:ext>
              </a:extLst>
            </p:cNvPr>
            <p:cNvSpPr>
              <a:spLocks/>
            </p:cNvSpPr>
            <p:nvPr userDrawn="1"/>
          </p:nvSpPr>
          <p:spPr bwMode="auto">
            <a:xfrm>
              <a:off x="8122758" y="705011"/>
              <a:ext cx="154116" cy="148448"/>
            </a:xfrm>
            <a:custGeom>
              <a:avLst/>
              <a:gdLst>
                <a:gd name="T0" fmla="*/ 49 w 571"/>
                <a:gd name="T1" fmla="*/ 0 h 550"/>
                <a:gd name="T2" fmla="*/ 68 w 571"/>
                <a:gd name="T3" fmla="*/ 4 h 550"/>
                <a:gd name="T4" fmla="*/ 84 w 571"/>
                <a:gd name="T5" fmla="*/ 14 h 550"/>
                <a:gd name="T6" fmla="*/ 94 w 571"/>
                <a:gd name="T7" fmla="*/ 30 h 550"/>
                <a:gd name="T8" fmla="*/ 98 w 571"/>
                <a:gd name="T9" fmla="*/ 49 h 550"/>
                <a:gd name="T10" fmla="*/ 98 w 571"/>
                <a:gd name="T11" fmla="*/ 299 h 550"/>
                <a:gd name="T12" fmla="*/ 98 w 571"/>
                <a:gd name="T13" fmla="*/ 320 h 550"/>
                <a:gd name="T14" fmla="*/ 101 w 571"/>
                <a:gd name="T15" fmla="*/ 342 h 550"/>
                <a:gd name="T16" fmla="*/ 105 w 571"/>
                <a:gd name="T17" fmla="*/ 363 h 550"/>
                <a:gd name="T18" fmla="*/ 112 w 571"/>
                <a:gd name="T19" fmla="*/ 384 h 550"/>
                <a:gd name="T20" fmla="*/ 122 w 571"/>
                <a:gd name="T21" fmla="*/ 403 h 550"/>
                <a:gd name="T22" fmla="*/ 136 w 571"/>
                <a:gd name="T23" fmla="*/ 421 h 550"/>
                <a:gd name="T24" fmla="*/ 156 w 571"/>
                <a:gd name="T25" fmla="*/ 437 h 550"/>
                <a:gd name="T26" fmla="*/ 180 w 571"/>
                <a:gd name="T27" fmla="*/ 449 h 550"/>
                <a:gd name="T28" fmla="*/ 208 w 571"/>
                <a:gd name="T29" fmla="*/ 459 h 550"/>
                <a:gd name="T30" fmla="*/ 245 w 571"/>
                <a:gd name="T31" fmla="*/ 464 h 550"/>
                <a:gd name="T32" fmla="*/ 286 w 571"/>
                <a:gd name="T33" fmla="*/ 466 h 550"/>
                <a:gd name="T34" fmla="*/ 328 w 571"/>
                <a:gd name="T35" fmla="*/ 464 h 550"/>
                <a:gd name="T36" fmla="*/ 363 w 571"/>
                <a:gd name="T37" fmla="*/ 459 h 550"/>
                <a:gd name="T38" fmla="*/ 391 w 571"/>
                <a:gd name="T39" fmla="*/ 449 h 550"/>
                <a:gd name="T40" fmla="*/ 416 w 571"/>
                <a:gd name="T41" fmla="*/ 437 h 550"/>
                <a:gd name="T42" fmla="*/ 435 w 571"/>
                <a:gd name="T43" fmla="*/ 421 h 550"/>
                <a:gd name="T44" fmla="*/ 449 w 571"/>
                <a:gd name="T45" fmla="*/ 403 h 550"/>
                <a:gd name="T46" fmla="*/ 459 w 571"/>
                <a:gd name="T47" fmla="*/ 384 h 550"/>
                <a:gd name="T48" fmla="*/ 466 w 571"/>
                <a:gd name="T49" fmla="*/ 363 h 550"/>
                <a:gd name="T50" fmla="*/ 470 w 571"/>
                <a:gd name="T51" fmla="*/ 342 h 550"/>
                <a:gd name="T52" fmla="*/ 473 w 571"/>
                <a:gd name="T53" fmla="*/ 320 h 550"/>
                <a:gd name="T54" fmla="*/ 473 w 571"/>
                <a:gd name="T55" fmla="*/ 299 h 550"/>
                <a:gd name="T56" fmla="*/ 473 w 571"/>
                <a:gd name="T57" fmla="*/ 49 h 550"/>
                <a:gd name="T58" fmla="*/ 477 w 571"/>
                <a:gd name="T59" fmla="*/ 30 h 550"/>
                <a:gd name="T60" fmla="*/ 487 w 571"/>
                <a:gd name="T61" fmla="*/ 14 h 550"/>
                <a:gd name="T62" fmla="*/ 503 w 571"/>
                <a:gd name="T63" fmla="*/ 4 h 550"/>
                <a:gd name="T64" fmla="*/ 522 w 571"/>
                <a:gd name="T65" fmla="*/ 0 h 550"/>
                <a:gd name="T66" fmla="*/ 541 w 571"/>
                <a:gd name="T67" fmla="*/ 4 h 550"/>
                <a:gd name="T68" fmla="*/ 557 w 571"/>
                <a:gd name="T69" fmla="*/ 14 h 550"/>
                <a:gd name="T70" fmla="*/ 567 w 571"/>
                <a:gd name="T71" fmla="*/ 30 h 550"/>
                <a:gd name="T72" fmla="*/ 571 w 571"/>
                <a:gd name="T73" fmla="*/ 49 h 550"/>
                <a:gd name="T74" fmla="*/ 571 w 571"/>
                <a:gd name="T75" fmla="*/ 306 h 550"/>
                <a:gd name="T76" fmla="*/ 567 w 571"/>
                <a:gd name="T77" fmla="*/ 358 h 550"/>
                <a:gd name="T78" fmla="*/ 557 w 571"/>
                <a:gd name="T79" fmla="*/ 402 h 550"/>
                <a:gd name="T80" fmla="*/ 540 w 571"/>
                <a:gd name="T81" fmla="*/ 442 h 550"/>
                <a:gd name="T82" fmla="*/ 513 w 571"/>
                <a:gd name="T83" fmla="*/ 475 h 550"/>
                <a:gd name="T84" fmla="*/ 482 w 571"/>
                <a:gd name="T85" fmla="*/ 501 h 550"/>
                <a:gd name="T86" fmla="*/ 444 w 571"/>
                <a:gd name="T87" fmla="*/ 522 h 550"/>
                <a:gd name="T88" fmla="*/ 398 w 571"/>
                <a:gd name="T89" fmla="*/ 538 h 550"/>
                <a:gd name="T90" fmla="*/ 346 w 571"/>
                <a:gd name="T91" fmla="*/ 547 h 550"/>
                <a:gd name="T92" fmla="*/ 286 w 571"/>
                <a:gd name="T93" fmla="*/ 550 h 550"/>
                <a:gd name="T94" fmla="*/ 225 w 571"/>
                <a:gd name="T95" fmla="*/ 547 h 550"/>
                <a:gd name="T96" fmla="*/ 173 w 571"/>
                <a:gd name="T97" fmla="*/ 538 h 550"/>
                <a:gd name="T98" fmla="*/ 128 w 571"/>
                <a:gd name="T99" fmla="*/ 522 h 550"/>
                <a:gd name="T100" fmla="*/ 89 w 571"/>
                <a:gd name="T101" fmla="*/ 501 h 550"/>
                <a:gd name="T102" fmla="*/ 58 w 571"/>
                <a:gd name="T103" fmla="*/ 475 h 550"/>
                <a:gd name="T104" fmla="*/ 32 w 571"/>
                <a:gd name="T105" fmla="*/ 442 h 550"/>
                <a:gd name="T106" fmla="*/ 14 w 571"/>
                <a:gd name="T107" fmla="*/ 402 h 550"/>
                <a:gd name="T108" fmla="*/ 4 w 571"/>
                <a:gd name="T109" fmla="*/ 358 h 550"/>
                <a:gd name="T110" fmla="*/ 0 w 571"/>
                <a:gd name="T111" fmla="*/ 306 h 550"/>
                <a:gd name="T112" fmla="*/ 0 w 571"/>
                <a:gd name="T113" fmla="*/ 49 h 550"/>
                <a:gd name="T114" fmla="*/ 4 w 571"/>
                <a:gd name="T115" fmla="*/ 30 h 550"/>
                <a:gd name="T116" fmla="*/ 14 w 571"/>
                <a:gd name="T117" fmla="*/ 14 h 550"/>
                <a:gd name="T118" fmla="*/ 30 w 571"/>
                <a:gd name="T119" fmla="*/ 4 h 550"/>
                <a:gd name="T120" fmla="*/ 49 w 571"/>
                <a:gd name="T121" fmla="*/ 0 h 5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571" h="550">
                  <a:moveTo>
                    <a:pt x="49" y="0"/>
                  </a:moveTo>
                  <a:lnTo>
                    <a:pt x="68" y="4"/>
                  </a:lnTo>
                  <a:lnTo>
                    <a:pt x="84" y="14"/>
                  </a:lnTo>
                  <a:lnTo>
                    <a:pt x="94" y="30"/>
                  </a:lnTo>
                  <a:lnTo>
                    <a:pt x="98" y="49"/>
                  </a:lnTo>
                  <a:lnTo>
                    <a:pt x="98" y="299"/>
                  </a:lnTo>
                  <a:lnTo>
                    <a:pt x="98" y="320"/>
                  </a:lnTo>
                  <a:lnTo>
                    <a:pt x="101" y="342"/>
                  </a:lnTo>
                  <a:lnTo>
                    <a:pt x="105" y="363"/>
                  </a:lnTo>
                  <a:lnTo>
                    <a:pt x="112" y="384"/>
                  </a:lnTo>
                  <a:lnTo>
                    <a:pt x="122" y="403"/>
                  </a:lnTo>
                  <a:lnTo>
                    <a:pt x="136" y="421"/>
                  </a:lnTo>
                  <a:lnTo>
                    <a:pt x="156" y="437"/>
                  </a:lnTo>
                  <a:lnTo>
                    <a:pt x="180" y="449"/>
                  </a:lnTo>
                  <a:lnTo>
                    <a:pt x="208" y="459"/>
                  </a:lnTo>
                  <a:lnTo>
                    <a:pt x="245" y="464"/>
                  </a:lnTo>
                  <a:lnTo>
                    <a:pt x="286" y="466"/>
                  </a:lnTo>
                  <a:lnTo>
                    <a:pt x="328" y="464"/>
                  </a:lnTo>
                  <a:lnTo>
                    <a:pt x="363" y="459"/>
                  </a:lnTo>
                  <a:lnTo>
                    <a:pt x="391" y="449"/>
                  </a:lnTo>
                  <a:lnTo>
                    <a:pt x="416" y="437"/>
                  </a:lnTo>
                  <a:lnTo>
                    <a:pt x="435" y="421"/>
                  </a:lnTo>
                  <a:lnTo>
                    <a:pt x="449" y="403"/>
                  </a:lnTo>
                  <a:lnTo>
                    <a:pt x="459" y="384"/>
                  </a:lnTo>
                  <a:lnTo>
                    <a:pt x="466" y="363"/>
                  </a:lnTo>
                  <a:lnTo>
                    <a:pt x="470" y="342"/>
                  </a:lnTo>
                  <a:lnTo>
                    <a:pt x="473" y="320"/>
                  </a:lnTo>
                  <a:lnTo>
                    <a:pt x="473" y="299"/>
                  </a:lnTo>
                  <a:lnTo>
                    <a:pt x="473" y="49"/>
                  </a:lnTo>
                  <a:lnTo>
                    <a:pt x="477" y="30"/>
                  </a:lnTo>
                  <a:lnTo>
                    <a:pt x="487" y="14"/>
                  </a:lnTo>
                  <a:lnTo>
                    <a:pt x="503" y="4"/>
                  </a:lnTo>
                  <a:lnTo>
                    <a:pt x="522" y="0"/>
                  </a:lnTo>
                  <a:lnTo>
                    <a:pt x="541" y="4"/>
                  </a:lnTo>
                  <a:lnTo>
                    <a:pt x="557" y="14"/>
                  </a:lnTo>
                  <a:lnTo>
                    <a:pt x="567" y="30"/>
                  </a:lnTo>
                  <a:lnTo>
                    <a:pt x="571" y="49"/>
                  </a:lnTo>
                  <a:lnTo>
                    <a:pt x="571" y="306"/>
                  </a:lnTo>
                  <a:lnTo>
                    <a:pt x="567" y="358"/>
                  </a:lnTo>
                  <a:lnTo>
                    <a:pt x="557" y="402"/>
                  </a:lnTo>
                  <a:lnTo>
                    <a:pt x="540" y="442"/>
                  </a:lnTo>
                  <a:lnTo>
                    <a:pt x="513" y="475"/>
                  </a:lnTo>
                  <a:lnTo>
                    <a:pt x="482" y="501"/>
                  </a:lnTo>
                  <a:lnTo>
                    <a:pt x="444" y="522"/>
                  </a:lnTo>
                  <a:lnTo>
                    <a:pt x="398" y="538"/>
                  </a:lnTo>
                  <a:lnTo>
                    <a:pt x="346" y="547"/>
                  </a:lnTo>
                  <a:lnTo>
                    <a:pt x="286" y="550"/>
                  </a:lnTo>
                  <a:lnTo>
                    <a:pt x="225" y="547"/>
                  </a:lnTo>
                  <a:lnTo>
                    <a:pt x="173" y="538"/>
                  </a:lnTo>
                  <a:lnTo>
                    <a:pt x="128" y="522"/>
                  </a:lnTo>
                  <a:lnTo>
                    <a:pt x="89" y="501"/>
                  </a:lnTo>
                  <a:lnTo>
                    <a:pt x="58" y="475"/>
                  </a:lnTo>
                  <a:lnTo>
                    <a:pt x="32" y="442"/>
                  </a:lnTo>
                  <a:lnTo>
                    <a:pt x="14" y="402"/>
                  </a:lnTo>
                  <a:lnTo>
                    <a:pt x="4" y="358"/>
                  </a:lnTo>
                  <a:lnTo>
                    <a:pt x="0" y="306"/>
                  </a:lnTo>
                  <a:lnTo>
                    <a:pt x="0" y="49"/>
                  </a:lnTo>
                  <a:lnTo>
                    <a:pt x="4" y="30"/>
                  </a:lnTo>
                  <a:lnTo>
                    <a:pt x="14" y="14"/>
                  </a:lnTo>
                  <a:lnTo>
                    <a:pt x="30" y="4"/>
                  </a:lnTo>
                  <a:lnTo>
                    <a:pt x="49" y="0"/>
                  </a:lnTo>
                  <a:close/>
                </a:path>
              </a:pathLst>
            </a:custGeom>
            <a:solidFill>
              <a:schemeClr val="tx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0" name="Freeform 12">
              <a:extLst>
                <a:ext uri="{FF2B5EF4-FFF2-40B4-BE49-F238E27FC236}">
                  <a16:creationId xmlns:a16="http://schemas.microsoft.com/office/drawing/2014/main" id="{EB24C6E3-9AC5-E695-8BED-7BE61A5CB631}"/>
                </a:ext>
              </a:extLst>
            </p:cNvPr>
            <p:cNvSpPr>
              <a:spLocks noEditPoints="1"/>
            </p:cNvSpPr>
            <p:nvPr userDrawn="1"/>
          </p:nvSpPr>
          <p:spPr bwMode="auto">
            <a:xfrm>
              <a:off x="8321678" y="705011"/>
              <a:ext cx="148448" cy="144669"/>
            </a:xfrm>
            <a:custGeom>
              <a:avLst/>
              <a:gdLst>
                <a:gd name="T0" fmla="*/ 96 w 550"/>
                <a:gd name="T1" fmla="*/ 79 h 536"/>
                <a:gd name="T2" fmla="*/ 96 w 550"/>
                <a:gd name="T3" fmla="*/ 241 h 536"/>
                <a:gd name="T4" fmla="*/ 307 w 550"/>
                <a:gd name="T5" fmla="*/ 241 h 536"/>
                <a:gd name="T6" fmla="*/ 342 w 550"/>
                <a:gd name="T7" fmla="*/ 241 h 536"/>
                <a:gd name="T8" fmla="*/ 372 w 550"/>
                <a:gd name="T9" fmla="*/ 238 h 536"/>
                <a:gd name="T10" fmla="*/ 398 w 550"/>
                <a:gd name="T11" fmla="*/ 231 h 536"/>
                <a:gd name="T12" fmla="*/ 417 w 550"/>
                <a:gd name="T13" fmla="*/ 222 h 536"/>
                <a:gd name="T14" fmla="*/ 431 w 550"/>
                <a:gd name="T15" fmla="*/ 206 h 536"/>
                <a:gd name="T16" fmla="*/ 440 w 550"/>
                <a:gd name="T17" fmla="*/ 187 h 536"/>
                <a:gd name="T18" fmla="*/ 443 w 550"/>
                <a:gd name="T19" fmla="*/ 161 h 536"/>
                <a:gd name="T20" fmla="*/ 440 w 550"/>
                <a:gd name="T21" fmla="*/ 135 h 536"/>
                <a:gd name="T22" fmla="*/ 431 w 550"/>
                <a:gd name="T23" fmla="*/ 114 h 536"/>
                <a:gd name="T24" fmla="*/ 417 w 550"/>
                <a:gd name="T25" fmla="*/ 100 h 536"/>
                <a:gd name="T26" fmla="*/ 398 w 550"/>
                <a:gd name="T27" fmla="*/ 89 h 536"/>
                <a:gd name="T28" fmla="*/ 372 w 550"/>
                <a:gd name="T29" fmla="*/ 84 h 536"/>
                <a:gd name="T30" fmla="*/ 342 w 550"/>
                <a:gd name="T31" fmla="*/ 80 h 536"/>
                <a:gd name="T32" fmla="*/ 307 w 550"/>
                <a:gd name="T33" fmla="*/ 79 h 536"/>
                <a:gd name="T34" fmla="*/ 96 w 550"/>
                <a:gd name="T35" fmla="*/ 79 h 536"/>
                <a:gd name="T36" fmla="*/ 0 w 550"/>
                <a:gd name="T37" fmla="*/ 0 h 536"/>
                <a:gd name="T38" fmla="*/ 323 w 550"/>
                <a:gd name="T39" fmla="*/ 0 h 536"/>
                <a:gd name="T40" fmla="*/ 377 w 550"/>
                <a:gd name="T41" fmla="*/ 2 h 536"/>
                <a:gd name="T42" fmla="*/ 422 w 550"/>
                <a:gd name="T43" fmla="*/ 9 h 536"/>
                <a:gd name="T44" fmla="*/ 459 w 550"/>
                <a:gd name="T45" fmla="*/ 19 h 536"/>
                <a:gd name="T46" fmla="*/ 489 w 550"/>
                <a:gd name="T47" fmla="*/ 37 h 536"/>
                <a:gd name="T48" fmla="*/ 511 w 550"/>
                <a:gd name="T49" fmla="*/ 58 h 536"/>
                <a:gd name="T50" fmla="*/ 527 w 550"/>
                <a:gd name="T51" fmla="*/ 86 h 536"/>
                <a:gd name="T52" fmla="*/ 537 w 550"/>
                <a:gd name="T53" fmla="*/ 119 h 536"/>
                <a:gd name="T54" fmla="*/ 539 w 550"/>
                <a:gd name="T55" fmla="*/ 157 h 536"/>
                <a:gd name="T56" fmla="*/ 537 w 550"/>
                <a:gd name="T57" fmla="*/ 194 h 536"/>
                <a:gd name="T58" fmla="*/ 527 w 550"/>
                <a:gd name="T59" fmla="*/ 225 h 536"/>
                <a:gd name="T60" fmla="*/ 513 w 550"/>
                <a:gd name="T61" fmla="*/ 252 h 536"/>
                <a:gd name="T62" fmla="*/ 494 w 550"/>
                <a:gd name="T63" fmla="*/ 272 h 536"/>
                <a:gd name="T64" fmla="*/ 471 w 550"/>
                <a:gd name="T65" fmla="*/ 290 h 536"/>
                <a:gd name="T66" fmla="*/ 447 w 550"/>
                <a:gd name="T67" fmla="*/ 302 h 536"/>
                <a:gd name="T68" fmla="*/ 419 w 550"/>
                <a:gd name="T69" fmla="*/ 311 h 536"/>
                <a:gd name="T70" fmla="*/ 393 w 550"/>
                <a:gd name="T71" fmla="*/ 314 h 536"/>
                <a:gd name="T72" fmla="*/ 384 w 550"/>
                <a:gd name="T73" fmla="*/ 314 h 536"/>
                <a:gd name="T74" fmla="*/ 550 w 550"/>
                <a:gd name="T75" fmla="*/ 536 h 536"/>
                <a:gd name="T76" fmla="*/ 431 w 550"/>
                <a:gd name="T77" fmla="*/ 536 h 536"/>
                <a:gd name="T78" fmla="*/ 274 w 550"/>
                <a:gd name="T79" fmla="*/ 323 h 536"/>
                <a:gd name="T80" fmla="*/ 272 w 550"/>
                <a:gd name="T81" fmla="*/ 321 h 536"/>
                <a:gd name="T82" fmla="*/ 96 w 550"/>
                <a:gd name="T83" fmla="*/ 321 h 536"/>
                <a:gd name="T84" fmla="*/ 96 w 550"/>
                <a:gd name="T85" fmla="*/ 536 h 536"/>
                <a:gd name="T86" fmla="*/ 0 w 550"/>
                <a:gd name="T87" fmla="*/ 536 h 536"/>
                <a:gd name="T88" fmla="*/ 0 w 550"/>
                <a:gd name="T89"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550" h="536">
                  <a:moveTo>
                    <a:pt x="96" y="79"/>
                  </a:moveTo>
                  <a:lnTo>
                    <a:pt x="96" y="241"/>
                  </a:lnTo>
                  <a:lnTo>
                    <a:pt x="307" y="241"/>
                  </a:lnTo>
                  <a:lnTo>
                    <a:pt x="342" y="241"/>
                  </a:lnTo>
                  <a:lnTo>
                    <a:pt x="372" y="238"/>
                  </a:lnTo>
                  <a:lnTo>
                    <a:pt x="398" y="231"/>
                  </a:lnTo>
                  <a:lnTo>
                    <a:pt x="417" y="222"/>
                  </a:lnTo>
                  <a:lnTo>
                    <a:pt x="431" y="206"/>
                  </a:lnTo>
                  <a:lnTo>
                    <a:pt x="440" y="187"/>
                  </a:lnTo>
                  <a:lnTo>
                    <a:pt x="443" y="161"/>
                  </a:lnTo>
                  <a:lnTo>
                    <a:pt x="440" y="135"/>
                  </a:lnTo>
                  <a:lnTo>
                    <a:pt x="431" y="114"/>
                  </a:lnTo>
                  <a:lnTo>
                    <a:pt x="417" y="100"/>
                  </a:lnTo>
                  <a:lnTo>
                    <a:pt x="398" y="89"/>
                  </a:lnTo>
                  <a:lnTo>
                    <a:pt x="372" y="84"/>
                  </a:lnTo>
                  <a:lnTo>
                    <a:pt x="342" y="80"/>
                  </a:lnTo>
                  <a:lnTo>
                    <a:pt x="307" y="79"/>
                  </a:lnTo>
                  <a:lnTo>
                    <a:pt x="96" y="79"/>
                  </a:lnTo>
                  <a:close/>
                  <a:moveTo>
                    <a:pt x="0" y="0"/>
                  </a:moveTo>
                  <a:lnTo>
                    <a:pt x="323" y="0"/>
                  </a:lnTo>
                  <a:lnTo>
                    <a:pt x="377" y="2"/>
                  </a:lnTo>
                  <a:lnTo>
                    <a:pt x="422" y="9"/>
                  </a:lnTo>
                  <a:lnTo>
                    <a:pt x="459" y="19"/>
                  </a:lnTo>
                  <a:lnTo>
                    <a:pt x="489" y="37"/>
                  </a:lnTo>
                  <a:lnTo>
                    <a:pt x="511" y="58"/>
                  </a:lnTo>
                  <a:lnTo>
                    <a:pt x="527" y="86"/>
                  </a:lnTo>
                  <a:lnTo>
                    <a:pt x="537" y="119"/>
                  </a:lnTo>
                  <a:lnTo>
                    <a:pt x="539" y="157"/>
                  </a:lnTo>
                  <a:lnTo>
                    <a:pt x="537" y="194"/>
                  </a:lnTo>
                  <a:lnTo>
                    <a:pt x="527" y="225"/>
                  </a:lnTo>
                  <a:lnTo>
                    <a:pt x="513" y="252"/>
                  </a:lnTo>
                  <a:lnTo>
                    <a:pt x="494" y="272"/>
                  </a:lnTo>
                  <a:lnTo>
                    <a:pt x="471" y="290"/>
                  </a:lnTo>
                  <a:lnTo>
                    <a:pt x="447" y="302"/>
                  </a:lnTo>
                  <a:lnTo>
                    <a:pt x="419" y="311"/>
                  </a:lnTo>
                  <a:lnTo>
                    <a:pt x="393" y="314"/>
                  </a:lnTo>
                  <a:lnTo>
                    <a:pt x="384" y="314"/>
                  </a:lnTo>
                  <a:lnTo>
                    <a:pt x="550" y="536"/>
                  </a:lnTo>
                  <a:lnTo>
                    <a:pt x="431" y="536"/>
                  </a:lnTo>
                  <a:lnTo>
                    <a:pt x="274" y="323"/>
                  </a:lnTo>
                  <a:lnTo>
                    <a:pt x="272" y="321"/>
                  </a:lnTo>
                  <a:lnTo>
                    <a:pt x="96" y="321"/>
                  </a:lnTo>
                  <a:lnTo>
                    <a:pt x="96" y="536"/>
                  </a:lnTo>
                  <a:lnTo>
                    <a:pt x="0" y="536"/>
                  </a:lnTo>
                  <a:lnTo>
                    <a:pt x="0" y="0"/>
                  </a:lnTo>
                  <a:close/>
                </a:path>
              </a:pathLst>
            </a:custGeom>
            <a:solidFill>
              <a:schemeClr val="tx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1" name="Freeform 13">
              <a:extLst>
                <a:ext uri="{FF2B5EF4-FFF2-40B4-BE49-F238E27FC236}">
                  <a16:creationId xmlns:a16="http://schemas.microsoft.com/office/drawing/2014/main" id="{47756FA6-C29B-BFEB-7653-543BD807F2D1}"/>
                </a:ext>
              </a:extLst>
            </p:cNvPr>
            <p:cNvSpPr>
              <a:spLocks/>
            </p:cNvSpPr>
            <p:nvPr userDrawn="1"/>
          </p:nvSpPr>
          <p:spPr bwMode="auto">
            <a:xfrm>
              <a:off x="8507374" y="705011"/>
              <a:ext cx="131714" cy="144669"/>
            </a:xfrm>
            <a:custGeom>
              <a:avLst/>
              <a:gdLst>
                <a:gd name="T0" fmla="*/ 0 w 488"/>
                <a:gd name="T1" fmla="*/ 0 h 536"/>
                <a:gd name="T2" fmla="*/ 438 w 488"/>
                <a:gd name="T3" fmla="*/ 0 h 536"/>
                <a:gd name="T4" fmla="*/ 453 w 488"/>
                <a:gd name="T5" fmla="*/ 2 h 536"/>
                <a:gd name="T6" fmla="*/ 467 w 488"/>
                <a:gd name="T7" fmla="*/ 12 h 536"/>
                <a:gd name="T8" fmla="*/ 476 w 488"/>
                <a:gd name="T9" fmla="*/ 25 h 536"/>
                <a:gd name="T10" fmla="*/ 480 w 488"/>
                <a:gd name="T11" fmla="*/ 40 h 536"/>
                <a:gd name="T12" fmla="*/ 476 w 488"/>
                <a:gd name="T13" fmla="*/ 56 h 536"/>
                <a:gd name="T14" fmla="*/ 467 w 488"/>
                <a:gd name="T15" fmla="*/ 70 h 536"/>
                <a:gd name="T16" fmla="*/ 453 w 488"/>
                <a:gd name="T17" fmla="*/ 79 h 536"/>
                <a:gd name="T18" fmla="*/ 438 w 488"/>
                <a:gd name="T19" fmla="*/ 82 h 536"/>
                <a:gd name="T20" fmla="*/ 97 w 488"/>
                <a:gd name="T21" fmla="*/ 82 h 536"/>
                <a:gd name="T22" fmla="*/ 97 w 488"/>
                <a:gd name="T23" fmla="*/ 218 h 536"/>
                <a:gd name="T24" fmla="*/ 333 w 488"/>
                <a:gd name="T25" fmla="*/ 218 h 536"/>
                <a:gd name="T26" fmla="*/ 349 w 488"/>
                <a:gd name="T27" fmla="*/ 222 h 536"/>
                <a:gd name="T28" fmla="*/ 361 w 488"/>
                <a:gd name="T29" fmla="*/ 231 h 536"/>
                <a:gd name="T30" fmla="*/ 370 w 488"/>
                <a:gd name="T31" fmla="*/ 243 h 536"/>
                <a:gd name="T32" fmla="*/ 373 w 488"/>
                <a:gd name="T33" fmla="*/ 259 h 536"/>
                <a:gd name="T34" fmla="*/ 370 w 488"/>
                <a:gd name="T35" fmla="*/ 276 h 536"/>
                <a:gd name="T36" fmla="*/ 361 w 488"/>
                <a:gd name="T37" fmla="*/ 288 h 536"/>
                <a:gd name="T38" fmla="*/ 349 w 488"/>
                <a:gd name="T39" fmla="*/ 297 h 536"/>
                <a:gd name="T40" fmla="*/ 333 w 488"/>
                <a:gd name="T41" fmla="*/ 300 h 536"/>
                <a:gd name="T42" fmla="*/ 97 w 488"/>
                <a:gd name="T43" fmla="*/ 300 h 536"/>
                <a:gd name="T44" fmla="*/ 97 w 488"/>
                <a:gd name="T45" fmla="*/ 454 h 536"/>
                <a:gd name="T46" fmla="*/ 446 w 488"/>
                <a:gd name="T47" fmla="*/ 454 h 536"/>
                <a:gd name="T48" fmla="*/ 464 w 488"/>
                <a:gd name="T49" fmla="*/ 457 h 536"/>
                <a:gd name="T50" fmla="*/ 476 w 488"/>
                <a:gd name="T51" fmla="*/ 466 h 536"/>
                <a:gd name="T52" fmla="*/ 485 w 488"/>
                <a:gd name="T53" fmla="*/ 478 h 536"/>
                <a:gd name="T54" fmla="*/ 488 w 488"/>
                <a:gd name="T55" fmla="*/ 494 h 536"/>
                <a:gd name="T56" fmla="*/ 485 w 488"/>
                <a:gd name="T57" fmla="*/ 512 h 536"/>
                <a:gd name="T58" fmla="*/ 476 w 488"/>
                <a:gd name="T59" fmla="*/ 524 h 536"/>
                <a:gd name="T60" fmla="*/ 464 w 488"/>
                <a:gd name="T61" fmla="*/ 533 h 536"/>
                <a:gd name="T62" fmla="*/ 446 w 488"/>
                <a:gd name="T63" fmla="*/ 536 h 536"/>
                <a:gd name="T64" fmla="*/ 0 w 488"/>
                <a:gd name="T65" fmla="*/ 536 h 536"/>
                <a:gd name="T66" fmla="*/ 0 w 488"/>
                <a:gd name="T67"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488" h="536">
                  <a:moveTo>
                    <a:pt x="0" y="0"/>
                  </a:moveTo>
                  <a:lnTo>
                    <a:pt x="438" y="0"/>
                  </a:lnTo>
                  <a:lnTo>
                    <a:pt x="453" y="2"/>
                  </a:lnTo>
                  <a:lnTo>
                    <a:pt x="467" y="12"/>
                  </a:lnTo>
                  <a:lnTo>
                    <a:pt x="476" y="25"/>
                  </a:lnTo>
                  <a:lnTo>
                    <a:pt x="480" y="40"/>
                  </a:lnTo>
                  <a:lnTo>
                    <a:pt x="476" y="56"/>
                  </a:lnTo>
                  <a:lnTo>
                    <a:pt x="467" y="70"/>
                  </a:lnTo>
                  <a:lnTo>
                    <a:pt x="453" y="79"/>
                  </a:lnTo>
                  <a:lnTo>
                    <a:pt x="438" y="82"/>
                  </a:lnTo>
                  <a:lnTo>
                    <a:pt x="97" y="82"/>
                  </a:lnTo>
                  <a:lnTo>
                    <a:pt x="97" y="218"/>
                  </a:lnTo>
                  <a:lnTo>
                    <a:pt x="333" y="218"/>
                  </a:lnTo>
                  <a:lnTo>
                    <a:pt x="349" y="222"/>
                  </a:lnTo>
                  <a:lnTo>
                    <a:pt x="361" y="231"/>
                  </a:lnTo>
                  <a:lnTo>
                    <a:pt x="370" y="243"/>
                  </a:lnTo>
                  <a:lnTo>
                    <a:pt x="373" y="259"/>
                  </a:lnTo>
                  <a:lnTo>
                    <a:pt x="370" y="276"/>
                  </a:lnTo>
                  <a:lnTo>
                    <a:pt x="361" y="288"/>
                  </a:lnTo>
                  <a:lnTo>
                    <a:pt x="349" y="297"/>
                  </a:lnTo>
                  <a:lnTo>
                    <a:pt x="333" y="300"/>
                  </a:lnTo>
                  <a:lnTo>
                    <a:pt x="97" y="300"/>
                  </a:lnTo>
                  <a:lnTo>
                    <a:pt x="97" y="454"/>
                  </a:lnTo>
                  <a:lnTo>
                    <a:pt x="446" y="454"/>
                  </a:lnTo>
                  <a:lnTo>
                    <a:pt x="464" y="457"/>
                  </a:lnTo>
                  <a:lnTo>
                    <a:pt x="476" y="466"/>
                  </a:lnTo>
                  <a:lnTo>
                    <a:pt x="485" y="478"/>
                  </a:lnTo>
                  <a:lnTo>
                    <a:pt x="488" y="494"/>
                  </a:lnTo>
                  <a:lnTo>
                    <a:pt x="485" y="512"/>
                  </a:lnTo>
                  <a:lnTo>
                    <a:pt x="476" y="524"/>
                  </a:lnTo>
                  <a:lnTo>
                    <a:pt x="464" y="533"/>
                  </a:lnTo>
                  <a:lnTo>
                    <a:pt x="446" y="536"/>
                  </a:lnTo>
                  <a:lnTo>
                    <a:pt x="0" y="536"/>
                  </a:lnTo>
                  <a:lnTo>
                    <a:pt x="0" y="0"/>
                  </a:lnTo>
                  <a:close/>
                </a:path>
              </a:pathLst>
            </a:custGeom>
            <a:solidFill>
              <a:schemeClr val="tx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2" name="Freeform 14">
              <a:extLst>
                <a:ext uri="{FF2B5EF4-FFF2-40B4-BE49-F238E27FC236}">
                  <a16:creationId xmlns:a16="http://schemas.microsoft.com/office/drawing/2014/main" id="{38A89EE8-B866-AAED-26C2-BE18B4FBF047}"/>
                </a:ext>
              </a:extLst>
            </p:cNvPr>
            <p:cNvSpPr>
              <a:spLocks/>
            </p:cNvSpPr>
            <p:nvPr userDrawn="1"/>
          </p:nvSpPr>
          <p:spPr bwMode="auto">
            <a:xfrm>
              <a:off x="7785916" y="618911"/>
              <a:ext cx="25911" cy="24831"/>
            </a:xfrm>
            <a:custGeom>
              <a:avLst/>
              <a:gdLst>
                <a:gd name="T0" fmla="*/ 51 w 96"/>
                <a:gd name="T1" fmla="*/ 0 h 92"/>
                <a:gd name="T2" fmla="*/ 53 w 96"/>
                <a:gd name="T3" fmla="*/ 0 h 92"/>
                <a:gd name="T4" fmla="*/ 70 w 96"/>
                <a:gd name="T5" fmla="*/ 5 h 92"/>
                <a:gd name="T6" fmla="*/ 84 w 96"/>
                <a:gd name="T7" fmla="*/ 15 h 92"/>
                <a:gd name="T8" fmla="*/ 93 w 96"/>
                <a:gd name="T9" fmla="*/ 31 h 92"/>
                <a:gd name="T10" fmla="*/ 96 w 96"/>
                <a:gd name="T11" fmla="*/ 49 h 92"/>
                <a:gd name="T12" fmla="*/ 91 w 96"/>
                <a:gd name="T13" fmla="*/ 66 h 92"/>
                <a:gd name="T14" fmla="*/ 81 w 96"/>
                <a:gd name="T15" fmla="*/ 80 h 92"/>
                <a:gd name="T16" fmla="*/ 65 w 96"/>
                <a:gd name="T17" fmla="*/ 91 h 92"/>
                <a:gd name="T18" fmla="*/ 47 w 96"/>
                <a:gd name="T19" fmla="*/ 92 h 92"/>
                <a:gd name="T20" fmla="*/ 44 w 96"/>
                <a:gd name="T21" fmla="*/ 92 h 92"/>
                <a:gd name="T22" fmla="*/ 26 w 96"/>
                <a:gd name="T23" fmla="*/ 87 h 92"/>
                <a:gd name="T24" fmla="*/ 12 w 96"/>
                <a:gd name="T25" fmla="*/ 77 h 92"/>
                <a:gd name="T26" fmla="*/ 4 w 96"/>
                <a:gd name="T27" fmla="*/ 61 h 92"/>
                <a:gd name="T28" fmla="*/ 0 w 96"/>
                <a:gd name="T29" fmla="*/ 43 h 92"/>
                <a:gd name="T30" fmla="*/ 5 w 96"/>
                <a:gd name="T31" fmla="*/ 26 h 92"/>
                <a:gd name="T32" fmla="*/ 16 w 96"/>
                <a:gd name="T33" fmla="*/ 12 h 92"/>
                <a:gd name="T34" fmla="*/ 32 w 96"/>
                <a:gd name="T35" fmla="*/ 2 h 92"/>
                <a:gd name="T36" fmla="*/ 51 w 96"/>
                <a:gd name="T37" fmla="*/ 0 h 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96" h="92">
                  <a:moveTo>
                    <a:pt x="51" y="0"/>
                  </a:moveTo>
                  <a:lnTo>
                    <a:pt x="53" y="0"/>
                  </a:lnTo>
                  <a:lnTo>
                    <a:pt x="70" y="5"/>
                  </a:lnTo>
                  <a:lnTo>
                    <a:pt x="84" y="15"/>
                  </a:lnTo>
                  <a:lnTo>
                    <a:pt x="93" y="31"/>
                  </a:lnTo>
                  <a:lnTo>
                    <a:pt x="96" y="49"/>
                  </a:lnTo>
                  <a:lnTo>
                    <a:pt x="91" y="66"/>
                  </a:lnTo>
                  <a:lnTo>
                    <a:pt x="81" y="80"/>
                  </a:lnTo>
                  <a:lnTo>
                    <a:pt x="65" y="91"/>
                  </a:lnTo>
                  <a:lnTo>
                    <a:pt x="47" y="92"/>
                  </a:lnTo>
                  <a:lnTo>
                    <a:pt x="44" y="92"/>
                  </a:lnTo>
                  <a:lnTo>
                    <a:pt x="26" y="87"/>
                  </a:lnTo>
                  <a:lnTo>
                    <a:pt x="12" y="77"/>
                  </a:lnTo>
                  <a:lnTo>
                    <a:pt x="4" y="61"/>
                  </a:lnTo>
                  <a:lnTo>
                    <a:pt x="0" y="43"/>
                  </a:lnTo>
                  <a:lnTo>
                    <a:pt x="5" y="26"/>
                  </a:lnTo>
                  <a:lnTo>
                    <a:pt x="16" y="12"/>
                  </a:lnTo>
                  <a:lnTo>
                    <a:pt x="32" y="2"/>
                  </a:lnTo>
                  <a:lnTo>
                    <a:pt x="51"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3" name="Freeform 15">
              <a:extLst>
                <a:ext uri="{FF2B5EF4-FFF2-40B4-BE49-F238E27FC236}">
                  <a16:creationId xmlns:a16="http://schemas.microsoft.com/office/drawing/2014/main" id="{5DB3E0E0-34C3-52AE-7CD3-F1AB984B2625}"/>
                </a:ext>
              </a:extLst>
            </p:cNvPr>
            <p:cNvSpPr>
              <a:spLocks/>
            </p:cNvSpPr>
            <p:nvPr userDrawn="1"/>
          </p:nvSpPr>
          <p:spPr bwMode="auto">
            <a:xfrm>
              <a:off x="7868507" y="539289"/>
              <a:ext cx="37247" cy="44804"/>
            </a:xfrm>
            <a:custGeom>
              <a:avLst/>
              <a:gdLst>
                <a:gd name="T0" fmla="*/ 40 w 138"/>
                <a:gd name="T1" fmla="*/ 0 h 166"/>
                <a:gd name="T2" fmla="*/ 57 w 138"/>
                <a:gd name="T3" fmla="*/ 2 h 166"/>
                <a:gd name="T4" fmla="*/ 73 w 138"/>
                <a:gd name="T5" fmla="*/ 9 h 166"/>
                <a:gd name="T6" fmla="*/ 85 w 138"/>
                <a:gd name="T7" fmla="*/ 22 h 166"/>
                <a:gd name="T8" fmla="*/ 132 w 138"/>
                <a:gd name="T9" fmla="*/ 96 h 166"/>
                <a:gd name="T10" fmla="*/ 138 w 138"/>
                <a:gd name="T11" fmla="*/ 113 h 166"/>
                <a:gd name="T12" fmla="*/ 138 w 138"/>
                <a:gd name="T13" fmla="*/ 131 h 166"/>
                <a:gd name="T14" fmla="*/ 129 w 138"/>
                <a:gd name="T15" fmla="*/ 146 h 166"/>
                <a:gd name="T16" fmla="*/ 115 w 138"/>
                <a:gd name="T17" fmla="*/ 159 h 166"/>
                <a:gd name="T18" fmla="*/ 99 w 138"/>
                <a:gd name="T19" fmla="*/ 166 h 166"/>
                <a:gd name="T20" fmla="*/ 80 w 138"/>
                <a:gd name="T21" fmla="*/ 164 h 166"/>
                <a:gd name="T22" fmla="*/ 64 w 138"/>
                <a:gd name="T23" fmla="*/ 157 h 166"/>
                <a:gd name="T24" fmla="*/ 52 w 138"/>
                <a:gd name="T25" fmla="*/ 143 h 166"/>
                <a:gd name="T26" fmla="*/ 5 w 138"/>
                <a:gd name="T27" fmla="*/ 70 h 166"/>
                <a:gd name="T28" fmla="*/ 0 w 138"/>
                <a:gd name="T29" fmla="*/ 52 h 166"/>
                <a:gd name="T30" fmla="*/ 0 w 138"/>
                <a:gd name="T31" fmla="*/ 35 h 166"/>
                <a:gd name="T32" fmla="*/ 8 w 138"/>
                <a:gd name="T33" fmla="*/ 17 h 166"/>
                <a:gd name="T34" fmla="*/ 22 w 138"/>
                <a:gd name="T35" fmla="*/ 7 h 166"/>
                <a:gd name="T36" fmla="*/ 40 w 138"/>
                <a:gd name="T37" fmla="*/ 0 h 1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38" h="166">
                  <a:moveTo>
                    <a:pt x="40" y="0"/>
                  </a:moveTo>
                  <a:lnTo>
                    <a:pt x="57" y="2"/>
                  </a:lnTo>
                  <a:lnTo>
                    <a:pt x="73" y="9"/>
                  </a:lnTo>
                  <a:lnTo>
                    <a:pt x="85" y="22"/>
                  </a:lnTo>
                  <a:lnTo>
                    <a:pt x="132" y="96"/>
                  </a:lnTo>
                  <a:lnTo>
                    <a:pt x="138" y="113"/>
                  </a:lnTo>
                  <a:lnTo>
                    <a:pt x="138" y="131"/>
                  </a:lnTo>
                  <a:lnTo>
                    <a:pt x="129" y="146"/>
                  </a:lnTo>
                  <a:lnTo>
                    <a:pt x="115" y="159"/>
                  </a:lnTo>
                  <a:lnTo>
                    <a:pt x="99" y="166"/>
                  </a:lnTo>
                  <a:lnTo>
                    <a:pt x="80" y="164"/>
                  </a:lnTo>
                  <a:lnTo>
                    <a:pt x="64" y="157"/>
                  </a:lnTo>
                  <a:lnTo>
                    <a:pt x="52" y="143"/>
                  </a:lnTo>
                  <a:lnTo>
                    <a:pt x="5" y="70"/>
                  </a:lnTo>
                  <a:lnTo>
                    <a:pt x="0" y="52"/>
                  </a:lnTo>
                  <a:lnTo>
                    <a:pt x="0" y="35"/>
                  </a:lnTo>
                  <a:lnTo>
                    <a:pt x="8" y="17"/>
                  </a:lnTo>
                  <a:lnTo>
                    <a:pt x="22" y="7"/>
                  </a:lnTo>
                  <a:lnTo>
                    <a:pt x="40"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4" name="Freeform 16">
              <a:extLst>
                <a:ext uri="{FF2B5EF4-FFF2-40B4-BE49-F238E27FC236}">
                  <a16:creationId xmlns:a16="http://schemas.microsoft.com/office/drawing/2014/main" id="{F6622341-E269-B3DE-12CB-68A866A7FB21}"/>
                </a:ext>
              </a:extLst>
            </p:cNvPr>
            <p:cNvSpPr>
              <a:spLocks/>
            </p:cNvSpPr>
            <p:nvPr userDrawn="1"/>
          </p:nvSpPr>
          <p:spPr bwMode="auto">
            <a:xfrm>
              <a:off x="7965403" y="477481"/>
              <a:ext cx="37787" cy="69366"/>
            </a:xfrm>
            <a:custGeom>
              <a:avLst/>
              <a:gdLst>
                <a:gd name="T0" fmla="*/ 53 w 140"/>
                <a:gd name="T1" fmla="*/ 0 h 257"/>
                <a:gd name="T2" fmla="*/ 68 w 140"/>
                <a:gd name="T3" fmla="*/ 7 h 257"/>
                <a:gd name="T4" fmla="*/ 82 w 140"/>
                <a:gd name="T5" fmla="*/ 19 h 257"/>
                <a:gd name="T6" fmla="*/ 89 w 140"/>
                <a:gd name="T7" fmla="*/ 35 h 257"/>
                <a:gd name="T8" fmla="*/ 140 w 140"/>
                <a:gd name="T9" fmla="*/ 199 h 257"/>
                <a:gd name="T10" fmla="*/ 140 w 140"/>
                <a:gd name="T11" fmla="*/ 218 h 257"/>
                <a:gd name="T12" fmla="*/ 135 w 140"/>
                <a:gd name="T13" fmla="*/ 234 h 257"/>
                <a:gd name="T14" fmla="*/ 122 w 140"/>
                <a:gd name="T15" fmla="*/ 248 h 257"/>
                <a:gd name="T16" fmla="*/ 105 w 140"/>
                <a:gd name="T17" fmla="*/ 255 h 257"/>
                <a:gd name="T18" fmla="*/ 88 w 140"/>
                <a:gd name="T19" fmla="*/ 257 h 257"/>
                <a:gd name="T20" fmla="*/ 70 w 140"/>
                <a:gd name="T21" fmla="*/ 250 h 257"/>
                <a:gd name="T22" fmla="*/ 58 w 140"/>
                <a:gd name="T23" fmla="*/ 239 h 257"/>
                <a:gd name="T24" fmla="*/ 49 w 140"/>
                <a:gd name="T25" fmla="*/ 222 h 257"/>
                <a:gd name="T26" fmla="*/ 0 w 140"/>
                <a:gd name="T27" fmla="*/ 58 h 257"/>
                <a:gd name="T28" fmla="*/ 0 w 140"/>
                <a:gd name="T29" fmla="*/ 40 h 257"/>
                <a:gd name="T30" fmla="*/ 5 w 140"/>
                <a:gd name="T31" fmla="*/ 23 h 257"/>
                <a:gd name="T32" fmla="*/ 18 w 140"/>
                <a:gd name="T33" fmla="*/ 11 h 257"/>
                <a:gd name="T34" fmla="*/ 33 w 140"/>
                <a:gd name="T35" fmla="*/ 2 h 257"/>
                <a:gd name="T36" fmla="*/ 53 w 140"/>
                <a:gd name="T37" fmla="*/ 0 h 2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40" h="257">
                  <a:moveTo>
                    <a:pt x="53" y="0"/>
                  </a:moveTo>
                  <a:lnTo>
                    <a:pt x="68" y="7"/>
                  </a:lnTo>
                  <a:lnTo>
                    <a:pt x="82" y="19"/>
                  </a:lnTo>
                  <a:lnTo>
                    <a:pt x="89" y="35"/>
                  </a:lnTo>
                  <a:lnTo>
                    <a:pt x="140" y="199"/>
                  </a:lnTo>
                  <a:lnTo>
                    <a:pt x="140" y="218"/>
                  </a:lnTo>
                  <a:lnTo>
                    <a:pt x="135" y="234"/>
                  </a:lnTo>
                  <a:lnTo>
                    <a:pt x="122" y="248"/>
                  </a:lnTo>
                  <a:lnTo>
                    <a:pt x="105" y="255"/>
                  </a:lnTo>
                  <a:lnTo>
                    <a:pt x="88" y="257"/>
                  </a:lnTo>
                  <a:lnTo>
                    <a:pt x="70" y="250"/>
                  </a:lnTo>
                  <a:lnTo>
                    <a:pt x="58" y="239"/>
                  </a:lnTo>
                  <a:lnTo>
                    <a:pt x="49" y="222"/>
                  </a:lnTo>
                  <a:lnTo>
                    <a:pt x="0" y="58"/>
                  </a:lnTo>
                  <a:lnTo>
                    <a:pt x="0" y="40"/>
                  </a:lnTo>
                  <a:lnTo>
                    <a:pt x="5" y="23"/>
                  </a:lnTo>
                  <a:lnTo>
                    <a:pt x="18" y="11"/>
                  </a:lnTo>
                  <a:lnTo>
                    <a:pt x="33" y="2"/>
                  </a:lnTo>
                  <a:lnTo>
                    <a:pt x="53"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5" name="Freeform 17">
              <a:extLst>
                <a:ext uri="{FF2B5EF4-FFF2-40B4-BE49-F238E27FC236}">
                  <a16:creationId xmlns:a16="http://schemas.microsoft.com/office/drawing/2014/main" id="{62B18E42-6F06-C998-AC7F-4559FE8283A9}"/>
                </a:ext>
              </a:extLst>
            </p:cNvPr>
            <p:cNvSpPr>
              <a:spLocks/>
            </p:cNvSpPr>
            <p:nvPr userDrawn="1"/>
          </p:nvSpPr>
          <p:spPr bwMode="auto">
            <a:xfrm>
              <a:off x="8070936" y="427548"/>
              <a:ext cx="32119" cy="95546"/>
            </a:xfrm>
            <a:custGeom>
              <a:avLst/>
              <a:gdLst>
                <a:gd name="T0" fmla="*/ 44 w 119"/>
                <a:gd name="T1" fmla="*/ 0 h 354"/>
                <a:gd name="T2" fmla="*/ 63 w 119"/>
                <a:gd name="T3" fmla="*/ 4 h 354"/>
                <a:gd name="T4" fmla="*/ 77 w 119"/>
                <a:gd name="T5" fmla="*/ 12 h 354"/>
                <a:gd name="T6" fmla="*/ 87 w 119"/>
                <a:gd name="T7" fmla="*/ 26 h 354"/>
                <a:gd name="T8" fmla="*/ 93 w 119"/>
                <a:gd name="T9" fmla="*/ 44 h 354"/>
                <a:gd name="T10" fmla="*/ 119 w 119"/>
                <a:gd name="T11" fmla="*/ 306 h 354"/>
                <a:gd name="T12" fmla="*/ 115 w 119"/>
                <a:gd name="T13" fmla="*/ 323 h 354"/>
                <a:gd name="T14" fmla="*/ 107 w 119"/>
                <a:gd name="T15" fmla="*/ 339 h 354"/>
                <a:gd name="T16" fmla="*/ 93 w 119"/>
                <a:gd name="T17" fmla="*/ 349 h 354"/>
                <a:gd name="T18" fmla="*/ 75 w 119"/>
                <a:gd name="T19" fmla="*/ 354 h 354"/>
                <a:gd name="T20" fmla="*/ 58 w 119"/>
                <a:gd name="T21" fmla="*/ 351 h 354"/>
                <a:gd name="T22" fmla="*/ 42 w 119"/>
                <a:gd name="T23" fmla="*/ 342 h 354"/>
                <a:gd name="T24" fmla="*/ 32 w 119"/>
                <a:gd name="T25" fmla="*/ 328 h 354"/>
                <a:gd name="T26" fmla="*/ 26 w 119"/>
                <a:gd name="T27" fmla="*/ 311 h 354"/>
                <a:gd name="T28" fmla="*/ 0 w 119"/>
                <a:gd name="T29" fmla="*/ 49 h 354"/>
                <a:gd name="T30" fmla="*/ 4 w 119"/>
                <a:gd name="T31" fmla="*/ 32 h 354"/>
                <a:gd name="T32" fmla="*/ 12 w 119"/>
                <a:gd name="T33" fmla="*/ 16 h 354"/>
                <a:gd name="T34" fmla="*/ 26 w 119"/>
                <a:gd name="T35" fmla="*/ 5 h 354"/>
                <a:gd name="T36" fmla="*/ 44 w 119"/>
                <a:gd name="T37" fmla="*/ 0 h 3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19" h="354">
                  <a:moveTo>
                    <a:pt x="44" y="0"/>
                  </a:moveTo>
                  <a:lnTo>
                    <a:pt x="63" y="4"/>
                  </a:lnTo>
                  <a:lnTo>
                    <a:pt x="77" y="12"/>
                  </a:lnTo>
                  <a:lnTo>
                    <a:pt x="87" y="26"/>
                  </a:lnTo>
                  <a:lnTo>
                    <a:pt x="93" y="44"/>
                  </a:lnTo>
                  <a:lnTo>
                    <a:pt x="119" y="306"/>
                  </a:lnTo>
                  <a:lnTo>
                    <a:pt x="115" y="323"/>
                  </a:lnTo>
                  <a:lnTo>
                    <a:pt x="107" y="339"/>
                  </a:lnTo>
                  <a:lnTo>
                    <a:pt x="93" y="349"/>
                  </a:lnTo>
                  <a:lnTo>
                    <a:pt x="75" y="354"/>
                  </a:lnTo>
                  <a:lnTo>
                    <a:pt x="58" y="351"/>
                  </a:lnTo>
                  <a:lnTo>
                    <a:pt x="42" y="342"/>
                  </a:lnTo>
                  <a:lnTo>
                    <a:pt x="32" y="328"/>
                  </a:lnTo>
                  <a:lnTo>
                    <a:pt x="26" y="311"/>
                  </a:lnTo>
                  <a:lnTo>
                    <a:pt x="0" y="49"/>
                  </a:lnTo>
                  <a:lnTo>
                    <a:pt x="4" y="32"/>
                  </a:lnTo>
                  <a:lnTo>
                    <a:pt x="12" y="16"/>
                  </a:lnTo>
                  <a:lnTo>
                    <a:pt x="26" y="5"/>
                  </a:lnTo>
                  <a:lnTo>
                    <a:pt x="44"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6" name="Freeform 18">
              <a:extLst>
                <a:ext uri="{FF2B5EF4-FFF2-40B4-BE49-F238E27FC236}">
                  <a16:creationId xmlns:a16="http://schemas.microsoft.com/office/drawing/2014/main" id="{9889642E-9A28-1238-56CF-BB1CC02E4B25}"/>
                </a:ext>
              </a:extLst>
            </p:cNvPr>
            <p:cNvSpPr>
              <a:spLocks/>
            </p:cNvSpPr>
            <p:nvPr userDrawn="1"/>
          </p:nvSpPr>
          <p:spPr bwMode="auto">
            <a:xfrm>
              <a:off x="8178358" y="392731"/>
              <a:ext cx="29690" cy="119568"/>
            </a:xfrm>
            <a:custGeom>
              <a:avLst/>
              <a:gdLst>
                <a:gd name="T0" fmla="*/ 68 w 110"/>
                <a:gd name="T1" fmla="*/ 0 h 443"/>
                <a:gd name="T2" fmla="*/ 86 w 110"/>
                <a:gd name="T3" fmla="*/ 5 h 443"/>
                <a:gd name="T4" fmla="*/ 100 w 110"/>
                <a:gd name="T5" fmla="*/ 16 h 443"/>
                <a:gd name="T6" fmla="*/ 107 w 110"/>
                <a:gd name="T7" fmla="*/ 31 h 443"/>
                <a:gd name="T8" fmla="*/ 110 w 110"/>
                <a:gd name="T9" fmla="*/ 51 h 443"/>
                <a:gd name="T10" fmla="*/ 93 w 110"/>
                <a:gd name="T11" fmla="*/ 401 h 443"/>
                <a:gd name="T12" fmla="*/ 87 w 110"/>
                <a:gd name="T13" fmla="*/ 419 h 443"/>
                <a:gd name="T14" fmla="*/ 75 w 110"/>
                <a:gd name="T15" fmla="*/ 433 h 443"/>
                <a:gd name="T16" fmla="*/ 61 w 110"/>
                <a:gd name="T17" fmla="*/ 442 h 443"/>
                <a:gd name="T18" fmla="*/ 42 w 110"/>
                <a:gd name="T19" fmla="*/ 443 h 443"/>
                <a:gd name="T20" fmla="*/ 25 w 110"/>
                <a:gd name="T21" fmla="*/ 438 h 443"/>
                <a:gd name="T22" fmla="*/ 11 w 110"/>
                <a:gd name="T23" fmla="*/ 426 h 443"/>
                <a:gd name="T24" fmla="*/ 2 w 110"/>
                <a:gd name="T25" fmla="*/ 412 h 443"/>
                <a:gd name="T26" fmla="*/ 0 w 110"/>
                <a:gd name="T27" fmla="*/ 393 h 443"/>
                <a:gd name="T28" fmla="*/ 18 w 110"/>
                <a:gd name="T29" fmla="*/ 42 h 443"/>
                <a:gd name="T30" fmla="*/ 23 w 110"/>
                <a:gd name="T31" fmla="*/ 24 h 443"/>
                <a:gd name="T32" fmla="*/ 33 w 110"/>
                <a:gd name="T33" fmla="*/ 10 h 443"/>
                <a:gd name="T34" fmla="*/ 49 w 110"/>
                <a:gd name="T35" fmla="*/ 2 h 443"/>
                <a:gd name="T36" fmla="*/ 68 w 110"/>
                <a:gd name="T37" fmla="*/ 0 h 4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10" h="443">
                  <a:moveTo>
                    <a:pt x="68" y="0"/>
                  </a:moveTo>
                  <a:lnTo>
                    <a:pt x="86" y="5"/>
                  </a:lnTo>
                  <a:lnTo>
                    <a:pt x="100" y="16"/>
                  </a:lnTo>
                  <a:lnTo>
                    <a:pt x="107" y="31"/>
                  </a:lnTo>
                  <a:lnTo>
                    <a:pt x="110" y="51"/>
                  </a:lnTo>
                  <a:lnTo>
                    <a:pt x="93" y="401"/>
                  </a:lnTo>
                  <a:lnTo>
                    <a:pt x="87" y="419"/>
                  </a:lnTo>
                  <a:lnTo>
                    <a:pt x="75" y="433"/>
                  </a:lnTo>
                  <a:lnTo>
                    <a:pt x="61" y="442"/>
                  </a:lnTo>
                  <a:lnTo>
                    <a:pt x="42" y="443"/>
                  </a:lnTo>
                  <a:lnTo>
                    <a:pt x="25" y="438"/>
                  </a:lnTo>
                  <a:lnTo>
                    <a:pt x="11" y="426"/>
                  </a:lnTo>
                  <a:lnTo>
                    <a:pt x="2" y="412"/>
                  </a:lnTo>
                  <a:lnTo>
                    <a:pt x="0" y="393"/>
                  </a:lnTo>
                  <a:lnTo>
                    <a:pt x="18" y="42"/>
                  </a:lnTo>
                  <a:lnTo>
                    <a:pt x="23" y="24"/>
                  </a:lnTo>
                  <a:lnTo>
                    <a:pt x="33" y="10"/>
                  </a:lnTo>
                  <a:lnTo>
                    <a:pt x="49" y="2"/>
                  </a:lnTo>
                  <a:lnTo>
                    <a:pt x="68"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7" name="Freeform 19">
              <a:extLst>
                <a:ext uri="{FF2B5EF4-FFF2-40B4-BE49-F238E27FC236}">
                  <a16:creationId xmlns:a16="http://schemas.microsoft.com/office/drawing/2014/main" id="{DB97D7BD-2CAD-CF0D-7625-C390C88021E8}"/>
                </a:ext>
              </a:extLst>
            </p:cNvPr>
            <p:cNvSpPr>
              <a:spLocks/>
            </p:cNvSpPr>
            <p:nvPr userDrawn="1"/>
          </p:nvSpPr>
          <p:spPr bwMode="auto">
            <a:xfrm>
              <a:off x="8280113" y="371948"/>
              <a:ext cx="46154" cy="141430"/>
            </a:xfrm>
            <a:custGeom>
              <a:avLst/>
              <a:gdLst>
                <a:gd name="T0" fmla="*/ 119 w 171"/>
                <a:gd name="T1" fmla="*/ 0 h 524"/>
                <a:gd name="T2" fmla="*/ 136 w 171"/>
                <a:gd name="T3" fmla="*/ 0 h 524"/>
                <a:gd name="T4" fmla="*/ 154 w 171"/>
                <a:gd name="T5" fmla="*/ 9 h 524"/>
                <a:gd name="T6" fmla="*/ 166 w 171"/>
                <a:gd name="T7" fmla="*/ 21 h 524"/>
                <a:gd name="T8" fmla="*/ 171 w 171"/>
                <a:gd name="T9" fmla="*/ 37 h 524"/>
                <a:gd name="T10" fmla="*/ 171 w 171"/>
                <a:gd name="T11" fmla="*/ 56 h 524"/>
                <a:gd name="T12" fmla="*/ 91 w 171"/>
                <a:gd name="T13" fmla="*/ 489 h 524"/>
                <a:gd name="T14" fmla="*/ 84 w 171"/>
                <a:gd name="T15" fmla="*/ 506 h 524"/>
                <a:gd name="T16" fmla="*/ 70 w 171"/>
                <a:gd name="T17" fmla="*/ 517 h 524"/>
                <a:gd name="T18" fmla="*/ 54 w 171"/>
                <a:gd name="T19" fmla="*/ 524 h 524"/>
                <a:gd name="T20" fmla="*/ 37 w 171"/>
                <a:gd name="T21" fmla="*/ 524 h 524"/>
                <a:gd name="T22" fmla="*/ 19 w 171"/>
                <a:gd name="T23" fmla="*/ 517 h 524"/>
                <a:gd name="T24" fmla="*/ 7 w 171"/>
                <a:gd name="T25" fmla="*/ 503 h 524"/>
                <a:gd name="T26" fmla="*/ 0 w 171"/>
                <a:gd name="T27" fmla="*/ 487 h 524"/>
                <a:gd name="T28" fmla="*/ 2 w 171"/>
                <a:gd name="T29" fmla="*/ 468 h 524"/>
                <a:gd name="T30" fmla="*/ 82 w 171"/>
                <a:gd name="T31" fmla="*/ 35 h 524"/>
                <a:gd name="T32" fmla="*/ 89 w 171"/>
                <a:gd name="T33" fmla="*/ 19 h 524"/>
                <a:gd name="T34" fmla="*/ 101 w 171"/>
                <a:gd name="T35" fmla="*/ 7 h 524"/>
                <a:gd name="T36" fmla="*/ 119 w 171"/>
                <a:gd name="T37" fmla="*/ 0 h 5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71" h="524">
                  <a:moveTo>
                    <a:pt x="119" y="0"/>
                  </a:moveTo>
                  <a:lnTo>
                    <a:pt x="136" y="0"/>
                  </a:lnTo>
                  <a:lnTo>
                    <a:pt x="154" y="9"/>
                  </a:lnTo>
                  <a:lnTo>
                    <a:pt x="166" y="21"/>
                  </a:lnTo>
                  <a:lnTo>
                    <a:pt x="171" y="37"/>
                  </a:lnTo>
                  <a:lnTo>
                    <a:pt x="171" y="56"/>
                  </a:lnTo>
                  <a:lnTo>
                    <a:pt x="91" y="489"/>
                  </a:lnTo>
                  <a:lnTo>
                    <a:pt x="84" y="506"/>
                  </a:lnTo>
                  <a:lnTo>
                    <a:pt x="70" y="517"/>
                  </a:lnTo>
                  <a:lnTo>
                    <a:pt x="54" y="524"/>
                  </a:lnTo>
                  <a:lnTo>
                    <a:pt x="37" y="524"/>
                  </a:lnTo>
                  <a:lnTo>
                    <a:pt x="19" y="517"/>
                  </a:lnTo>
                  <a:lnTo>
                    <a:pt x="7" y="503"/>
                  </a:lnTo>
                  <a:lnTo>
                    <a:pt x="0" y="487"/>
                  </a:lnTo>
                  <a:lnTo>
                    <a:pt x="2" y="468"/>
                  </a:lnTo>
                  <a:lnTo>
                    <a:pt x="82" y="35"/>
                  </a:lnTo>
                  <a:lnTo>
                    <a:pt x="89" y="19"/>
                  </a:lnTo>
                  <a:lnTo>
                    <a:pt x="101" y="7"/>
                  </a:lnTo>
                  <a:lnTo>
                    <a:pt x="119"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8" name="Freeform 20">
              <a:extLst>
                <a:ext uri="{FF2B5EF4-FFF2-40B4-BE49-F238E27FC236}">
                  <a16:creationId xmlns:a16="http://schemas.microsoft.com/office/drawing/2014/main" id="{51BD1B0C-B2D3-C1B8-799E-D42AB3B0AA35}"/>
                </a:ext>
              </a:extLst>
            </p:cNvPr>
            <p:cNvSpPr>
              <a:spLocks/>
            </p:cNvSpPr>
            <p:nvPr userDrawn="1"/>
          </p:nvSpPr>
          <p:spPr bwMode="auto">
            <a:xfrm>
              <a:off x="8379438" y="365740"/>
              <a:ext cx="68826" cy="161673"/>
            </a:xfrm>
            <a:custGeom>
              <a:avLst/>
              <a:gdLst>
                <a:gd name="T0" fmla="*/ 206 w 255"/>
                <a:gd name="T1" fmla="*/ 0 h 599"/>
                <a:gd name="T2" fmla="*/ 226 w 255"/>
                <a:gd name="T3" fmla="*/ 4 h 599"/>
                <a:gd name="T4" fmla="*/ 241 w 255"/>
                <a:gd name="T5" fmla="*/ 13 h 599"/>
                <a:gd name="T6" fmla="*/ 252 w 255"/>
                <a:gd name="T7" fmla="*/ 27 h 599"/>
                <a:gd name="T8" fmla="*/ 255 w 255"/>
                <a:gd name="T9" fmla="*/ 44 h 599"/>
                <a:gd name="T10" fmla="*/ 254 w 255"/>
                <a:gd name="T11" fmla="*/ 62 h 599"/>
                <a:gd name="T12" fmla="*/ 90 w 255"/>
                <a:gd name="T13" fmla="*/ 569 h 599"/>
                <a:gd name="T14" fmla="*/ 81 w 255"/>
                <a:gd name="T15" fmla="*/ 585 h 599"/>
                <a:gd name="T16" fmla="*/ 65 w 255"/>
                <a:gd name="T17" fmla="*/ 596 h 599"/>
                <a:gd name="T18" fmla="*/ 49 w 255"/>
                <a:gd name="T19" fmla="*/ 599 h 599"/>
                <a:gd name="T20" fmla="*/ 30 w 255"/>
                <a:gd name="T21" fmla="*/ 597 h 599"/>
                <a:gd name="T22" fmla="*/ 14 w 255"/>
                <a:gd name="T23" fmla="*/ 587 h 599"/>
                <a:gd name="T24" fmla="*/ 4 w 255"/>
                <a:gd name="T25" fmla="*/ 573 h 599"/>
                <a:gd name="T26" fmla="*/ 0 w 255"/>
                <a:gd name="T27" fmla="*/ 556 h 599"/>
                <a:gd name="T28" fmla="*/ 2 w 255"/>
                <a:gd name="T29" fmla="*/ 538 h 599"/>
                <a:gd name="T30" fmla="*/ 166 w 255"/>
                <a:gd name="T31" fmla="*/ 30 h 599"/>
                <a:gd name="T32" fmla="*/ 175 w 255"/>
                <a:gd name="T33" fmla="*/ 16 h 599"/>
                <a:gd name="T34" fmla="*/ 191 w 255"/>
                <a:gd name="T35" fmla="*/ 6 h 599"/>
                <a:gd name="T36" fmla="*/ 206 w 255"/>
                <a:gd name="T37" fmla="*/ 0 h 5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5" h="599">
                  <a:moveTo>
                    <a:pt x="206" y="0"/>
                  </a:moveTo>
                  <a:lnTo>
                    <a:pt x="226" y="4"/>
                  </a:lnTo>
                  <a:lnTo>
                    <a:pt x="241" y="13"/>
                  </a:lnTo>
                  <a:lnTo>
                    <a:pt x="252" y="27"/>
                  </a:lnTo>
                  <a:lnTo>
                    <a:pt x="255" y="44"/>
                  </a:lnTo>
                  <a:lnTo>
                    <a:pt x="254" y="62"/>
                  </a:lnTo>
                  <a:lnTo>
                    <a:pt x="90" y="569"/>
                  </a:lnTo>
                  <a:lnTo>
                    <a:pt x="81" y="585"/>
                  </a:lnTo>
                  <a:lnTo>
                    <a:pt x="65" y="596"/>
                  </a:lnTo>
                  <a:lnTo>
                    <a:pt x="49" y="599"/>
                  </a:lnTo>
                  <a:lnTo>
                    <a:pt x="30" y="597"/>
                  </a:lnTo>
                  <a:lnTo>
                    <a:pt x="14" y="587"/>
                  </a:lnTo>
                  <a:lnTo>
                    <a:pt x="4" y="573"/>
                  </a:lnTo>
                  <a:lnTo>
                    <a:pt x="0" y="556"/>
                  </a:lnTo>
                  <a:lnTo>
                    <a:pt x="2" y="538"/>
                  </a:lnTo>
                  <a:lnTo>
                    <a:pt x="166" y="30"/>
                  </a:lnTo>
                  <a:lnTo>
                    <a:pt x="175" y="16"/>
                  </a:lnTo>
                  <a:lnTo>
                    <a:pt x="191" y="6"/>
                  </a:lnTo>
                  <a:lnTo>
                    <a:pt x="206"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9" name="Freeform 21">
              <a:extLst>
                <a:ext uri="{FF2B5EF4-FFF2-40B4-BE49-F238E27FC236}">
                  <a16:creationId xmlns:a16="http://schemas.microsoft.com/office/drawing/2014/main" id="{403D9FBC-D098-4A6C-D21D-AD6C28E57C49}"/>
                </a:ext>
              </a:extLst>
            </p:cNvPr>
            <p:cNvSpPr>
              <a:spLocks/>
            </p:cNvSpPr>
            <p:nvPr userDrawn="1"/>
          </p:nvSpPr>
          <p:spPr bwMode="auto">
            <a:xfrm>
              <a:off x="8477144" y="377076"/>
              <a:ext cx="95007" cy="176788"/>
            </a:xfrm>
            <a:custGeom>
              <a:avLst/>
              <a:gdLst>
                <a:gd name="T0" fmla="*/ 309 w 352"/>
                <a:gd name="T1" fmla="*/ 0 h 655"/>
                <a:gd name="T2" fmla="*/ 326 w 352"/>
                <a:gd name="T3" fmla="*/ 6 h 655"/>
                <a:gd name="T4" fmla="*/ 342 w 352"/>
                <a:gd name="T5" fmla="*/ 18 h 655"/>
                <a:gd name="T6" fmla="*/ 349 w 352"/>
                <a:gd name="T7" fmla="*/ 32 h 655"/>
                <a:gd name="T8" fmla="*/ 352 w 352"/>
                <a:gd name="T9" fmla="*/ 49 h 655"/>
                <a:gd name="T10" fmla="*/ 347 w 352"/>
                <a:gd name="T11" fmla="*/ 68 h 655"/>
                <a:gd name="T12" fmla="*/ 87 w 352"/>
                <a:gd name="T13" fmla="*/ 630 h 655"/>
                <a:gd name="T14" fmla="*/ 77 w 352"/>
                <a:gd name="T15" fmla="*/ 644 h 655"/>
                <a:gd name="T16" fmla="*/ 61 w 352"/>
                <a:gd name="T17" fmla="*/ 653 h 655"/>
                <a:gd name="T18" fmla="*/ 43 w 352"/>
                <a:gd name="T19" fmla="*/ 655 h 655"/>
                <a:gd name="T20" fmla="*/ 26 w 352"/>
                <a:gd name="T21" fmla="*/ 650 h 655"/>
                <a:gd name="T22" fmla="*/ 10 w 352"/>
                <a:gd name="T23" fmla="*/ 639 h 655"/>
                <a:gd name="T24" fmla="*/ 3 w 352"/>
                <a:gd name="T25" fmla="*/ 623 h 655"/>
                <a:gd name="T26" fmla="*/ 0 w 352"/>
                <a:gd name="T27" fmla="*/ 606 h 655"/>
                <a:gd name="T28" fmla="*/ 5 w 352"/>
                <a:gd name="T29" fmla="*/ 589 h 655"/>
                <a:gd name="T30" fmla="*/ 265 w 352"/>
                <a:gd name="T31" fmla="*/ 27 h 655"/>
                <a:gd name="T32" fmla="*/ 276 w 352"/>
                <a:gd name="T33" fmla="*/ 11 h 655"/>
                <a:gd name="T34" fmla="*/ 291 w 352"/>
                <a:gd name="T35" fmla="*/ 4 h 655"/>
                <a:gd name="T36" fmla="*/ 309 w 352"/>
                <a:gd name="T37" fmla="*/ 0 h 6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352" h="655">
                  <a:moveTo>
                    <a:pt x="309" y="0"/>
                  </a:moveTo>
                  <a:lnTo>
                    <a:pt x="326" y="6"/>
                  </a:lnTo>
                  <a:lnTo>
                    <a:pt x="342" y="18"/>
                  </a:lnTo>
                  <a:lnTo>
                    <a:pt x="349" y="32"/>
                  </a:lnTo>
                  <a:lnTo>
                    <a:pt x="352" y="49"/>
                  </a:lnTo>
                  <a:lnTo>
                    <a:pt x="347" y="68"/>
                  </a:lnTo>
                  <a:lnTo>
                    <a:pt x="87" y="630"/>
                  </a:lnTo>
                  <a:lnTo>
                    <a:pt x="77" y="644"/>
                  </a:lnTo>
                  <a:lnTo>
                    <a:pt x="61" y="653"/>
                  </a:lnTo>
                  <a:lnTo>
                    <a:pt x="43" y="655"/>
                  </a:lnTo>
                  <a:lnTo>
                    <a:pt x="26" y="650"/>
                  </a:lnTo>
                  <a:lnTo>
                    <a:pt x="10" y="639"/>
                  </a:lnTo>
                  <a:lnTo>
                    <a:pt x="3" y="623"/>
                  </a:lnTo>
                  <a:lnTo>
                    <a:pt x="0" y="606"/>
                  </a:lnTo>
                  <a:lnTo>
                    <a:pt x="5" y="589"/>
                  </a:lnTo>
                  <a:lnTo>
                    <a:pt x="265" y="27"/>
                  </a:lnTo>
                  <a:lnTo>
                    <a:pt x="276" y="11"/>
                  </a:lnTo>
                  <a:lnTo>
                    <a:pt x="291" y="4"/>
                  </a:lnTo>
                  <a:lnTo>
                    <a:pt x="309"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0" name="Freeform 22">
              <a:extLst>
                <a:ext uri="{FF2B5EF4-FFF2-40B4-BE49-F238E27FC236}">
                  <a16:creationId xmlns:a16="http://schemas.microsoft.com/office/drawing/2014/main" id="{01D3E76D-1730-AFA4-D967-418E4B74EA68}"/>
                </a:ext>
              </a:extLst>
            </p:cNvPr>
            <p:cNvSpPr>
              <a:spLocks/>
            </p:cNvSpPr>
            <p:nvPr userDrawn="1"/>
          </p:nvSpPr>
          <p:spPr bwMode="auto">
            <a:xfrm>
              <a:off x="8573230" y="405416"/>
              <a:ext cx="122537" cy="187584"/>
            </a:xfrm>
            <a:custGeom>
              <a:avLst/>
              <a:gdLst>
                <a:gd name="T0" fmla="*/ 417 w 454"/>
                <a:gd name="T1" fmla="*/ 0 h 695"/>
                <a:gd name="T2" fmla="*/ 433 w 454"/>
                <a:gd name="T3" fmla="*/ 7 h 695"/>
                <a:gd name="T4" fmla="*/ 447 w 454"/>
                <a:gd name="T5" fmla="*/ 21 h 695"/>
                <a:gd name="T6" fmla="*/ 454 w 454"/>
                <a:gd name="T7" fmla="*/ 37 h 695"/>
                <a:gd name="T8" fmla="*/ 454 w 454"/>
                <a:gd name="T9" fmla="*/ 54 h 695"/>
                <a:gd name="T10" fmla="*/ 447 w 454"/>
                <a:gd name="T11" fmla="*/ 72 h 695"/>
                <a:gd name="T12" fmla="*/ 84 w 454"/>
                <a:gd name="T13" fmla="*/ 676 h 695"/>
                <a:gd name="T14" fmla="*/ 70 w 454"/>
                <a:gd name="T15" fmla="*/ 688 h 695"/>
                <a:gd name="T16" fmla="*/ 54 w 454"/>
                <a:gd name="T17" fmla="*/ 695 h 695"/>
                <a:gd name="T18" fmla="*/ 37 w 454"/>
                <a:gd name="T19" fmla="*/ 695 h 695"/>
                <a:gd name="T20" fmla="*/ 19 w 454"/>
                <a:gd name="T21" fmla="*/ 688 h 695"/>
                <a:gd name="T22" fmla="*/ 7 w 454"/>
                <a:gd name="T23" fmla="*/ 676 h 695"/>
                <a:gd name="T24" fmla="*/ 0 w 454"/>
                <a:gd name="T25" fmla="*/ 660 h 695"/>
                <a:gd name="T26" fmla="*/ 0 w 454"/>
                <a:gd name="T27" fmla="*/ 642 h 695"/>
                <a:gd name="T28" fmla="*/ 7 w 454"/>
                <a:gd name="T29" fmla="*/ 625 h 695"/>
                <a:gd name="T30" fmla="*/ 370 w 454"/>
                <a:gd name="T31" fmla="*/ 21 h 695"/>
                <a:gd name="T32" fmla="*/ 382 w 454"/>
                <a:gd name="T33" fmla="*/ 7 h 695"/>
                <a:gd name="T34" fmla="*/ 400 w 454"/>
                <a:gd name="T35" fmla="*/ 0 h 695"/>
                <a:gd name="T36" fmla="*/ 417 w 454"/>
                <a:gd name="T37" fmla="*/ 0 h 6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54" h="695">
                  <a:moveTo>
                    <a:pt x="417" y="0"/>
                  </a:moveTo>
                  <a:lnTo>
                    <a:pt x="433" y="7"/>
                  </a:lnTo>
                  <a:lnTo>
                    <a:pt x="447" y="21"/>
                  </a:lnTo>
                  <a:lnTo>
                    <a:pt x="454" y="37"/>
                  </a:lnTo>
                  <a:lnTo>
                    <a:pt x="454" y="54"/>
                  </a:lnTo>
                  <a:lnTo>
                    <a:pt x="447" y="72"/>
                  </a:lnTo>
                  <a:lnTo>
                    <a:pt x="84" y="676"/>
                  </a:lnTo>
                  <a:lnTo>
                    <a:pt x="70" y="688"/>
                  </a:lnTo>
                  <a:lnTo>
                    <a:pt x="54" y="695"/>
                  </a:lnTo>
                  <a:lnTo>
                    <a:pt x="37" y="695"/>
                  </a:lnTo>
                  <a:lnTo>
                    <a:pt x="19" y="688"/>
                  </a:lnTo>
                  <a:lnTo>
                    <a:pt x="7" y="676"/>
                  </a:lnTo>
                  <a:lnTo>
                    <a:pt x="0" y="660"/>
                  </a:lnTo>
                  <a:lnTo>
                    <a:pt x="0" y="642"/>
                  </a:lnTo>
                  <a:lnTo>
                    <a:pt x="7" y="625"/>
                  </a:lnTo>
                  <a:lnTo>
                    <a:pt x="370" y="21"/>
                  </a:lnTo>
                  <a:lnTo>
                    <a:pt x="382" y="7"/>
                  </a:lnTo>
                  <a:lnTo>
                    <a:pt x="400" y="0"/>
                  </a:lnTo>
                  <a:lnTo>
                    <a:pt x="417"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1" name="Freeform 23">
              <a:extLst>
                <a:ext uri="{FF2B5EF4-FFF2-40B4-BE49-F238E27FC236}">
                  <a16:creationId xmlns:a16="http://schemas.microsoft.com/office/drawing/2014/main" id="{912810A0-76DC-7E83-8BFC-C1A4F60F8D89}"/>
                </a:ext>
              </a:extLst>
            </p:cNvPr>
            <p:cNvSpPr>
              <a:spLocks/>
            </p:cNvSpPr>
            <p:nvPr userDrawn="1"/>
          </p:nvSpPr>
          <p:spPr bwMode="auto">
            <a:xfrm>
              <a:off x="8663109" y="450760"/>
              <a:ext cx="154656" cy="193522"/>
            </a:xfrm>
            <a:custGeom>
              <a:avLst/>
              <a:gdLst>
                <a:gd name="T0" fmla="*/ 522 w 573"/>
                <a:gd name="T1" fmla="*/ 0 h 717"/>
                <a:gd name="T2" fmla="*/ 540 w 573"/>
                <a:gd name="T3" fmla="*/ 1 h 717"/>
                <a:gd name="T4" fmla="*/ 557 w 573"/>
                <a:gd name="T5" fmla="*/ 10 h 717"/>
                <a:gd name="T6" fmla="*/ 568 w 573"/>
                <a:gd name="T7" fmla="*/ 24 h 717"/>
                <a:gd name="T8" fmla="*/ 573 w 573"/>
                <a:gd name="T9" fmla="*/ 40 h 717"/>
                <a:gd name="T10" fmla="*/ 571 w 573"/>
                <a:gd name="T11" fmla="*/ 57 h 717"/>
                <a:gd name="T12" fmla="*/ 562 w 573"/>
                <a:gd name="T13" fmla="*/ 75 h 717"/>
                <a:gd name="T14" fmla="*/ 81 w 573"/>
                <a:gd name="T15" fmla="*/ 700 h 717"/>
                <a:gd name="T16" fmla="*/ 67 w 573"/>
                <a:gd name="T17" fmla="*/ 712 h 717"/>
                <a:gd name="T18" fmla="*/ 51 w 573"/>
                <a:gd name="T19" fmla="*/ 717 h 717"/>
                <a:gd name="T20" fmla="*/ 32 w 573"/>
                <a:gd name="T21" fmla="*/ 715 h 717"/>
                <a:gd name="T22" fmla="*/ 16 w 573"/>
                <a:gd name="T23" fmla="*/ 707 h 717"/>
                <a:gd name="T24" fmla="*/ 5 w 573"/>
                <a:gd name="T25" fmla="*/ 693 h 717"/>
                <a:gd name="T26" fmla="*/ 0 w 573"/>
                <a:gd name="T27" fmla="*/ 675 h 717"/>
                <a:gd name="T28" fmla="*/ 2 w 573"/>
                <a:gd name="T29" fmla="*/ 658 h 717"/>
                <a:gd name="T30" fmla="*/ 11 w 573"/>
                <a:gd name="T31" fmla="*/ 642 h 717"/>
                <a:gd name="T32" fmla="*/ 491 w 573"/>
                <a:gd name="T33" fmla="*/ 15 h 717"/>
                <a:gd name="T34" fmla="*/ 506 w 573"/>
                <a:gd name="T35" fmla="*/ 3 h 717"/>
                <a:gd name="T36" fmla="*/ 522 w 573"/>
                <a:gd name="T37" fmla="*/ 0 h 7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573" h="717">
                  <a:moveTo>
                    <a:pt x="522" y="0"/>
                  </a:moveTo>
                  <a:lnTo>
                    <a:pt x="540" y="1"/>
                  </a:lnTo>
                  <a:lnTo>
                    <a:pt x="557" y="10"/>
                  </a:lnTo>
                  <a:lnTo>
                    <a:pt x="568" y="24"/>
                  </a:lnTo>
                  <a:lnTo>
                    <a:pt x="573" y="40"/>
                  </a:lnTo>
                  <a:lnTo>
                    <a:pt x="571" y="57"/>
                  </a:lnTo>
                  <a:lnTo>
                    <a:pt x="562" y="75"/>
                  </a:lnTo>
                  <a:lnTo>
                    <a:pt x="81" y="700"/>
                  </a:lnTo>
                  <a:lnTo>
                    <a:pt x="67" y="712"/>
                  </a:lnTo>
                  <a:lnTo>
                    <a:pt x="51" y="717"/>
                  </a:lnTo>
                  <a:lnTo>
                    <a:pt x="32" y="715"/>
                  </a:lnTo>
                  <a:lnTo>
                    <a:pt x="16" y="707"/>
                  </a:lnTo>
                  <a:lnTo>
                    <a:pt x="5" y="693"/>
                  </a:lnTo>
                  <a:lnTo>
                    <a:pt x="0" y="675"/>
                  </a:lnTo>
                  <a:lnTo>
                    <a:pt x="2" y="658"/>
                  </a:lnTo>
                  <a:lnTo>
                    <a:pt x="11" y="642"/>
                  </a:lnTo>
                  <a:lnTo>
                    <a:pt x="491" y="15"/>
                  </a:lnTo>
                  <a:lnTo>
                    <a:pt x="506" y="3"/>
                  </a:lnTo>
                  <a:lnTo>
                    <a:pt x="522"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251325849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7" name="Rectangle 6"/>
          <p:cNvSpPr/>
          <p:nvPr userDrawn="1"/>
        </p:nvSpPr>
        <p:spPr>
          <a:xfrm>
            <a:off x="0" y="0"/>
            <a:ext cx="9144000" cy="12192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30" name="Group 29"/>
          <p:cNvGrpSpPr/>
          <p:nvPr userDrawn="1"/>
        </p:nvGrpSpPr>
        <p:grpSpPr>
          <a:xfrm>
            <a:off x="7264458" y="365740"/>
            <a:ext cx="1553307" cy="487719"/>
            <a:chOff x="166688" y="-3240088"/>
            <a:chExt cx="9136063" cy="2868613"/>
          </a:xfrm>
        </p:grpSpPr>
        <p:sp>
          <p:nvSpPr>
            <p:cNvPr id="12" name="Freeform 6"/>
            <p:cNvSpPr>
              <a:spLocks noEditPoints="1"/>
            </p:cNvSpPr>
            <p:nvPr userDrawn="1"/>
          </p:nvSpPr>
          <p:spPr bwMode="auto">
            <a:xfrm>
              <a:off x="166688" y="-1244600"/>
              <a:ext cx="876300" cy="850900"/>
            </a:xfrm>
            <a:custGeom>
              <a:avLst/>
              <a:gdLst>
                <a:gd name="T0" fmla="*/ 98 w 552"/>
                <a:gd name="T1" fmla="*/ 79 h 536"/>
                <a:gd name="T2" fmla="*/ 98 w 552"/>
                <a:gd name="T3" fmla="*/ 241 h 536"/>
                <a:gd name="T4" fmla="*/ 307 w 552"/>
                <a:gd name="T5" fmla="*/ 241 h 536"/>
                <a:gd name="T6" fmla="*/ 342 w 552"/>
                <a:gd name="T7" fmla="*/ 241 h 536"/>
                <a:gd name="T8" fmla="*/ 374 w 552"/>
                <a:gd name="T9" fmla="*/ 238 h 536"/>
                <a:gd name="T10" fmla="*/ 398 w 552"/>
                <a:gd name="T11" fmla="*/ 231 h 536"/>
                <a:gd name="T12" fmla="*/ 417 w 552"/>
                <a:gd name="T13" fmla="*/ 222 h 536"/>
                <a:gd name="T14" fmla="*/ 431 w 552"/>
                <a:gd name="T15" fmla="*/ 206 h 536"/>
                <a:gd name="T16" fmla="*/ 440 w 552"/>
                <a:gd name="T17" fmla="*/ 187 h 536"/>
                <a:gd name="T18" fmla="*/ 443 w 552"/>
                <a:gd name="T19" fmla="*/ 161 h 536"/>
                <a:gd name="T20" fmla="*/ 440 w 552"/>
                <a:gd name="T21" fmla="*/ 135 h 536"/>
                <a:gd name="T22" fmla="*/ 431 w 552"/>
                <a:gd name="T23" fmla="*/ 114 h 536"/>
                <a:gd name="T24" fmla="*/ 417 w 552"/>
                <a:gd name="T25" fmla="*/ 100 h 536"/>
                <a:gd name="T26" fmla="*/ 398 w 552"/>
                <a:gd name="T27" fmla="*/ 89 h 536"/>
                <a:gd name="T28" fmla="*/ 374 w 552"/>
                <a:gd name="T29" fmla="*/ 84 h 536"/>
                <a:gd name="T30" fmla="*/ 342 w 552"/>
                <a:gd name="T31" fmla="*/ 80 h 536"/>
                <a:gd name="T32" fmla="*/ 307 w 552"/>
                <a:gd name="T33" fmla="*/ 79 h 536"/>
                <a:gd name="T34" fmla="*/ 98 w 552"/>
                <a:gd name="T35" fmla="*/ 79 h 536"/>
                <a:gd name="T36" fmla="*/ 0 w 552"/>
                <a:gd name="T37" fmla="*/ 0 h 536"/>
                <a:gd name="T38" fmla="*/ 323 w 552"/>
                <a:gd name="T39" fmla="*/ 0 h 536"/>
                <a:gd name="T40" fmla="*/ 377 w 552"/>
                <a:gd name="T41" fmla="*/ 2 h 536"/>
                <a:gd name="T42" fmla="*/ 422 w 552"/>
                <a:gd name="T43" fmla="*/ 9 h 536"/>
                <a:gd name="T44" fmla="*/ 461 w 552"/>
                <a:gd name="T45" fmla="*/ 19 h 536"/>
                <a:gd name="T46" fmla="*/ 490 w 552"/>
                <a:gd name="T47" fmla="*/ 37 h 536"/>
                <a:gd name="T48" fmla="*/ 513 w 552"/>
                <a:gd name="T49" fmla="*/ 58 h 536"/>
                <a:gd name="T50" fmla="*/ 529 w 552"/>
                <a:gd name="T51" fmla="*/ 86 h 536"/>
                <a:gd name="T52" fmla="*/ 538 w 552"/>
                <a:gd name="T53" fmla="*/ 119 h 536"/>
                <a:gd name="T54" fmla="*/ 541 w 552"/>
                <a:gd name="T55" fmla="*/ 157 h 536"/>
                <a:gd name="T56" fmla="*/ 538 w 552"/>
                <a:gd name="T57" fmla="*/ 194 h 536"/>
                <a:gd name="T58" fmla="*/ 529 w 552"/>
                <a:gd name="T59" fmla="*/ 225 h 536"/>
                <a:gd name="T60" fmla="*/ 513 w 552"/>
                <a:gd name="T61" fmla="*/ 252 h 536"/>
                <a:gd name="T62" fmla="*/ 494 w 552"/>
                <a:gd name="T63" fmla="*/ 272 h 536"/>
                <a:gd name="T64" fmla="*/ 473 w 552"/>
                <a:gd name="T65" fmla="*/ 290 h 536"/>
                <a:gd name="T66" fmla="*/ 447 w 552"/>
                <a:gd name="T67" fmla="*/ 302 h 536"/>
                <a:gd name="T68" fmla="*/ 421 w 552"/>
                <a:gd name="T69" fmla="*/ 311 h 536"/>
                <a:gd name="T70" fmla="*/ 393 w 552"/>
                <a:gd name="T71" fmla="*/ 314 h 536"/>
                <a:gd name="T72" fmla="*/ 384 w 552"/>
                <a:gd name="T73" fmla="*/ 314 h 536"/>
                <a:gd name="T74" fmla="*/ 552 w 552"/>
                <a:gd name="T75" fmla="*/ 536 h 536"/>
                <a:gd name="T76" fmla="*/ 431 w 552"/>
                <a:gd name="T77" fmla="*/ 536 h 536"/>
                <a:gd name="T78" fmla="*/ 274 w 552"/>
                <a:gd name="T79" fmla="*/ 323 h 536"/>
                <a:gd name="T80" fmla="*/ 274 w 552"/>
                <a:gd name="T81" fmla="*/ 321 h 536"/>
                <a:gd name="T82" fmla="*/ 98 w 552"/>
                <a:gd name="T83" fmla="*/ 321 h 536"/>
                <a:gd name="T84" fmla="*/ 98 w 552"/>
                <a:gd name="T85" fmla="*/ 536 h 536"/>
                <a:gd name="T86" fmla="*/ 0 w 552"/>
                <a:gd name="T87" fmla="*/ 536 h 536"/>
                <a:gd name="T88" fmla="*/ 0 w 552"/>
                <a:gd name="T89"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552" h="536">
                  <a:moveTo>
                    <a:pt x="98" y="79"/>
                  </a:moveTo>
                  <a:lnTo>
                    <a:pt x="98" y="241"/>
                  </a:lnTo>
                  <a:lnTo>
                    <a:pt x="307" y="241"/>
                  </a:lnTo>
                  <a:lnTo>
                    <a:pt x="342" y="241"/>
                  </a:lnTo>
                  <a:lnTo>
                    <a:pt x="374" y="238"/>
                  </a:lnTo>
                  <a:lnTo>
                    <a:pt x="398" y="231"/>
                  </a:lnTo>
                  <a:lnTo>
                    <a:pt x="417" y="222"/>
                  </a:lnTo>
                  <a:lnTo>
                    <a:pt x="431" y="206"/>
                  </a:lnTo>
                  <a:lnTo>
                    <a:pt x="440" y="187"/>
                  </a:lnTo>
                  <a:lnTo>
                    <a:pt x="443" y="161"/>
                  </a:lnTo>
                  <a:lnTo>
                    <a:pt x="440" y="135"/>
                  </a:lnTo>
                  <a:lnTo>
                    <a:pt x="431" y="114"/>
                  </a:lnTo>
                  <a:lnTo>
                    <a:pt x="417" y="100"/>
                  </a:lnTo>
                  <a:lnTo>
                    <a:pt x="398" y="89"/>
                  </a:lnTo>
                  <a:lnTo>
                    <a:pt x="374" y="84"/>
                  </a:lnTo>
                  <a:lnTo>
                    <a:pt x="342" y="80"/>
                  </a:lnTo>
                  <a:lnTo>
                    <a:pt x="307" y="79"/>
                  </a:lnTo>
                  <a:lnTo>
                    <a:pt x="98" y="79"/>
                  </a:lnTo>
                  <a:close/>
                  <a:moveTo>
                    <a:pt x="0" y="0"/>
                  </a:moveTo>
                  <a:lnTo>
                    <a:pt x="323" y="0"/>
                  </a:lnTo>
                  <a:lnTo>
                    <a:pt x="377" y="2"/>
                  </a:lnTo>
                  <a:lnTo>
                    <a:pt x="422" y="9"/>
                  </a:lnTo>
                  <a:lnTo>
                    <a:pt x="461" y="19"/>
                  </a:lnTo>
                  <a:lnTo>
                    <a:pt x="490" y="37"/>
                  </a:lnTo>
                  <a:lnTo>
                    <a:pt x="513" y="58"/>
                  </a:lnTo>
                  <a:lnTo>
                    <a:pt x="529" y="86"/>
                  </a:lnTo>
                  <a:lnTo>
                    <a:pt x="538" y="119"/>
                  </a:lnTo>
                  <a:lnTo>
                    <a:pt x="541" y="157"/>
                  </a:lnTo>
                  <a:lnTo>
                    <a:pt x="538" y="194"/>
                  </a:lnTo>
                  <a:lnTo>
                    <a:pt x="529" y="225"/>
                  </a:lnTo>
                  <a:lnTo>
                    <a:pt x="513" y="252"/>
                  </a:lnTo>
                  <a:lnTo>
                    <a:pt x="494" y="272"/>
                  </a:lnTo>
                  <a:lnTo>
                    <a:pt x="473" y="290"/>
                  </a:lnTo>
                  <a:lnTo>
                    <a:pt x="447" y="302"/>
                  </a:lnTo>
                  <a:lnTo>
                    <a:pt x="421" y="311"/>
                  </a:lnTo>
                  <a:lnTo>
                    <a:pt x="393" y="314"/>
                  </a:lnTo>
                  <a:lnTo>
                    <a:pt x="384" y="314"/>
                  </a:lnTo>
                  <a:lnTo>
                    <a:pt x="552" y="536"/>
                  </a:lnTo>
                  <a:lnTo>
                    <a:pt x="431" y="536"/>
                  </a:lnTo>
                  <a:lnTo>
                    <a:pt x="274" y="323"/>
                  </a:lnTo>
                  <a:lnTo>
                    <a:pt x="274" y="321"/>
                  </a:lnTo>
                  <a:lnTo>
                    <a:pt x="98" y="321"/>
                  </a:lnTo>
                  <a:lnTo>
                    <a:pt x="98" y="536"/>
                  </a:lnTo>
                  <a:lnTo>
                    <a:pt x="0" y="536"/>
                  </a:lnTo>
                  <a:lnTo>
                    <a:pt x="0" y="0"/>
                  </a:lnTo>
                  <a:close/>
                </a:path>
              </a:pathLst>
            </a:custGeom>
            <a:solidFill>
              <a:schemeClr val="bg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3" name="Freeform 7"/>
            <p:cNvSpPr>
              <a:spLocks/>
            </p:cNvSpPr>
            <p:nvPr userDrawn="1"/>
          </p:nvSpPr>
          <p:spPr bwMode="auto">
            <a:xfrm>
              <a:off x="1258888" y="-1244600"/>
              <a:ext cx="774700" cy="850900"/>
            </a:xfrm>
            <a:custGeom>
              <a:avLst/>
              <a:gdLst>
                <a:gd name="T0" fmla="*/ 0 w 488"/>
                <a:gd name="T1" fmla="*/ 0 h 536"/>
                <a:gd name="T2" fmla="*/ 440 w 488"/>
                <a:gd name="T3" fmla="*/ 0 h 536"/>
                <a:gd name="T4" fmla="*/ 455 w 488"/>
                <a:gd name="T5" fmla="*/ 2 h 536"/>
                <a:gd name="T6" fmla="*/ 467 w 488"/>
                <a:gd name="T7" fmla="*/ 12 h 536"/>
                <a:gd name="T8" fmla="*/ 476 w 488"/>
                <a:gd name="T9" fmla="*/ 25 h 536"/>
                <a:gd name="T10" fmla="*/ 480 w 488"/>
                <a:gd name="T11" fmla="*/ 40 h 536"/>
                <a:gd name="T12" fmla="*/ 476 w 488"/>
                <a:gd name="T13" fmla="*/ 56 h 536"/>
                <a:gd name="T14" fmla="*/ 467 w 488"/>
                <a:gd name="T15" fmla="*/ 70 h 536"/>
                <a:gd name="T16" fmla="*/ 455 w 488"/>
                <a:gd name="T17" fmla="*/ 79 h 536"/>
                <a:gd name="T18" fmla="*/ 440 w 488"/>
                <a:gd name="T19" fmla="*/ 82 h 536"/>
                <a:gd name="T20" fmla="*/ 97 w 488"/>
                <a:gd name="T21" fmla="*/ 82 h 536"/>
                <a:gd name="T22" fmla="*/ 97 w 488"/>
                <a:gd name="T23" fmla="*/ 218 h 536"/>
                <a:gd name="T24" fmla="*/ 354 w 488"/>
                <a:gd name="T25" fmla="*/ 218 h 536"/>
                <a:gd name="T26" fmla="*/ 370 w 488"/>
                <a:gd name="T27" fmla="*/ 222 h 536"/>
                <a:gd name="T28" fmla="*/ 384 w 488"/>
                <a:gd name="T29" fmla="*/ 231 h 536"/>
                <a:gd name="T30" fmla="*/ 392 w 488"/>
                <a:gd name="T31" fmla="*/ 243 h 536"/>
                <a:gd name="T32" fmla="*/ 396 w 488"/>
                <a:gd name="T33" fmla="*/ 259 h 536"/>
                <a:gd name="T34" fmla="*/ 392 w 488"/>
                <a:gd name="T35" fmla="*/ 276 h 536"/>
                <a:gd name="T36" fmla="*/ 384 w 488"/>
                <a:gd name="T37" fmla="*/ 288 h 536"/>
                <a:gd name="T38" fmla="*/ 370 w 488"/>
                <a:gd name="T39" fmla="*/ 297 h 536"/>
                <a:gd name="T40" fmla="*/ 354 w 488"/>
                <a:gd name="T41" fmla="*/ 300 h 536"/>
                <a:gd name="T42" fmla="*/ 97 w 488"/>
                <a:gd name="T43" fmla="*/ 300 h 536"/>
                <a:gd name="T44" fmla="*/ 97 w 488"/>
                <a:gd name="T45" fmla="*/ 454 h 536"/>
                <a:gd name="T46" fmla="*/ 448 w 488"/>
                <a:gd name="T47" fmla="*/ 454 h 536"/>
                <a:gd name="T48" fmla="*/ 464 w 488"/>
                <a:gd name="T49" fmla="*/ 457 h 536"/>
                <a:gd name="T50" fmla="*/ 478 w 488"/>
                <a:gd name="T51" fmla="*/ 466 h 536"/>
                <a:gd name="T52" fmla="*/ 487 w 488"/>
                <a:gd name="T53" fmla="*/ 478 h 536"/>
                <a:gd name="T54" fmla="*/ 488 w 488"/>
                <a:gd name="T55" fmla="*/ 494 h 536"/>
                <a:gd name="T56" fmla="*/ 487 w 488"/>
                <a:gd name="T57" fmla="*/ 512 h 536"/>
                <a:gd name="T58" fmla="*/ 478 w 488"/>
                <a:gd name="T59" fmla="*/ 524 h 536"/>
                <a:gd name="T60" fmla="*/ 464 w 488"/>
                <a:gd name="T61" fmla="*/ 533 h 536"/>
                <a:gd name="T62" fmla="*/ 448 w 488"/>
                <a:gd name="T63" fmla="*/ 536 h 536"/>
                <a:gd name="T64" fmla="*/ 0 w 488"/>
                <a:gd name="T65" fmla="*/ 536 h 536"/>
                <a:gd name="T66" fmla="*/ 0 w 488"/>
                <a:gd name="T67"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488" h="536">
                  <a:moveTo>
                    <a:pt x="0" y="0"/>
                  </a:moveTo>
                  <a:lnTo>
                    <a:pt x="440" y="0"/>
                  </a:lnTo>
                  <a:lnTo>
                    <a:pt x="455" y="2"/>
                  </a:lnTo>
                  <a:lnTo>
                    <a:pt x="467" y="12"/>
                  </a:lnTo>
                  <a:lnTo>
                    <a:pt x="476" y="25"/>
                  </a:lnTo>
                  <a:lnTo>
                    <a:pt x="480" y="40"/>
                  </a:lnTo>
                  <a:lnTo>
                    <a:pt x="476" y="56"/>
                  </a:lnTo>
                  <a:lnTo>
                    <a:pt x="467" y="70"/>
                  </a:lnTo>
                  <a:lnTo>
                    <a:pt x="455" y="79"/>
                  </a:lnTo>
                  <a:lnTo>
                    <a:pt x="440" y="82"/>
                  </a:lnTo>
                  <a:lnTo>
                    <a:pt x="97" y="82"/>
                  </a:lnTo>
                  <a:lnTo>
                    <a:pt x="97" y="218"/>
                  </a:lnTo>
                  <a:lnTo>
                    <a:pt x="354" y="218"/>
                  </a:lnTo>
                  <a:lnTo>
                    <a:pt x="370" y="222"/>
                  </a:lnTo>
                  <a:lnTo>
                    <a:pt x="384" y="231"/>
                  </a:lnTo>
                  <a:lnTo>
                    <a:pt x="392" y="243"/>
                  </a:lnTo>
                  <a:lnTo>
                    <a:pt x="396" y="259"/>
                  </a:lnTo>
                  <a:lnTo>
                    <a:pt x="392" y="276"/>
                  </a:lnTo>
                  <a:lnTo>
                    <a:pt x="384" y="288"/>
                  </a:lnTo>
                  <a:lnTo>
                    <a:pt x="370" y="297"/>
                  </a:lnTo>
                  <a:lnTo>
                    <a:pt x="354" y="300"/>
                  </a:lnTo>
                  <a:lnTo>
                    <a:pt x="97" y="300"/>
                  </a:lnTo>
                  <a:lnTo>
                    <a:pt x="97" y="454"/>
                  </a:lnTo>
                  <a:lnTo>
                    <a:pt x="448" y="454"/>
                  </a:lnTo>
                  <a:lnTo>
                    <a:pt x="464" y="457"/>
                  </a:lnTo>
                  <a:lnTo>
                    <a:pt x="478" y="466"/>
                  </a:lnTo>
                  <a:lnTo>
                    <a:pt x="487" y="478"/>
                  </a:lnTo>
                  <a:lnTo>
                    <a:pt x="488" y="494"/>
                  </a:lnTo>
                  <a:lnTo>
                    <a:pt x="487" y="512"/>
                  </a:lnTo>
                  <a:lnTo>
                    <a:pt x="478" y="524"/>
                  </a:lnTo>
                  <a:lnTo>
                    <a:pt x="464" y="533"/>
                  </a:lnTo>
                  <a:lnTo>
                    <a:pt x="448" y="536"/>
                  </a:lnTo>
                  <a:lnTo>
                    <a:pt x="0" y="536"/>
                  </a:lnTo>
                  <a:lnTo>
                    <a:pt x="0" y="0"/>
                  </a:lnTo>
                  <a:close/>
                </a:path>
              </a:pathLst>
            </a:custGeom>
            <a:solidFill>
              <a:schemeClr val="bg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4" name="Freeform 8"/>
            <p:cNvSpPr>
              <a:spLocks/>
            </p:cNvSpPr>
            <p:nvPr userDrawn="1"/>
          </p:nvSpPr>
          <p:spPr bwMode="auto">
            <a:xfrm>
              <a:off x="2219326" y="-1244600"/>
              <a:ext cx="906463" cy="850900"/>
            </a:xfrm>
            <a:custGeom>
              <a:avLst/>
              <a:gdLst>
                <a:gd name="T0" fmla="*/ 48 w 571"/>
                <a:gd name="T1" fmla="*/ 0 h 536"/>
                <a:gd name="T2" fmla="*/ 65 w 571"/>
                <a:gd name="T3" fmla="*/ 4 h 536"/>
                <a:gd name="T4" fmla="*/ 79 w 571"/>
                <a:gd name="T5" fmla="*/ 12 h 536"/>
                <a:gd name="T6" fmla="*/ 89 w 571"/>
                <a:gd name="T7" fmla="*/ 26 h 536"/>
                <a:gd name="T8" fmla="*/ 280 w 571"/>
                <a:gd name="T9" fmla="*/ 431 h 536"/>
                <a:gd name="T10" fmla="*/ 285 w 571"/>
                <a:gd name="T11" fmla="*/ 440 h 536"/>
                <a:gd name="T12" fmla="*/ 484 w 571"/>
                <a:gd name="T13" fmla="*/ 26 h 536"/>
                <a:gd name="T14" fmla="*/ 494 w 571"/>
                <a:gd name="T15" fmla="*/ 12 h 536"/>
                <a:gd name="T16" fmla="*/ 508 w 571"/>
                <a:gd name="T17" fmla="*/ 2 h 536"/>
                <a:gd name="T18" fmla="*/ 526 w 571"/>
                <a:gd name="T19" fmla="*/ 0 h 536"/>
                <a:gd name="T20" fmla="*/ 541 w 571"/>
                <a:gd name="T21" fmla="*/ 2 h 536"/>
                <a:gd name="T22" fmla="*/ 554 w 571"/>
                <a:gd name="T23" fmla="*/ 9 h 536"/>
                <a:gd name="T24" fmla="*/ 564 w 571"/>
                <a:gd name="T25" fmla="*/ 21 h 536"/>
                <a:gd name="T26" fmla="*/ 571 w 571"/>
                <a:gd name="T27" fmla="*/ 35 h 536"/>
                <a:gd name="T28" fmla="*/ 571 w 571"/>
                <a:gd name="T29" fmla="*/ 51 h 536"/>
                <a:gd name="T30" fmla="*/ 568 w 571"/>
                <a:gd name="T31" fmla="*/ 67 h 536"/>
                <a:gd name="T32" fmla="*/ 337 w 571"/>
                <a:gd name="T33" fmla="*/ 536 h 536"/>
                <a:gd name="T34" fmla="*/ 233 w 571"/>
                <a:gd name="T35" fmla="*/ 536 h 536"/>
                <a:gd name="T36" fmla="*/ 6 w 571"/>
                <a:gd name="T37" fmla="*/ 67 h 536"/>
                <a:gd name="T38" fmla="*/ 0 w 571"/>
                <a:gd name="T39" fmla="*/ 51 h 536"/>
                <a:gd name="T40" fmla="*/ 2 w 571"/>
                <a:gd name="T41" fmla="*/ 35 h 536"/>
                <a:gd name="T42" fmla="*/ 7 w 571"/>
                <a:gd name="T43" fmla="*/ 21 h 536"/>
                <a:gd name="T44" fmla="*/ 18 w 571"/>
                <a:gd name="T45" fmla="*/ 9 h 536"/>
                <a:gd name="T46" fmla="*/ 32 w 571"/>
                <a:gd name="T47" fmla="*/ 2 h 536"/>
                <a:gd name="T48" fmla="*/ 48 w 571"/>
                <a:gd name="T49"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571" h="536">
                  <a:moveTo>
                    <a:pt x="48" y="0"/>
                  </a:moveTo>
                  <a:lnTo>
                    <a:pt x="65" y="4"/>
                  </a:lnTo>
                  <a:lnTo>
                    <a:pt x="79" y="12"/>
                  </a:lnTo>
                  <a:lnTo>
                    <a:pt x="89" y="26"/>
                  </a:lnTo>
                  <a:lnTo>
                    <a:pt x="280" y="431"/>
                  </a:lnTo>
                  <a:lnTo>
                    <a:pt x="285" y="440"/>
                  </a:lnTo>
                  <a:lnTo>
                    <a:pt x="484" y="26"/>
                  </a:lnTo>
                  <a:lnTo>
                    <a:pt x="494" y="12"/>
                  </a:lnTo>
                  <a:lnTo>
                    <a:pt x="508" y="2"/>
                  </a:lnTo>
                  <a:lnTo>
                    <a:pt x="526" y="0"/>
                  </a:lnTo>
                  <a:lnTo>
                    <a:pt x="541" y="2"/>
                  </a:lnTo>
                  <a:lnTo>
                    <a:pt x="554" y="9"/>
                  </a:lnTo>
                  <a:lnTo>
                    <a:pt x="564" y="21"/>
                  </a:lnTo>
                  <a:lnTo>
                    <a:pt x="571" y="35"/>
                  </a:lnTo>
                  <a:lnTo>
                    <a:pt x="571" y="51"/>
                  </a:lnTo>
                  <a:lnTo>
                    <a:pt x="568" y="67"/>
                  </a:lnTo>
                  <a:lnTo>
                    <a:pt x="337" y="536"/>
                  </a:lnTo>
                  <a:lnTo>
                    <a:pt x="233" y="536"/>
                  </a:lnTo>
                  <a:lnTo>
                    <a:pt x="6" y="67"/>
                  </a:lnTo>
                  <a:lnTo>
                    <a:pt x="0" y="51"/>
                  </a:lnTo>
                  <a:lnTo>
                    <a:pt x="2" y="35"/>
                  </a:lnTo>
                  <a:lnTo>
                    <a:pt x="7" y="21"/>
                  </a:lnTo>
                  <a:lnTo>
                    <a:pt x="18" y="9"/>
                  </a:lnTo>
                  <a:lnTo>
                    <a:pt x="32" y="2"/>
                  </a:lnTo>
                  <a:lnTo>
                    <a:pt x="48" y="0"/>
                  </a:lnTo>
                  <a:close/>
                </a:path>
              </a:pathLst>
            </a:custGeom>
            <a:solidFill>
              <a:schemeClr val="bg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5" name="Freeform 9"/>
            <p:cNvSpPr>
              <a:spLocks noEditPoints="1"/>
            </p:cNvSpPr>
            <p:nvPr userDrawn="1"/>
          </p:nvSpPr>
          <p:spPr bwMode="auto">
            <a:xfrm>
              <a:off x="3125788" y="-1244600"/>
              <a:ext cx="1017588" cy="850900"/>
            </a:xfrm>
            <a:custGeom>
              <a:avLst/>
              <a:gdLst>
                <a:gd name="T0" fmla="*/ 321 w 641"/>
                <a:gd name="T1" fmla="*/ 70 h 536"/>
                <a:gd name="T2" fmla="*/ 201 w 641"/>
                <a:gd name="T3" fmla="*/ 328 h 536"/>
                <a:gd name="T4" fmla="*/ 443 w 641"/>
                <a:gd name="T5" fmla="*/ 328 h 536"/>
                <a:gd name="T6" fmla="*/ 321 w 641"/>
                <a:gd name="T7" fmla="*/ 70 h 536"/>
                <a:gd name="T8" fmla="*/ 264 w 641"/>
                <a:gd name="T9" fmla="*/ 0 h 536"/>
                <a:gd name="T10" fmla="*/ 381 w 641"/>
                <a:gd name="T11" fmla="*/ 0 h 536"/>
                <a:gd name="T12" fmla="*/ 641 w 641"/>
                <a:gd name="T13" fmla="*/ 536 h 536"/>
                <a:gd name="T14" fmla="*/ 538 w 641"/>
                <a:gd name="T15" fmla="*/ 536 h 536"/>
                <a:gd name="T16" fmla="*/ 482 w 641"/>
                <a:gd name="T17" fmla="*/ 414 h 536"/>
                <a:gd name="T18" fmla="*/ 480 w 641"/>
                <a:gd name="T19" fmla="*/ 410 h 536"/>
                <a:gd name="T20" fmla="*/ 161 w 641"/>
                <a:gd name="T21" fmla="*/ 410 h 536"/>
                <a:gd name="T22" fmla="*/ 103 w 641"/>
                <a:gd name="T23" fmla="*/ 536 h 536"/>
                <a:gd name="T24" fmla="*/ 0 w 641"/>
                <a:gd name="T25" fmla="*/ 536 h 536"/>
                <a:gd name="T26" fmla="*/ 264 w 641"/>
                <a:gd name="T27"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641" h="536">
                  <a:moveTo>
                    <a:pt x="321" y="70"/>
                  </a:moveTo>
                  <a:lnTo>
                    <a:pt x="201" y="328"/>
                  </a:lnTo>
                  <a:lnTo>
                    <a:pt x="443" y="328"/>
                  </a:lnTo>
                  <a:lnTo>
                    <a:pt x="321" y="70"/>
                  </a:lnTo>
                  <a:close/>
                  <a:moveTo>
                    <a:pt x="264" y="0"/>
                  </a:moveTo>
                  <a:lnTo>
                    <a:pt x="381" y="0"/>
                  </a:lnTo>
                  <a:lnTo>
                    <a:pt x="641" y="536"/>
                  </a:lnTo>
                  <a:lnTo>
                    <a:pt x="538" y="536"/>
                  </a:lnTo>
                  <a:lnTo>
                    <a:pt x="482" y="414"/>
                  </a:lnTo>
                  <a:lnTo>
                    <a:pt x="480" y="410"/>
                  </a:lnTo>
                  <a:lnTo>
                    <a:pt x="161" y="410"/>
                  </a:lnTo>
                  <a:lnTo>
                    <a:pt x="103" y="536"/>
                  </a:lnTo>
                  <a:lnTo>
                    <a:pt x="0" y="536"/>
                  </a:lnTo>
                  <a:lnTo>
                    <a:pt x="264" y="0"/>
                  </a:lnTo>
                  <a:close/>
                </a:path>
              </a:pathLst>
            </a:custGeom>
            <a:solidFill>
              <a:schemeClr val="bg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6" name="Freeform 10"/>
            <p:cNvSpPr>
              <a:spLocks/>
            </p:cNvSpPr>
            <p:nvPr userDrawn="1"/>
          </p:nvSpPr>
          <p:spPr bwMode="auto">
            <a:xfrm>
              <a:off x="4106863" y="-1244600"/>
              <a:ext cx="928688" cy="850900"/>
            </a:xfrm>
            <a:custGeom>
              <a:avLst/>
              <a:gdLst>
                <a:gd name="T0" fmla="*/ 42 w 585"/>
                <a:gd name="T1" fmla="*/ 0 h 536"/>
                <a:gd name="T2" fmla="*/ 545 w 585"/>
                <a:gd name="T3" fmla="*/ 0 h 536"/>
                <a:gd name="T4" fmla="*/ 560 w 585"/>
                <a:gd name="T5" fmla="*/ 2 h 536"/>
                <a:gd name="T6" fmla="*/ 574 w 585"/>
                <a:gd name="T7" fmla="*/ 12 h 536"/>
                <a:gd name="T8" fmla="*/ 583 w 585"/>
                <a:gd name="T9" fmla="*/ 25 h 536"/>
                <a:gd name="T10" fmla="*/ 585 w 585"/>
                <a:gd name="T11" fmla="*/ 40 h 536"/>
                <a:gd name="T12" fmla="*/ 583 w 585"/>
                <a:gd name="T13" fmla="*/ 56 h 536"/>
                <a:gd name="T14" fmla="*/ 574 w 585"/>
                <a:gd name="T15" fmla="*/ 70 h 536"/>
                <a:gd name="T16" fmla="*/ 560 w 585"/>
                <a:gd name="T17" fmla="*/ 79 h 536"/>
                <a:gd name="T18" fmla="*/ 545 w 585"/>
                <a:gd name="T19" fmla="*/ 82 h 536"/>
                <a:gd name="T20" fmla="*/ 342 w 585"/>
                <a:gd name="T21" fmla="*/ 82 h 536"/>
                <a:gd name="T22" fmla="*/ 342 w 585"/>
                <a:gd name="T23" fmla="*/ 536 h 536"/>
                <a:gd name="T24" fmla="*/ 244 w 585"/>
                <a:gd name="T25" fmla="*/ 536 h 536"/>
                <a:gd name="T26" fmla="*/ 244 w 585"/>
                <a:gd name="T27" fmla="*/ 82 h 536"/>
                <a:gd name="T28" fmla="*/ 42 w 585"/>
                <a:gd name="T29" fmla="*/ 82 h 536"/>
                <a:gd name="T30" fmla="*/ 26 w 585"/>
                <a:gd name="T31" fmla="*/ 79 h 536"/>
                <a:gd name="T32" fmla="*/ 12 w 585"/>
                <a:gd name="T33" fmla="*/ 70 h 536"/>
                <a:gd name="T34" fmla="*/ 4 w 585"/>
                <a:gd name="T35" fmla="*/ 56 h 536"/>
                <a:gd name="T36" fmla="*/ 0 w 585"/>
                <a:gd name="T37" fmla="*/ 40 h 536"/>
                <a:gd name="T38" fmla="*/ 4 w 585"/>
                <a:gd name="T39" fmla="*/ 25 h 536"/>
                <a:gd name="T40" fmla="*/ 12 w 585"/>
                <a:gd name="T41" fmla="*/ 12 h 536"/>
                <a:gd name="T42" fmla="*/ 26 w 585"/>
                <a:gd name="T43" fmla="*/ 2 h 536"/>
                <a:gd name="T44" fmla="*/ 42 w 585"/>
                <a:gd name="T45"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585" h="536">
                  <a:moveTo>
                    <a:pt x="42" y="0"/>
                  </a:moveTo>
                  <a:lnTo>
                    <a:pt x="545" y="0"/>
                  </a:lnTo>
                  <a:lnTo>
                    <a:pt x="560" y="2"/>
                  </a:lnTo>
                  <a:lnTo>
                    <a:pt x="574" y="12"/>
                  </a:lnTo>
                  <a:lnTo>
                    <a:pt x="583" y="25"/>
                  </a:lnTo>
                  <a:lnTo>
                    <a:pt x="585" y="40"/>
                  </a:lnTo>
                  <a:lnTo>
                    <a:pt x="583" y="56"/>
                  </a:lnTo>
                  <a:lnTo>
                    <a:pt x="574" y="70"/>
                  </a:lnTo>
                  <a:lnTo>
                    <a:pt x="560" y="79"/>
                  </a:lnTo>
                  <a:lnTo>
                    <a:pt x="545" y="82"/>
                  </a:lnTo>
                  <a:lnTo>
                    <a:pt x="342" y="82"/>
                  </a:lnTo>
                  <a:lnTo>
                    <a:pt x="342" y="536"/>
                  </a:lnTo>
                  <a:lnTo>
                    <a:pt x="244" y="536"/>
                  </a:lnTo>
                  <a:lnTo>
                    <a:pt x="244" y="82"/>
                  </a:lnTo>
                  <a:lnTo>
                    <a:pt x="42" y="82"/>
                  </a:lnTo>
                  <a:lnTo>
                    <a:pt x="26" y="79"/>
                  </a:lnTo>
                  <a:lnTo>
                    <a:pt x="12" y="70"/>
                  </a:lnTo>
                  <a:lnTo>
                    <a:pt x="4" y="56"/>
                  </a:lnTo>
                  <a:lnTo>
                    <a:pt x="0" y="40"/>
                  </a:lnTo>
                  <a:lnTo>
                    <a:pt x="4" y="25"/>
                  </a:lnTo>
                  <a:lnTo>
                    <a:pt x="12" y="12"/>
                  </a:lnTo>
                  <a:lnTo>
                    <a:pt x="26" y="2"/>
                  </a:lnTo>
                  <a:lnTo>
                    <a:pt x="42" y="0"/>
                  </a:lnTo>
                  <a:close/>
                </a:path>
              </a:pathLst>
            </a:custGeom>
            <a:solidFill>
              <a:schemeClr val="bg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7" name="Freeform 11"/>
            <p:cNvSpPr>
              <a:spLocks/>
            </p:cNvSpPr>
            <p:nvPr userDrawn="1"/>
          </p:nvSpPr>
          <p:spPr bwMode="auto">
            <a:xfrm>
              <a:off x="5214938" y="-1244600"/>
              <a:ext cx="906463" cy="873125"/>
            </a:xfrm>
            <a:custGeom>
              <a:avLst/>
              <a:gdLst>
                <a:gd name="T0" fmla="*/ 49 w 571"/>
                <a:gd name="T1" fmla="*/ 0 h 550"/>
                <a:gd name="T2" fmla="*/ 68 w 571"/>
                <a:gd name="T3" fmla="*/ 4 h 550"/>
                <a:gd name="T4" fmla="*/ 84 w 571"/>
                <a:gd name="T5" fmla="*/ 14 h 550"/>
                <a:gd name="T6" fmla="*/ 94 w 571"/>
                <a:gd name="T7" fmla="*/ 30 h 550"/>
                <a:gd name="T8" fmla="*/ 98 w 571"/>
                <a:gd name="T9" fmla="*/ 49 h 550"/>
                <a:gd name="T10" fmla="*/ 98 w 571"/>
                <a:gd name="T11" fmla="*/ 299 h 550"/>
                <a:gd name="T12" fmla="*/ 98 w 571"/>
                <a:gd name="T13" fmla="*/ 320 h 550"/>
                <a:gd name="T14" fmla="*/ 101 w 571"/>
                <a:gd name="T15" fmla="*/ 342 h 550"/>
                <a:gd name="T16" fmla="*/ 105 w 571"/>
                <a:gd name="T17" fmla="*/ 363 h 550"/>
                <a:gd name="T18" fmla="*/ 112 w 571"/>
                <a:gd name="T19" fmla="*/ 384 h 550"/>
                <a:gd name="T20" fmla="*/ 122 w 571"/>
                <a:gd name="T21" fmla="*/ 403 h 550"/>
                <a:gd name="T22" fmla="*/ 136 w 571"/>
                <a:gd name="T23" fmla="*/ 421 h 550"/>
                <a:gd name="T24" fmla="*/ 156 w 571"/>
                <a:gd name="T25" fmla="*/ 437 h 550"/>
                <a:gd name="T26" fmla="*/ 180 w 571"/>
                <a:gd name="T27" fmla="*/ 449 h 550"/>
                <a:gd name="T28" fmla="*/ 208 w 571"/>
                <a:gd name="T29" fmla="*/ 459 h 550"/>
                <a:gd name="T30" fmla="*/ 245 w 571"/>
                <a:gd name="T31" fmla="*/ 464 h 550"/>
                <a:gd name="T32" fmla="*/ 286 w 571"/>
                <a:gd name="T33" fmla="*/ 466 h 550"/>
                <a:gd name="T34" fmla="*/ 328 w 571"/>
                <a:gd name="T35" fmla="*/ 464 h 550"/>
                <a:gd name="T36" fmla="*/ 363 w 571"/>
                <a:gd name="T37" fmla="*/ 459 h 550"/>
                <a:gd name="T38" fmla="*/ 391 w 571"/>
                <a:gd name="T39" fmla="*/ 449 h 550"/>
                <a:gd name="T40" fmla="*/ 416 w 571"/>
                <a:gd name="T41" fmla="*/ 437 h 550"/>
                <a:gd name="T42" fmla="*/ 435 w 571"/>
                <a:gd name="T43" fmla="*/ 421 h 550"/>
                <a:gd name="T44" fmla="*/ 449 w 571"/>
                <a:gd name="T45" fmla="*/ 403 h 550"/>
                <a:gd name="T46" fmla="*/ 459 w 571"/>
                <a:gd name="T47" fmla="*/ 384 h 550"/>
                <a:gd name="T48" fmla="*/ 466 w 571"/>
                <a:gd name="T49" fmla="*/ 363 h 550"/>
                <a:gd name="T50" fmla="*/ 470 w 571"/>
                <a:gd name="T51" fmla="*/ 342 h 550"/>
                <a:gd name="T52" fmla="*/ 473 w 571"/>
                <a:gd name="T53" fmla="*/ 320 h 550"/>
                <a:gd name="T54" fmla="*/ 473 w 571"/>
                <a:gd name="T55" fmla="*/ 299 h 550"/>
                <a:gd name="T56" fmla="*/ 473 w 571"/>
                <a:gd name="T57" fmla="*/ 49 h 550"/>
                <a:gd name="T58" fmla="*/ 477 w 571"/>
                <a:gd name="T59" fmla="*/ 30 h 550"/>
                <a:gd name="T60" fmla="*/ 487 w 571"/>
                <a:gd name="T61" fmla="*/ 14 h 550"/>
                <a:gd name="T62" fmla="*/ 503 w 571"/>
                <a:gd name="T63" fmla="*/ 4 h 550"/>
                <a:gd name="T64" fmla="*/ 522 w 571"/>
                <a:gd name="T65" fmla="*/ 0 h 550"/>
                <a:gd name="T66" fmla="*/ 541 w 571"/>
                <a:gd name="T67" fmla="*/ 4 h 550"/>
                <a:gd name="T68" fmla="*/ 557 w 571"/>
                <a:gd name="T69" fmla="*/ 14 h 550"/>
                <a:gd name="T70" fmla="*/ 567 w 571"/>
                <a:gd name="T71" fmla="*/ 30 h 550"/>
                <a:gd name="T72" fmla="*/ 571 w 571"/>
                <a:gd name="T73" fmla="*/ 49 h 550"/>
                <a:gd name="T74" fmla="*/ 571 w 571"/>
                <a:gd name="T75" fmla="*/ 306 h 550"/>
                <a:gd name="T76" fmla="*/ 567 w 571"/>
                <a:gd name="T77" fmla="*/ 358 h 550"/>
                <a:gd name="T78" fmla="*/ 557 w 571"/>
                <a:gd name="T79" fmla="*/ 402 h 550"/>
                <a:gd name="T80" fmla="*/ 540 w 571"/>
                <a:gd name="T81" fmla="*/ 442 h 550"/>
                <a:gd name="T82" fmla="*/ 513 w 571"/>
                <a:gd name="T83" fmla="*/ 475 h 550"/>
                <a:gd name="T84" fmla="*/ 482 w 571"/>
                <a:gd name="T85" fmla="*/ 501 h 550"/>
                <a:gd name="T86" fmla="*/ 444 w 571"/>
                <a:gd name="T87" fmla="*/ 522 h 550"/>
                <a:gd name="T88" fmla="*/ 398 w 571"/>
                <a:gd name="T89" fmla="*/ 538 h 550"/>
                <a:gd name="T90" fmla="*/ 346 w 571"/>
                <a:gd name="T91" fmla="*/ 547 h 550"/>
                <a:gd name="T92" fmla="*/ 286 w 571"/>
                <a:gd name="T93" fmla="*/ 550 h 550"/>
                <a:gd name="T94" fmla="*/ 225 w 571"/>
                <a:gd name="T95" fmla="*/ 547 h 550"/>
                <a:gd name="T96" fmla="*/ 173 w 571"/>
                <a:gd name="T97" fmla="*/ 538 h 550"/>
                <a:gd name="T98" fmla="*/ 128 w 571"/>
                <a:gd name="T99" fmla="*/ 522 h 550"/>
                <a:gd name="T100" fmla="*/ 89 w 571"/>
                <a:gd name="T101" fmla="*/ 501 h 550"/>
                <a:gd name="T102" fmla="*/ 58 w 571"/>
                <a:gd name="T103" fmla="*/ 475 h 550"/>
                <a:gd name="T104" fmla="*/ 32 w 571"/>
                <a:gd name="T105" fmla="*/ 442 h 550"/>
                <a:gd name="T106" fmla="*/ 14 w 571"/>
                <a:gd name="T107" fmla="*/ 402 h 550"/>
                <a:gd name="T108" fmla="*/ 4 w 571"/>
                <a:gd name="T109" fmla="*/ 358 h 550"/>
                <a:gd name="T110" fmla="*/ 0 w 571"/>
                <a:gd name="T111" fmla="*/ 306 h 550"/>
                <a:gd name="T112" fmla="*/ 0 w 571"/>
                <a:gd name="T113" fmla="*/ 49 h 550"/>
                <a:gd name="T114" fmla="*/ 4 w 571"/>
                <a:gd name="T115" fmla="*/ 30 h 550"/>
                <a:gd name="T116" fmla="*/ 14 w 571"/>
                <a:gd name="T117" fmla="*/ 14 h 550"/>
                <a:gd name="T118" fmla="*/ 30 w 571"/>
                <a:gd name="T119" fmla="*/ 4 h 550"/>
                <a:gd name="T120" fmla="*/ 49 w 571"/>
                <a:gd name="T121" fmla="*/ 0 h 5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571" h="550">
                  <a:moveTo>
                    <a:pt x="49" y="0"/>
                  </a:moveTo>
                  <a:lnTo>
                    <a:pt x="68" y="4"/>
                  </a:lnTo>
                  <a:lnTo>
                    <a:pt x="84" y="14"/>
                  </a:lnTo>
                  <a:lnTo>
                    <a:pt x="94" y="30"/>
                  </a:lnTo>
                  <a:lnTo>
                    <a:pt x="98" y="49"/>
                  </a:lnTo>
                  <a:lnTo>
                    <a:pt x="98" y="299"/>
                  </a:lnTo>
                  <a:lnTo>
                    <a:pt x="98" y="320"/>
                  </a:lnTo>
                  <a:lnTo>
                    <a:pt x="101" y="342"/>
                  </a:lnTo>
                  <a:lnTo>
                    <a:pt x="105" y="363"/>
                  </a:lnTo>
                  <a:lnTo>
                    <a:pt x="112" y="384"/>
                  </a:lnTo>
                  <a:lnTo>
                    <a:pt x="122" y="403"/>
                  </a:lnTo>
                  <a:lnTo>
                    <a:pt x="136" y="421"/>
                  </a:lnTo>
                  <a:lnTo>
                    <a:pt x="156" y="437"/>
                  </a:lnTo>
                  <a:lnTo>
                    <a:pt x="180" y="449"/>
                  </a:lnTo>
                  <a:lnTo>
                    <a:pt x="208" y="459"/>
                  </a:lnTo>
                  <a:lnTo>
                    <a:pt x="245" y="464"/>
                  </a:lnTo>
                  <a:lnTo>
                    <a:pt x="286" y="466"/>
                  </a:lnTo>
                  <a:lnTo>
                    <a:pt x="328" y="464"/>
                  </a:lnTo>
                  <a:lnTo>
                    <a:pt x="363" y="459"/>
                  </a:lnTo>
                  <a:lnTo>
                    <a:pt x="391" y="449"/>
                  </a:lnTo>
                  <a:lnTo>
                    <a:pt x="416" y="437"/>
                  </a:lnTo>
                  <a:lnTo>
                    <a:pt x="435" y="421"/>
                  </a:lnTo>
                  <a:lnTo>
                    <a:pt x="449" y="403"/>
                  </a:lnTo>
                  <a:lnTo>
                    <a:pt x="459" y="384"/>
                  </a:lnTo>
                  <a:lnTo>
                    <a:pt x="466" y="363"/>
                  </a:lnTo>
                  <a:lnTo>
                    <a:pt x="470" y="342"/>
                  </a:lnTo>
                  <a:lnTo>
                    <a:pt x="473" y="320"/>
                  </a:lnTo>
                  <a:lnTo>
                    <a:pt x="473" y="299"/>
                  </a:lnTo>
                  <a:lnTo>
                    <a:pt x="473" y="49"/>
                  </a:lnTo>
                  <a:lnTo>
                    <a:pt x="477" y="30"/>
                  </a:lnTo>
                  <a:lnTo>
                    <a:pt x="487" y="14"/>
                  </a:lnTo>
                  <a:lnTo>
                    <a:pt x="503" y="4"/>
                  </a:lnTo>
                  <a:lnTo>
                    <a:pt x="522" y="0"/>
                  </a:lnTo>
                  <a:lnTo>
                    <a:pt x="541" y="4"/>
                  </a:lnTo>
                  <a:lnTo>
                    <a:pt x="557" y="14"/>
                  </a:lnTo>
                  <a:lnTo>
                    <a:pt x="567" y="30"/>
                  </a:lnTo>
                  <a:lnTo>
                    <a:pt x="571" y="49"/>
                  </a:lnTo>
                  <a:lnTo>
                    <a:pt x="571" y="306"/>
                  </a:lnTo>
                  <a:lnTo>
                    <a:pt x="567" y="358"/>
                  </a:lnTo>
                  <a:lnTo>
                    <a:pt x="557" y="402"/>
                  </a:lnTo>
                  <a:lnTo>
                    <a:pt x="540" y="442"/>
                  </a:lnTo>
                  <a:lnTo>
                    <a:pt x="513" y="475"/>
                  </a:lnTo>
                  <a:lnTo>
                    <a:pt x="482" y="501"/>
                  </a:lnTo>
                  <a:lnTo>
                    <a:pt x="444" y="522"/>
                  </a:lnTo>
                  <a:lnTo>
                    <a:pt x="398" y="538"/>
                  </a:lnTo>
                  <a:lnTo>
                    <a:pt x="346" y="547"/>
                  </a:lnTo>
                  <a:lnTo>
                    <a:pt x="286" y="550"/>
                  </a:lnTo>
                  <a:lnTo>
                    <a:pt x="225" y="547"/>
                  </a:lnTo>
                  <a:lnTo>
                    <a:pt x="173" y="538"/>
                  </a:lnTo>
                  <a:lnTo>
                    <a:pt x="128" y="522"/>
                  </a:lnTo>
                  <a:lnTo>
                    <a:pt x="89" y="501"/>
                  </a:lnTo>
                  <a:lnTo>
                    <a:pt x="58" y="475"/>
                  </a:lnTo>
                  <a:lnTo>
                    <a:pt x="32" y="442"/>
                  </a:lnTo>
                  <a:lnTo>
                    <a:pt x="14" y="402"/>
                  </a:lnTo>
                  <a:lnTo>
                    <a:pt x="4" y="358"/>
                  </a:lnTo>
                  <a:lnTo>
                    <a:pt x="0" y="306"/>
                  </a:lnTo>
                  <a:lnTo>
                    <a:pt x="0" y="49"/>
                  </a:lnTo>
                  <a:lnTo>
                    <a:pt x="4" y="30"/>
                  </a:lnTo>
                  <a:lnTo>
                    <a:pt x="14" y="14"/>
                  </a:lnTo>
                  <a:lnTo>
                    <a:pt x="30" y="4"/>
                  </a:lnTo>
                  <a:lnTo>
                    <a:pt x="49" y="0"/>
                  </a:lnTo>
                  <a:close/>
                </a:path>
              </a:pathLst>
            </a:custGeom>
            <a:solidFill>
              <a:schemeClr val="bg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8" name="Freeform 12"/>
            <p:cNvSpPr>
              <a:spLocks noEditPoints="1"/>
            </p:cNvSpPr>
            <p:nvPr userDrawn="1"/>
          </p:nvSpPr>
          <p:spPr bwMode="auto">
            <a:xfrm>
              <a:off x="6384926" y="-1244600"/>
              <a:ext cx="873125" cy="850900"/>
            </a:xfrm>
            <a:custGeom>
              <a:avLst/>
              <a:gdLst>
                <a:gd name="T0" fmla="*/ 96 w 550"/>
                <a:gd name="T1" fmla="*/ 79 h 536"/>
                <a:gd name="T2" fmla="*/ 96 w 550"/>
                <a:gd name="T3" fmla="*/ 241 h 536"/>
                <a:gd name="T4" fmla="*/ 307 w 550"/>
                <a:gd name="T5" fmla="*/ 241 h 536"/>
                <a:gd name="T6" fmla="*/ 342 w 550"/>
                <a:gd name="T7" fmla="*/ 241 h 536"/>
                <a:gd name="T8" fmla="*/ 372 w 550"/>
                <a:gd name="T9" fmla="*/ 238 h 536"/>
                <a:gd name="T10" fmla="*/ 398 w 550"/>
                <a:gd name="T11" fmla="*/ 231 h 536"/>
                <a:gd name="T12" fmla="*/ 417 w 550"/>
                <a:gd name="T13" fmla="*/ 222 h 536"/>
                <a:gd name="T14" fmla="*/ 431 w 550"/>
                <a:gd name="T15" fmla="*/ 206 h 536"/>
                <a:gd name="T16" fmla="*/ 440 w 550"/>
                <a:gd name="T17" fmla="*/ 187 h 536"/>
                <a:gd name="T18" fmla="*/ 443 w 550"/>
                <a:gd name="T19" fmla="*/ 161 h 536"/>
                <a:gd name="T20" fmla="*/ 440 w 550"/>
                <a:gd name="T21" fmla="*/ 135 h 536"/>
                <a:gd name="T22" fmla="*/ 431 w 550"/>
                <a:gd name="T23" fmla="*/ 114 h 536"/>
                <a:gd name="T24" fmla="*/ 417 w 550"/>
                <a:gd name="T25" fmla="*/ 100 h 536"/>
                <a:gd name="T26" fmla="*/ 398 w 550"/>
                <a:gd name="T27" fmla="*/ 89 h 536"/>
                <a:gd name="T28" fmla="*/ 372 w 550"/>
                <a:gd name="T29" fmla="*/ 84 h 536"/>
                <a:gd name="T30" fmla="*/ 342 w 550"/>
                <a:gd name="T31" fmla="*/ 80 h 536"/>
                <a:gd name="T32" fmla="*/ 307 w 550"/>
                <a:gd name="T33" fmla="*/ 79 h 536"/>
                <a:gd name="T34" fmla="*/ 96 w 550"/>
                <a:gd name="T35" fmla="*/ 79 h 536"/>
                <a:gd name="T36" fmla="*/ 0 w 550"/>
                <a:gd name="T37" fmla="*/ 0 h 536"/>
                <a:gd name="T38" fmla="*/ 323 w 550"/>
                <a:gd name="T39" fmla="*/ 0 h 536"/>
                <a:gd name="T40" fmla="*/ 377 w 550"/>
                <a:gd name="T41" fmla="*/ 2 h 536"/>
                <a:gd name="T42" fmla="*/ 422 w 550"/>
                <a:gd name="T43" fmla="*/ 9 h 536"/>
                <a:gd name="T44" fmla="*/ 459 w 550"/>
                <a:gd name="T45" fmla="*/ 19 h 536"/>
                <a:gd name="T46" fmla="*/ 489 w 550"/>
                <a:gd name="T47" fmla="*/ 37 h 536"/>
                <a:gd name="T48" fmla="*/ 511 w 550"/>
                <a:gd name="T49" fmla="*/ 58 h 536"/>
                <a:gd name="T50" fmla="*/ 527 w 550"/>
                <a:gd name="T51" fmla="*/ 86 h 536"/>
                <a:gd name="T52" fmla="*/ 537 w 550"/>
                <a:gd name="T53" fmla="*/ 119 h 536"/>
                <a:gd name="T54" fmla="*/ 539 w 550"/>
                <a:gd name="T55" fmla="*/ 157 h 536"/>
                <a:gd name="T56" fmla="*/ 537 w 550"/>
                <a:gd name="T57" fmla="*/ 194 h 536"/>
                <a:gd name="T58" fmla="*/ 527 w 550"/>
                <a:gd name="T59" fmla="*/ 225 h 536"/>
                <a:gd name="T60" fmla="*/ 513 w 550"/>
                <a:gd name="T61" fmla="*/ 252 h 536"/>
                <a:gd name="T62" fmla="*/ 494 w 550"/>
                <a:gd name="T63" fmla="*/ 272 h 536"/>
                <a:gd name="T64" fmla="*/ 471 w 550"/>
                <a:gd name="T65" fmla="*/ 290 h 536"/>
                <a:gd name="T66" fmla="*/ 447 w 550"/>
                <a:gd name="T67" fmla="*/ 302 h 536"/>
                <a:gd name="T68" fmla="*/ 419 w 550"/>
                <a:gd name="T69" fmla="*/ 311 h 536"/>
                <a:gd name="T70" fmla="*/ 393 w 550"/>
                <a:gd name="T71" fmla="*/ 314 h 536"/>
                <a:gd name="T72" fmla="*/ 384 w 550"/>
                <a:gd name="T73" fmla="*/ 314 h 536"/>
                <a:gd name="T74" fmla="*/ 550 w 550"/>
                <a:gd name="T75" fmla="*/ 536 h 536"/>
                <a:gd name="T76" fmla="*/ 431 w 550"/>
                <a:gd name="T77" fmla="*/ 536 h 536"/>
                <a:gd name="T78" fmla="*/ 274 w 550"/>
                <a:gd name="T79" fmla="*/ 323 h 536"/>
                <a:gd name="T80" fmla="*/ 272 w 550"/>
                <a:gd name="T81" fmla="*/ 321 h 536"/>
                <a:gd name="T82" fmla="*/ 96 w 550"/>
                <a:gd name="T83" fmla="*/ 321 h 536"/>
                <a:gd name="T84" fmla="*/ 96 w 550"/>
                <a:gd name="T85" fmla="*/ 536 h 536"/>
                <a:gd name="T86" fmla="*/ 0 w 550"/>
                <a:gd name="T87" fmla="*/ 536 h 536"/>
                <a:gd name="T88" fmla="*/ 0 w 550"/>
                <a:gd name="T89"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550" h="536">
                  <a:moveTo>
                    <a:pt x="96" y="79"/>
                  </a:moveTo>
                  <a:lnTo>
                    <a:pt x="96" y="241"/>
                  </a:lnTo>
                  <a:lnTo>
                    <a:pt x="307" y="241"/>
                  </a:lnTo>
                  <a:lnTo>
                    <a:pt x="342" y="241"/>
                  </a:lnTo>
                  <a:lnTo>
                    <a:pt x="372" y="238"/>
                  </a:lnTo>
                  <a:lnTo>
                    <a:pt x="398" y="231"/>
                  </a:lnTo>
                  <a:lnTo>
                    <a:pt x="417" y="222"/>
                  </a:lnTo>
                  <a:lnTo>
                    <a:pt x="431" y="206"/>
                  </a:lnTo>
                  <a:lnTo>
                    <a:pt x="440" y="187"/>
                  </a:lnTo>
                  <a:lnTo>
                    <a:pt x="443" y="161"/>
                  </a:lnTo>
                  <a:lnTo>
                    <a:pt x="440" y="135"/>
                  </a:lnTo>
                  <a:lnTo>
                    <a:pt x="431" y="114"/>
                  </a:lnTo>
                  <a:lnTo>
                    <a:pt x="417" y="100"/>
                  </a:lnTo>
                  <a:lnTo>
                    <a:pt x="398" y="89"/>
                  </a:lnTo>
                  <a:lnTo>
                    <a:pt x="372" y="84"/>
                  </a:lnTo>
                  <a:lnTo>
                    <a:pt x="342" y="80"/>
                  </a:lnTo>
                  <a:lnTo>
                    <a:pt x="307" y="79"/>
                  </a:lnTo>
                  <a:lnTo>
                    <a:pt x="96" y="79"/>
                  </a:lnTo>
                  <a:close/>
                  <a:moveTo>
                    <a:pt x="0" y="0"/>
                  </a:moveTo>
                  <a:lnTo>
                    <a:pt x="323" y="0"/>
                  </a:lnTo>
                  <a:lnTo>
                    <a:pt x="377" y="2"/>
                  </a:lnTo>
                  <a:lnTo>
                    <a:pt x="422" y="9"/>
                  </a:lnTo>
                  <a:lnTo>
                    <a:pt x="459" y="19"/>
                  </a:lnTo>
                  <a:lnTo>
                    <a:pt x="489" y="37"/>
                  </a:lnTo>
                  <a:lnTo>
                    <a:pt x="511" y="58"/>
                  </a:lnTo>
                  <a:lnTo>
                    <a:pt x="527" y="86"/>
                  </a:lnTo>
                  <a:lnTo>
                    <a:pt x="537" y="119"/>
                  </a:lnTo>
                  <a:lnTo>
                    <a:pt x="539" y="157"/>
                  </a:lnTo>
                  <a:lnTo>
                    <a:pt x="537" y="194"/>
                  </a:lnTo>
                  <a:lnTo>
                    <a:pt x="527" y="225"/>
                  </a:lnTo>
                  <a:lnTo>
                    <a:pt x="513" y="252"/>
                  </a:lnTo>
                  <a:lnTo>
                    <a:pt x="494" y="272"/>
                  </a:lnTo>
                  <a:lnTo>
                    <a:pt x="471" y="290"/>
                  </a:lnTo>
                  <a:lnTo>
                    <a:pt x="447" y="302"/>
                  </a:lnTo>
                  <a:lnTo>
                    <a:pt x="419" y="311"/>
                  </a:lnTo>
                  <a:lnTo>
                    <a:pt x="393" y="314"/>
                  </a:lnTo>
                  <a:lnTo>
                    <a:pt x="384" y="314"/>
                  </a:lnTo>
                  <a:lnTo>
                    <a:pt x="550" y="536"/>
                  </a:lnTo>
                  <a:lnTo>
                    <a:pt x="431" y="536"/>
                  </a:lnTo>
                  <a:lnTo>
                    <a:pt x="274" y="323"/>
                  </a:lnTo>
                  <a:lnTo>
                    <a:pt x="272" y="321"/>
                  </a:lnTo>
                  <a:lnTo>
                    <a:pt x="96" y="321"/>
                  </a:lnTo>
                  <a:lnTo>
                    <a:pt x="96" y="536"/>
                  </a:lnTo>
                  <a:lnTo>
                    <a:pt x="0" y="536"/>
                  </a:lnTo>
                  <a:lnTo>
                    <a:pt x="0" y="0"/>
                  </a:lnTo>
                  <a:close/>
                </a:path>
              </a:pathLst>
            </a:custGeom>
            <a:solidFill>
              <a:schemeClr val="bg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9" name="Freeform 13"/>
            <p:cNvSpPr>
              <a:spLocks/>
            </p:cNvSpPr>
            <p:nvPr userDrawn="1"/>
          </p:nvSpPr>
          <p:spPr bwMode="auto">
            <a:xfrm>
              <a:off x="7477126" y="-1244600"/>
              <a:ext cx="774700" cy="850900"/>
            </a:xfrm>
            <a:custGeom>
              <a:avLst/>
              <a:gdLst>
                <a:gd name="T0" fmla="*/ 0 w 488"/>
                <a:gd name="T1" fmla="*/ 0 h 536"/>
                <a:gd name="T2" fmla="*/ 438 w 488"/>
                <a:gd name="T3" fmla="*/ 0 h 536"/>
                <a:gd name="T4" fmla="*/ 453 w 488"/>
                <a:gd name="T5" fmla="*/ 2 h 536"/>
                <a:gd name="T6" fmla="*/ 467 w 488"/>
                <a:gd name="T7" fmla="*/ 12 h 536"/>
                <a:gd name="T8" fmla="*/ 476 w 488"/>
                <a:gd name="T9" fmla="*/ 25 h 536"/>
                <a:gd name="T10" fmla="*/ 480 w 488"/>
                <a:gd name="T11" fmla="*/ 40 h 536"/>
                <a:gd name="T12" fmla="*/ 476 w 488"/>
                <a:gd name="T13" fmla="*/ 56 h 536"/>
                <a:gd name="T14" fmla="*/ 467 w 488"/>
                <a:gd name="T15" fmla="*/ 70 h 536"/>
                <a:gd name="T16" fmla="*/ 453 w 488"/>
                <a:gd name="T17" fmla="*/ 79 h 536"/>
                <a:gd name="T18" fmla="*/ 438 w 488"/>
                <a:gd name="T19" fmla="*/ 82 h 536"/>
                <a:gd name="T20" fmla="*/ 97 w 488"/>
                <a:gd name="T21" fmla="*/ 82 h 536"/>
                <a:gd name="T22" fmla="*/ 97 w 488"/>
                <a:gd name="T23" fmla="*/ 218 h 536"/>
                <a:gd name="T24" fmla="*/ 333 w 488"/>
                <a:gd name="T25" fmla="*/ 218 h 536"/>
                <a:gd name="T26" fmla="*/ 349 w 488"/>
                <a:gd name="T27" fmla="*/ 222 h 536"/>
                <a:gd name="T28" fmla="*/ 361 w 488"/>
                <a:gd name="T29" fmla="*/ 231 h 536"/>
                <a:gd name="T30" fmla="*/ 370 w 488"/>
                <a:gd name="T31" fmla="*/ 243 h 536"/>
                <a:gd name="T32" fmla="*/ 373 w 488"/>
                <a:gd name="T33" fmla="*/ 259 h 536"/>
                <a:gd name="T34" fmla="*/ 370 w 488"/>
                <a:gd name="T35" fmla="*/ 276 h 536"/>
                <a:gd name="T36" fmla="*/ 361 w 488"/>
                <a:gd name="T37" fmla="*/ 288 h 536"/>
                <a:gd name="T38" fmla="*/ 349 w 488"/>
                <a:gd name="T39" fmla="*/ 297 h 536"/>
                <a:gd name="T40" fmla="*/ 333 w 488"/>
                <a:gd name="T41" fmla="*/ 300 h 536"/>
                <a:gd name="T42" fmla="*/ 97 w 488"/>
                <a:gd name="T43" fmla="*/ 300 h 536"/>
                <a:gd name="T44" fmla="*/ 97 w 488"/>
                <a:gd name="T45" fmla="*/ 454 h 536"/>
                <a:gd name="T46" fmla="*/ 446 w 488"/>
                <a:gd name="T47" fmla="*/ 454 h 536"/>
                <a:gd name="T48" fmla="*/ 464 w 488"/>
                <a:gd name="T49" fmla="*/ 457 h 536"/>
                <a:gd name="T50" fmla="*/ 476 w 488"/>
                <a:gd name="T51" fmla="*/ 466 h 536"/>
                <a:gd name="T52" fmla="*/ 485 w 488"/>
                <a:gd name="T53" fmla="*/ 478 h 536"/>
                <a:gd name="T54" fmla="*/ 488 w 488"/>
                <a:gd name="T55" fmla="*/ 494 h 536"/>
                <a:gd name="T56" fmla="*/ 485 w 488"/>
                <a:gd name="T57" fmla="*/ 512 h 536"/>
                <a:gd name="T58" fmla="*/ 476 w 488"/>
                <a:gd name="T59" fmla="*/ 524 h 536"/>
                <a:gd name="T60" fmla="*/ 464 w 488"/>
                <a:gd name="T61" fmla="*/ 533 h 536"/>
                <a:gd name="T62" fmla="*/ 446 w 488"/>
                <a:gd name="T63" fmla="*/ 536 h 536"/>
                <a:gd name="T64" fmla="*/ 0 w 488"/>
                <a:gd name="T65" fmla="*/ 536 h 536"/>
                <a:gd name="T66" fmla="*/ 0 w 488"/>
                <a:gd name="T67"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488" h="536">
                  <a:moveTo>
                    <a:pt x="0" y="0"/>
                  </a:moveTo>
                  <a:lnTo>
                    <a:pt x="438" y="0"/>
                  </a:lnTo>
                  <a:lnTo>
                    <a:pt x="453" y="2"/>
                  </a:lnTo>
                  <a:lnTo>
                    <a:pt x="467" y="12"/>
                  </a:lnTo>
                  <a:lnTo>
                    <a:pt x="476" y="25"/>
                  </a:lnTo>
                  <a:lnTo>
                    <a:pt x="480" y="40"/>
                  </a:lnTo>
                  <a:lnTo>
                    <a:pt x="476" y="56"/>
                  </a:lnTo>
                  <a:lnTo>
                    <a:pt x="467" y="70"/>
                  </a:lnTo>
                  <a:lnTo>
                    <a:pt x="453" y="79"/>
                  </a:lnTo>
                  <a:lnTo>
                    <a:pt x="438" y="82"/>
                  </a:lnTo>
                  <a:lnTo>
                    <a:pt x="97" y="82"/>
                  </a:lnTo>
                  <a:lnTo>
                    <a:pt x="97" y="218"/>
                  </a:lnTo>
                  <a:lnTo>
                    <a:pt x="333" y="218"/>
                  </a:lnTo>
                  <a:lnTo>
                    <a:pt x="349" y="222"/>
                  </a:lnTo>
                  <a:lnTo>
                    <a:pt x="361" y="231"/>
                  </a:lnTo>
                  <a:lnTo>
                    <a:pt x="370" y="243"/>
                  </a:lnTo>
                  <a:lnTo>
                    <a:pt x="373" y="259"/>
                  </a:lnTo>
                  <a:lnTo>
                    <a:pt x="370" y="276"/>
                  </a:lnTo>
                  <a:lnTo>
                    <a:pt x="361" y="288"/>
                  </a:lnTo>
                  <a:lnTo>
                    <a:pt x="349" y="297"/>
                  </a:lnTo>
                  <a:lnTo>
                    <a:pt x="333" y="300"/>
                  </a:lnTo>
                  <a:lnTo>
                    <a:pt x="97" y="300"/>
                  </a:lnTo>
                  <a:lnTo>
                    <a:pt x="97" y="454"/>
                  </a:lnTo>
                  <a:lnTo>
                    <a:pt x="446" y="454"/>
                  </a:lnTo>
                  <a:lnTo>
                    <a:pt x="464" y="457"/>
                  </a:lnTo>
                  <a:lnTo>
                    <a:pt x="476" y="466"/>
                  </a:lnTo>
                  <a:lnTo>
                    <a:pt x="485" y="478"/>
                  </a:lnTo>
                  <a:lnTo>
                    <a:pt x="488" y="494"/>
                  </a:lnTo>
                  <a:lnTo>
                    <a:pt x="485" y="512"/>
                  </a:lnTo>
                  <a:lnTo>
                    <a:pt x="476" y="524"/>
                  </a:lnTo>
                  <a:lnTo>
                    <a:pt x="464" y="533"/>
                  </a:lnTo>
                  <a:lnTo>
                    <a:pt x="446" y="536"/>
                  </a:lnTo>
                  <a:lnTo>
                    <a:pt x="0" y="536"/>
                  </a:lnTo>
                  <a:lnTo>
                    <a:pt x="0" y="0"/>
                  </a:lnTo>
                  <a:close/>
                </a:path>
              </a:pathLst>
            </a:custGeom>
            <a:solidFill>
              <a:schemeClr val="bg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0" name="Freeform 14"/>
            <p:cNvSpPr>
              <a:spLocks/>
            </p:cNvSpPr>
            <p:nvPr userDrawn="1"/>
          </p:nvSpPr>
          <p:spPr bwMode="auto">
            <a:xfrm>
              <a:off x="3233738" y="-1751013"/>
              <a:ext cx="152400" cy="146050"/>
            </a:xfrm>
            <a:custGeom>
              <a:avLst/>
              <a:gdLst>
                <a:gd name="T0" fmla="*/ 51 w 96"/>
                <a:gd name="T1" fmla="*/ 0 h 92"/>
                <a:gd name="T2" fmla="*/ 53 w 96"/>
                <a:gd name="T3" fmla="*/ 0 h 92"/>
                <a:gd name="T4" fmla="*/ 70 w 96"/>
                <a:gd name="T5" fmla="*/ 5 h 92"/>
                <a:gd name="T6" fmla="*/ 84 w 96"/>
                <a:gd name="T7" fmla="*/ 15 h 92"/>
                <a:gd name="T8" fmla="*/ 93 w 96"/>
                <a:gd name="T9" fmla="*/ 31 h 92"/>
                <a:gd name="T10" fmla="*/ 96 w 96"/>
                <a:gd name="T11" fmla="*/ 49 h 92"/>
                <a:gd name="T12" fmla="*/ 91 w 96"/>
                <a:gd name="T13" fmla="*/ 66 h 92"/>
                <a:gd name="T14" fmla="*/ 81 w 96"/>
                <a:gd name="T15" fmla="*/ 80 h 92"/>
                <a:gd name="T16" fmla="*/ 65 w 96"/>
                <a:gd name="T17" fmla="*/ 91 h 92"/>
                <a:gd name="T18" fmla="*/ 47 w 96"/>
                <a:gd name="T19" fmla="*/ 92 h 92"/>
                <a:gd name="T20" fmla="*/ 44 w 96"/>
                <a:gd name="T21" fmla="*/ 92 h 92"/>
                <a:gd name="T22" fmla="*/ 26 w 96"/>
                <a:gd name="T23" fmla="*/ 87 h 92"/>
                <a:gd name="T24" fmla="*/ 12 w 96"/>
                <a:gd name="T25" fmla="*/ 77 h 92"/>
                <a:gd name="T26" fmla="*/ 4 w 96"/>
                <a:gd name="T27" fmla="*/ 61 h 92"/>
                <a:gd name="T28" fmla="*/ 0 w 96"/>
                <a:gd name="T29" fmla="*/ 43 h 92"/>
                <a:gd name="T30" fmla="*/ 5 w 96"/>
                <a:gd name="T31" fmla="*/ 26 h 92"/>
                <a:gd name="T32" fmla="*/ 16 w 96"/>
                <a:gd name="T33" fmla="*/ 12 h 92"/>
                <a:gd name="T34" fmla="*/ 32 w 96"/>
                <a:gd name="T35" fmla="*/ 2 h 92"/>
                <a:gd name="T36" fmla="*/ 51 w 96"/>
                <a:gd name="T37" fmla="*/ 0 h 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96" h="92">
                  <a:moveTo>
                    <a:pt x="51" y="0"/>
                  </a:moveTo>
                  <a:lnTo>
                    <a:pt x="53" y="0"/>
                  </a:lnTo>
                  <a:lnTo>
                    <a:pt x="70" y="5"/>
                  </a:lnTo>
                  <a:lnTo>
                    <a:pt x="84" y="15"/>
                  </a:lnTo>
                  <a:lnTo>
                    <a:pt x="93" y="31"/>
                  </a:lnTo>
                  <a:lnTo>
                    <a:pt x="96" y="49"/>
                  </a:lnTo>
                  <a:lnTo>
                    <a:pt x="91" y="66"/>
                  </a:lnTo>
                  <a:lnTo>
                    <a:pt x="81" y="80"/>
                  </a:lnTo>
                  <a:lnTo>
                    <a:pt x="65" y="91"/>
                  </a:lnTo>
                  <a:lnTo>
                    <a:pt x="47" y="92"/>
                  </a:lnTo>
                  <a:lnTo>
                    <a:pt x="44" y="92"/>
                  </a:lnTo>
                  <a:lnTo>
                    <a:pt x="26" y="87"/>
                  </a:lnTo>
                  <a:lnTo>
                    <a:pt x="12" y="77"/>
                  </a:lnTo>
                  <a:lnTo>
                    <a:pt x="4" y="61"/>
                  </a:lnTo>
                  <a:lnTo>
                    <a:pt x="0" y="43"/>
                  </a:lnTo>
                  <a:lnTo>
                    <a:pt x="5" y="26"/>
                  </a:lnTo>
                  <a:lnTo>
                    <a:pt x="16" y="12"/>
                  </a:lnTo>
                  <a:lnTo>
                    <a:pt x="32" y="2"/>
                  </a:lnTo>
                  <a:lnTo>
                    <a:pt x="51"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1" name="Freeform 15"/>
            <p:cNvSpPr>
              <a:spLocks/>
            </p:cNvSpPr>
            <p:nvPr userDrawn="1"/>
          </p:nvSpPr>
          <p:spPr bwMode="auto">
            <a:xfrm>
              <a:off x="3719513" y="-2219325"/>
              <a:ext cx="219075" cy="263525"/>
            </a:xfrm>
            <a:custGeom>
              <a:avLst/>
              <a:gdLst>
                <a:gd name="T0" fmla="*/ 40 w 138"/>
                <a:gd name="T1" fmla="*/ 0 h 166"/>
                <a:gd name="T2" fmla="*/ 57 w 138"/>
                <a:gd name="T3" fmla="*/ 2 h 166"/>
                <a:gd name="T4" fmla="*/ 73 w 138"/>
                <a:gd name="T5" fmla="*/ 9 h 166"/>
                <a:gd name="T6" fmla="*/ 85 w 138"/>
                <a:gd name="T7" fmla="*/ 22 h 166"/>
                <a:gd name="T8" fmla="*/ 132 w 138"/>
                <a:gd name="T9" fmla="*/ 96 h 166"/>
                <a:gd name="T10" fmla="*/ 138 w 138"/>
                <a:gd name="T11" fmla="*/ 113 h 166"/>
                <a:gd name="T12" fmla="*/ 138 w 138"/>
                <a:gd name="T13" fmla="*/ 131 h 166"/>
                <a:gd name="T14" fmla="*/ 129 w 138"/>
                <a:gd name="T15" fmla="*/ 146 h 166"/>
                <a:gd name="T16" fmla="*/ 115 w 138"/>
                <a:gd name="T17" fmla="*/ 159 h 166"/>
                <a:gd name="T18" fmla="*/ 99 w 138"/>
                <a:gd name="T19" fmla="*/ 166 h 166"/>
                <a:gd name="T20" fmla="*/ 80 w 138"/>
                <a:gd name="T21" fmla="*/ 164 h 166"/>
                <a:gd name="T22" fmla="*/ 64 w 138"/>
                <a:gd name="T23" fmla="*/ 157 h 166"/>
                <a:gd name="T24" fmla="*/ 52 w 138"/>
                <a:gd name="T25" fmla="*/ 143 h 166"/>
                <a:gd name="T26" fmla="*/ 5 w 138"/>
                <a:gd name="T27" fmla="*/ 70 h 166"/>
                <a:gd name="T28" fmla="*/ 0 w 138"/>
                <a:gd name="T29" fmla="*/ 52 h 166"/>
                <a:gd name="T30" fmla="*/ 0 w 138"/>
                <a:gd name="T31" fmla="*/ 35 h 166"/>
                <a:gd name="T32" fmla="*/ 8 w 138"/>
                <a:gd name="T33" fmla="*/ 17 h 166"/>
                <a:gd name="T34" fmla="*/ 22 w 138"/>
                <a:gd name="T35" fmla="*/ 7 h 166"/>
                <a:gd name="T36" fmla="*/ 40 w 138"/>
                <a:gd name="T37" fmla="*/ 0 h 1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38" h="166">
                  <a:moveTo>
                    <a:pt x="40" y="0"/>
                  </a:moveTo>
                  <a:lnTo>
                    <a:pt x="57" y="2"/>
                  </a:lnTo>
                  <a:lnTo>
                    <a:pt x="73" y="9"/>
                  </a:lnTo>
                  <a:lnTo>
                    <a:pt x="85" y="22"/>
                  </a:lnTo>
                  <a:lnTo>
                    <a:pt x="132" y="96"/>
                  </a:lnTo>
                  <a:lnTo>
                    <a:pt x="138" y="113"/>
                  </a:lnTo>
                  <a:lnTo>
                    <a:pt x="138" y="131"/>
                  </a:lnTo>
                  <a:lnTo>
                    <a:pt x="129" y="146"/>
                  </a:lnTo>
                  <a:lnTo>
                    <a:pt x="115" y="159"/>
                  </a:lnTo>
                  <a:lnTo>
                    <a:pt x="99" y="166"/>
                  </a:lnTo>
                  <a:lnTo>
                    <a:pt x="80" y="164"/>
                  </a:lnTo>
                  <a:lnTo>
                    <a:pt x="64" y="157"/>
                  </a:lnTo>
                  <a:lnTo>
                    <a:pt x="52" y="143"/>
                  </a:lnTo>
                  <a:lnTo>
                    <a:pt x="5" y="70"/>
                  </a:lnTo>
                  <a:lnTo>
                    <a:pt x="0" y="52"/>
                  </a:lnTo>
                  <a:lnTo>
                    <a:pt x="0" y="35"/>
                  </a:lnTo>
                  <a:lnTo>
                    <a:pt x="8" y="17"/>
                  </a:lnTo>
                  <a:lnTo>
                    <a:pt x="22" y="7"/>
                  </a:lnTo>
                  <a:lnTo>
                    <a:pt x="40"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2" name="Freeform 16"/>
            <p:cNvSpPr>
              <a:spLocks/>
            </p:cNvSpPr>
            <p:nvPr userDrawn="1"/>
          </p:nvSpPr>
          <p:spPr bwMode="auto">
            <a:xfrm>
              <a:off x="4289426" y="-2582863"/>
              <a:ext cx="222250" cy="407988"/>
            </a:xfrm>
            <a:custGeom>
              <a:avLst/>
              <a:gdLst>
                <a:gd name="T0" fmla="*/ 53 w 140"/>
                <a:gd name="T1" fmla="*/ 0 h 257"/>
                <a:gd name="T2" fmla="*/ 68 w 140"/>
                <a:gd name="T3" fmla="*/ 7 h 257"/>
                <a:gd name="T4" fmla="*/ 82 w 140"/>
                <a:gd name="T5" fmla="*/ 19 h 257"/>
                <a:gd name="T6" fmla="*/ 89 w 140"/>
                <a:gd name="T7" fmla="*/ 35 h 257"/>
                <a:gd name="T8" fmla="*/ 140 w 140"/>
                <a:gd name="T9" fmla="*/ 199 h 257"/>
                <a:gd name="T10" fmla="*/ 140 w 140"/>
                <a:gd name="T11" fmla="*/ 218 h 257"/>
                <a:gd name="T12" fmla="*/ 135 w 140"/>
                <a:gd name="T13" fmla="*/ 234 h 257"/>
                <a:gd name="T14" fmla="*/ 122 w 140"/>
                <a:gd name="T15" fmla="*/ 248 h 257"/>
                <a:gd name="T16" fmla="*/ 105 w 140"/>
                <a:gd name="T17" fmla="*/ 255 h 257"/>
                <a:gd name="T18" fmla="*/ 88 w 140"/>
                <a:gd name="T19" fmla="*/ 257 h 257"/>
                <a:gd name="T20" fmla="*/ 70 w 140"/>
                <a:gd name="T21" fmla="*/ 250 h 257"/>
                <a:gd name="T22" fmla="*/ 58 w 140"/>
                <a:gd name="T23" fmla="*/ 239 h 257"/>
                <a:gd name="T24" fmla="*/ 49 w 140"/>
                <a:gd name="T25" fmla="*/ 222 h 257"/>
                <a:gd name="T26" fmla="*/ 0 w 140"/>
                <a:gd name="T27" fmla="*/ 58 h 257"/>
                <a:gd name="T28" fmla="*/ 0 w 140"/>
                <a:gd name="T29" fmla="*/ 40 h 257"/>
                <a:gd name="T30" fmla="*/ 5 w 140"/>
                <a:gd name="T31" fmla="*/ 23 h 257"/>
                <a:gd name="T32" fmla="*/ 18 w 140"/>
                <a:gd name="T33" fmla="*/ 11 h 257"/>
                <a:gd name="T34" fmla="*/ 33 w 140"/>
                <a:gd name="T35" fmla="*/ 2 h 257"/>
                <a:gd name="T36" fmla="*/ 53 w 140"/>
                <a:gd name="T37" fmla="*/ 0 h 2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40" h="257">
                  <a:moveTo>
                    <a:pt x="53" y="0"/>
                  </a:moveTo>
                  <a:lnTo>
                    <a:pt x="68" y="7"/>
                  </a:lnTo>
                  <a:lnTo>
                    <a:pt x="82" y="19"/>
                  </a:lnTo>
                  <a:lnTo>
                    <a:pt x="89" y="35"/>
                  </a:lnTo>
                  <a:lnTo>
                    <a:pt x="140" y="199"/>
                  </a:lnTo>
                  <a:lnTo>
                    <a:pt x="140" y="218"/>
                  </a:lnTo>
                  <a:lnTo>
                    <a:pt x="135" y="234"/>
                  </a:lnTo>
                  <a:lnTo>
                    <a:pt x="122" y="248"/>
                  </a:lnTo>
                  <a:lnTo>
                    <a:pt x="105" y="255"/>
                  </a:lnTo>
                  <a:lnTo>
                    <a:pt x="88" y="257"/>
                  </a:lnTo>
                  <a:lnTo>
                    <a:pt x="70" y="250"/>
                  </a:lnTo>
                  <a:lnTo>
                    <a:pt x="58" y="239"/>
                  </a:lnTo>
                  <a:lnTo>
                    <a:pt x="49" y="222"/>
                  </a:lnTo>
                  <a:lnTo>
                    <a:pt x="0" y="58"/>
                  </a:lnTo>
                  <a:lnTo>
                    <a:pt x="0" y="40"/>
                  </a:lnTo>
                  <a:lnTo>
                    <a:pt x="5" y="23"/>
                  </a:lnTo>
                  <a:lnTo>
                    <a:pt x="18" y="11"/>
                  </a:lnTo>
                  <a:lnTo>
                    <a:pt x="33" y="2"/>
                  </a:lnTo>
                  <a:lnTo>
                    <a:pt x="53"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3" name="Freeform 17"/>
            <p:cNvSpPr>
              <a:spLocks/>
            </p:cNvSpPr>
            <p:nvPr userDrawn="1"/>
          </p:nvSpPr>
          <p:spPr bwMode="auto">
            <a:xfrm>
              <a:off x="4910138" y="-2876550"/>
              <a:ext cx="188913" cy="561975"/>
            </a:xfrm>
            <a:custGeom>
              <a:avLst/>
              <a:gdLst>
                <a:gd name="T0" fmla="*/ 44 w 119"/>
                <a:gd name="T1" fmla="*/ 0 h 354"/>
                <a:gd name="T2" fmla="*/ 63 w 119"/>
                <a:gd name="T3" fmla="*/ 4 h 354"/>
                <a:gd name="T4" fmla="*/ 77 w 119"/>
                <a:gd name="T5" fmla="*/ 12 h 354"/>
                <a:gd name="T6" fmla="*/ 87 w 119"/>
                <a:gd name="T7" fmla="*/ 26 h 354"/>
                <a:gd name="T8" fmla="*/ 93 w 119"/>
                <a:gd name="T9" fmla="*/ 44 h 354"/>
                <a:gd name="T10" fmla="*/ 119 w 119"/>
                <a:gd name="T11" fmla="*/ 306 h 354"/>
                <a:gd name="T12" fmla="*/ 115 w 119"/>
                <a:gd name="T13" fmla="*/ 323 h 354"/>
                <a:gd name="T14" fmla="*/ 107 w 119"/>
                <a:gd name="T15" fmla="*/ 339 h 354"/>
                <a:gd name="T16" fmla="*/ 93 w 119"/>
                <a:gd name="T17" fmla="*/ 349 h 354"/>
                <a:gd name="T18" fmla="*/ 75 w 119"/>
                <a:gd name="T19" fmla="*/ 354 h 354"/>
                <a:gd name="T20" fmla="*/ 58 w 119"/>
                <a:gd name="T21" fmla="*/ 351 h 354"/>
                <a:gd name="T22" fmla="*/ 42 w 119"/>
                <a:gd name="T23" fmla="*/ 342 h 354"/>
                <a:gd name="T24" fmla="*/ 32 w 119"/>
                <a:gd name="T25" fmla="*/ 328 h 354"/>
                <a:gd name="T26" fmla="*/ 26 w 119"/>
                <a:gd name="T27" fmla="*/ 311 h 354"/>
                <a:gd name="T28" fmla="*/ 0 w 119"/>
                <a:gd name="T29" fmla="*/ 49 h 354"/>
                <a:gd name="T30" fmla="*/ 4 w 119"/>
                <a:gd name="T31" fmla="*/ 32 h 354"/>
                <a:gd name="T32" fmla="*/ 12 w 119"/>
                <a:gd name="T33" fmla="*/ 16 h 354"/>
                <a:gd name="T34" fmla="*/ 26 w 119"/>
                <a:gd name="T35" fmla="*/ 5 h 354"/>
                <a:gd name="T36" fmla="*/ 44 w 119"/>
                <a:gd name="T37" fmla="*/ 0 h 3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19" h="354">
                  <a:moveTo>
                    <a:pt x="44" y="0"/>
                  </a:moveTo>
                  <a:lnTo>
                    <a:pt x="63" y="4"/>
                  </a:lnTo>
                  <a:lnTo>
                    <a:pt x="77" y="12"/>
                  </a:lnTo>
                  <a:lnTo>
                    <a:pt x="87" y="26"/>
                  </a:lnTo>
                  <a:lnTo>
                    <a:pt x="93" y="44"/>
                  </a:lnTo>
                  <a:lnTo>
                    <a:pt x="119" y="306"/>
                  </a:lnTo>
                  <a:lnTo>
                    <a:pt x="115" y="323"/>
                  </a:lnTo>
                  <a:lnTo>
                    <a:pt x="107" y="339"/>
                  </a:lnTo>
                  <a:lnTo>
                    <a:pt x="93" y="349"/>
                  </a:lnTo>
                  <a:lnTo>
                    <a:pt x="75" y="354"/>
                  </a:lnTo>
                  <a:lnTo>
                    <a:pt x="58" y="351"/>
                  </a:lnTo>
                  <a:lnTo>
                    <a:pt x="42" y="342"/>
                  </a:lnTo>
                  <a:lnTo>
                    <a:pt x="32" y="328"/>
                  </a:lnTo>
                  <a:lnTo>
                    <a:pt x="26" y="311"/>
                  </a:lnTo>
                  <a:lnTo>
                    <a:pt x="0" y="49"/>
                  </a:lnTo>
                  <a:lnTo>
                    <a:pt x="4" y="32"/>
                  </a:lnTo>
                  <a:lnTo>
                    <a:pt x="12" y="16"/>
                  </a:lnTo>
                  <a:lnTo>
                    <a:pt x="26" y="5"/>
                  </a:lnTo>
                  <a:lnTo>
                    <a:pt x="44"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4" name="Freeform 18"/>
            <p:cNvSpPr>
              <a:spLocks/>
            </p:cNvSpPr>
            <p:nvPr userDrawn="1"/>
          </p:nvSpPr>
          <p:spPr bwMode="auto">
            <a:xfrm>
              <a:off x="5541963" y="-3081338"/>
              <a:ext cx="174625" cy="703263"/>
            </a:xfrm>
            <a:custGeom>
              <a:avLst/>
              <a:gdLst>
                <a:gd name="T0" fmla="*/ 68 w 110"/>
                <a:gd name="T1" fmla="*/ 0 h 443"/>
                <a:gd name="T2" fmla="*/ 86 w 110"/>
                <a:gd name="T3" fmla="*/ 5 h 443"/>
                <a:gd name="T4" fmla="*/ 100 w 110"/>
                <a:gd name="T5" fmla="*/ 16 h 443"/>
                <a:gd name="T6" fmla="*/ 107 w 110"/>
                <a:gd name="T7" fmla="*/ 31 h 443"/>
                <a:gd name="T8" fmla="*/ 110 w 110"/>
                <a:gd name="T9" fmla="*/ 51 h 443"/>
                <a:gd name="T10" fmla="*/ 93 w 110"/>
                <a:gd name="T11" fmla="*/ 401 h 443"/>
                <a:gd name="T12" fmla="*/ 87 w 110"/>
                <a:gd name="T13" fmla="*/ 419 h 443"/>
                <a:gd name="T14" fmla="*/ 75 w 110"/>
                <a:gd name="T15" fmla="*/ 433 h 443"/>
                <a:gd name="T16" fmla="*/ 61 w 110"/>
                <a:gd name="T17" fmla="*/ 442 h 443"/>
                <a:gd name="T18" fmla="*/ 42 w 110"/>
                <a:gd name="T19" fmla="*/ 443 h 443"/>
                <a:gd name="T20" fmla="*/ 25 w 110"/>
                <a:gd name="T21" fmla="*/ 438 h 443"/>
                <a:gd name="T22" fmla="*/ 11 w 110"/>
                <a:gd name="T23" fmla="*/ 426 h 443"/>
                <a:gd name="T24" fmla="*/ 2 w 110"/>
                <a:gd name="T25" fmla="*/ 412 h 443"/>
                <a:gd name="T26" fmla="*/ 0 w 110"/>
                <a:gd name="T27" fmla="*/ 393 h 443"/>
                <a:gd name="T28" fmla="*/ 18 w 110"/>
                <a:gd name="T29" fmla="*/ 42 h 443"/>
                <a:gd name="T30" fmla="*/ 23 w 110"/>
                <a:gd name="T31" fmla="*/ 24 h 443"/>
                <a:gd name="T32" fmla="*/ 33 w 110"/>
                <a:gd name="T33" fmla="*/ 10 h 443"/>
                <a:gd name="T34" fmla="*/ 49 w 110"/>
                <a:gd name="T35" fmla="*/ 2 h 443"/>
                <a:gd name="T36" fmla="*/ 68 w 110"/>
                <a:gd name="T37" fmla="*/ 0 h 4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10" h="443">
                  <a:moveTo>
                    <a:pt x="68" y="0"/>
                  </a:moveTo>
                  <a:lnTo>
                    <a:pt x="86" y="5"/>
                  </a:lnTo>
                  <a:lnTo>
                    <a:pt x="100" y="16"/>
                  </a:lnTo>
                  <a:lnTo>
                    <a:pt x="107" y="31"/>
                  </a:lnTo>
                  <a:lnTo>
                    <a:pt x="110" y="51"/>
                  </a:lnTo>
                  <a:lnTo>
                    <a:pt x="93" y="401"/>
                  </a:lnTo>
                  <a:lnTo>
                    <a:pt x="87" y="419"/>
                  </a:lnTo>
                  <a:lnTo>
                    <a:pt x="75" y="433"/>
                  </a:lnTo>
                  <a:lnTo>
                    <a:pt x="61" y="442"/>
                  </a:lnTo>
                  <a:lnTo>
                    <a:pt x="42" y="443"/>
                  </a:lnTo>
                  <a:lnTo>
                    <a:pt x="25" y="438"/>
                  </a:lnTo>
                  <a:lnTo>
                    <a:pt x="11" y="426"/>
                  </a:lnTo>
                  <a:lnTo>
                    <a:pt x="2" y="412"/>
                  </a:lnTo>
                  <a:lnTo>
                    <a:pt x="0" y="393"/>
                  </a:lnTo>
                  <a:lnTo>
                    <a:pt x="18" y="42"/>
                  </a:lnTo>
                  <a:lnTo>
                    <a:pt x="23" y="24"/>
                  </a:lnTo>
                  <a:lnTo>
                    <a:pt x="33" y="10"/>
                  </a:lnTo>
                  <a:lnTo>
                    <a:pt x="49" y="2"/>
                  </a:lnTo>
                  <a:lnTo>
                    <a:pt x="68"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5" name="Freeform 19"/>
            <p:cNvSpPr>
              <a:spLocks/>
            </p:cNvSpPr>
            <p:nvPr userDrawn="1"/>
          </p:nvSpPr>
          <p:spPr bwMode="auto">
            <a:xfrm>
              <a:off x="6140451" y="-3203575"/>
              <a:ext cx="271463" cy="831850"/>
            </a:xfrm>
            <a:custGeom>
              <a:avLst/>
              <a:gdLst>
                <a:gd name="T0" fmla="*/ 119 w 171"/>
                <a:gd name="T1" fmla="*/ 0 h 524"/>
                <a:gd name="T2" fmla="*/ 136 w 171"/>
                <a:gd name="T3" fmla="*/ 0 h 524"/>
                <a:gd name="T4" fmla="*/ 154 w 171"/>
                <a:gd name="T5" fmla="*/ 9 h 524"/>
                <a:gd name="T6" fmla="*/ 166 w 171"/>
                <a:gd name="T7" fmla="*/ 21 h 524"/>
                <a:gd name="T8" fmla="*/ 171 w 171"/>
                <a:gd name="T9" fmla="*/ 37 h 524"/>
                <a:gd name="T10" fmla="*/ 171 w 171"/>
                <a:gd name="T11" fmla="*/ 56 h 524"/>
                <a:gd name="T12" fmla="*/ 91 w 171"/>
                <a:gd name="T13" fmla="*/ 489 h 524"/>
                <a:gd name="T14" fmla="*/ 84 w 171"/>
                <a:gd name="T15" fmla="*/ 506 h 524"/>
                <a:gd name="T16" fmla="*/ 70 w 171"/>
                <a:gd name="T17" fmla="*/ 517 h 524"/>
                <a:gd name="T18" fmla="*/ 54 w 171"/>
                <a:gd name="T19" fmla="*/ 524 h 524"/>
                <a:gd name="T20" fmla="*/ 37 w 171"/>
                <a:gd name="T21" fmla="*/ 524 h 524"/>
                <a:gd name="T22" fmla="*/ 19 w 171"/>
                <a:gd name="T23" fmla="*/ 517 h 524"/>
                <a:gd name="T24" fmla="*/ 7 w 171"/>
                <a:gd name="T25" fmla="*/ 503 h 524"/>
                <a:gd name="T26" fmla="*/ 0 w 171"/>
                <a:gd name="T27" fmla="*/ 487 h 524"/>
                <a:gd name="T28" fmla="*/ 2 w 171"/>
                <a:gd name="T29" fmla="*/ 468 h 524"/>
                <a:gd name="T30" fmla="*/ 82 w 171"/>
                <a:gd name="T31" fmla="*/ 35 h 524"/>
                <a:gd name="T32" fmla="*/ 89 w 171"/>
                <a:gd name="T33" fmla="*/ 19 h 524"/>
                <a:gd name="T34" fmla="*/ 101 w 171"/>
                <a:gd name="T35" fmla="*/ 7 h 524"/>
                <a:gd name="T36" fmla="*/ 119 w 171"/>
                <a:gd name="T37" fmla="*/ 0 h 5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71" h="524">
                  <a:moveTo>
                    <a:pt x="119" y="0"/>
                  </a:moveTo>
                  <a:lnTo>
                    <a:pt x="136" y="0"/>
                  </a:lnTo>
                  <a:lnTo>
                    <a:pt x="154" y="9"/>
                  </a:lnTo>
                  <a:lnTo>
                    <a:pt x="166" y="21"/>
                  </a:lnTo>
                  <a:lnTo>
                    <a:pt x="171" y="37"/>
                  </a:lnTo>
                  <a:lnTo>
                    <a:pt x="171" y="56"/>
                  </a:lnTo>
                  <a:lnTo>
                    <a:pt x="91" y="489"/>
                  </a:lnTo>
                  <a:lnTo>
                    <a:pt x="84" y="506"/>
                  </a:lnTo>
                  <a:lnTo>
                    <a:pt x="70" y="517"/>
                  </a:lnTo>
                  <a:lnTo>
                    <a:pt x="54" y="524"/>
                  </a:lnTo>
                  <a:lnTo>
                    <a:pt x="37" y="524"/>
                  </a:lnTo>
                  <a:lnTo>
                    <a:pt x="19" y="517"/>
                  </a:lnTo>
                  <a:lnTo>
                    <a:pt x="7" y="503"/>
                  </a:lnTo>
                  <a:lnTo>
                    <a:pt x="0" y="487"/>
                  </a:lnTo>
                  <a:lnTo>
                    <a:pt x="2" y="468"/>
                  </a:lnTo>
                  <a:lnTo>
                    <a:pt x="82" y="35"/>
                  </a:lnTo>
                  <a:lnTo>
                    <a:pt x="89" y="19"/>
                  </a:lnTo>
                  <a:lnTo>
                    <a:pt x="101" y="7"/>
                  </a:lnTo>
                  <a:lnTo>
                    <a:pt x="119"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6" name="Freeform 20"/>
            <p:cNvSpPr>
              <a:spLocks/>
            </p:cNvSpPr>
            <p:nvPr userDrawn="1"/>
          </p:nvSpPr>
          <p:spPr bwMode="auto">
            <a:xfrm>
              <a:off x="6724651" y="-3240088"/>
              <a:ext cx="404813" cy="950913"/>
            </a:xfrm>
            <a:custGeom>
              <a:avLst/>
              <a:gdLst>
                <a:gd name="T0" fmla="*/ 206 w 255"/>
                <a:gd name="T1" fmla="*/ 0 h 599"/>
                <a:gd name="T2" fmla="*/ 226 w 255"/>
                <a:gd name="T3" fmla="*/ 4 h 599"/>
                <a:gd name="T4" fmla="*/ 241 w 255"/>
                <a:gd name="T5" fmla="*/ 13 h 599"/>
                <a:gd name="T6" fmla="*/ 252 w 255"/>
                <a:gd name="T7" fmla="*/ 27 h 599"/>
                <a:gd name="T8" fmla="*/ 255 w 255"/>
                <a:gd name="T9" fmla="*/ 44 h 599"/>
                <a:gd name="T10" fmla="*/ 254 w 255"/>
                <a:gd name="T11" fmla="*/ 62 h 599"/>
                <a:gd name="T12" fmla="*/ 90 w 255"/>
                <a:gd name="T13" fmla="*/ 569 h 599"/>
                <a:gd name="T14" fmla="*/ 81 w 255"/>
                <a:gd name="T15" fmla="*/ 585 h 599"/>
                <a:gd name="T16" fmla="*/ 65 w 255"/>
                <a:gd name="T17" fmla="*/ 596 h 599"/>
                <a:gd name="T18" fmla="*/ 49 w 255"/>
                <a:gd name="T19" fmla="*/ 599 h 599"/>
                <a:gd name="T20" fmla="*/ 30 w 255"/>
                <a:gd name="T21" fmla="*/ 597 h 599"/>
                <a:gd name="T22" fmla="*/ 14 w 255"/>
                <a:gd name="T23" fmla="*/ 587 h 599"/>
                <a:gd name="T24" fmla="*/ 4 w 255"/>
                <a:gd name="T25" fmla="*/ 573 h 599"/>
                <a:gd name="T26" fmla="*/ 0 w 255"/>
                <a:gd name="T27" fmla="*/ 556 h 599"/>
                <a:gd name="T28" fmla="*/ 2 w 255"/>
                <a:gd name="T29" fmla="*/ 538 h 599"/>
                <a:gd name="T30" fmla="*/ 166 w 255"/>
                <a:gd name="T31" fmla="*/ 30 h 599"/>
                <a:gd name="T32" fmla="*/ 175 w 255"/>
                <a:gd name="T33" fmla="*/ 16 h 599"/>
                <a:gd name="T34" fmla="*/ 191 w 255"/>
                <a:gd name="T35" fmla="*/ 6 h 599"/>
                <a:gd name="T36" fmla="*/ 206 w 255"/>
                <a:gd name="T37" fmla="*/ 0 h 5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5" h="599">
                  <a:moveTo>
                    <a:pt x="206" y="0"/>
                  </a:moveTo>
                  <a:lnTo>
                    <a:pt x="226" y="4"/>
                  </a:lnTo>
                  <a:lnTo>
                    <a:pt x="241" y="13"/>
                  </a:lnTo>
                  <a:lnTo>
                    <a:pt x="252" y="27"/>
                  </a:lnTo>
                  <a:lnTo>
                    <a:pt x="255" y="44"/>
                  </a:lnTo>
                  <a:lnTo>
                    <a:pt x="254" y="62"/>
                  </a:lnTo>
                  <a:lnTo>
                    <a:pt x="90" y="569"/>
                  </a:lnTo>
                  <a:lnTo>
                    <a:pt x="81" y="585"/>
                  </a:lnTo>
                  <a:lnTo>
                    <a:pt x="65" y="596"/>
                  </a:lnTo>
                  <a:lnTo>
                    <a:pt x="49" y="599"/>
                  </a:lnTo>
                  <a:lnTo>
                    <a:pt x="30" y="597"/>
                  </a:lnTo>
                  <a:lnTo>
                    <a:pt x="14" y="587"/>
                  </a:lnTo>
                  <a:lnTo>
                    <a:pt x="4" y="573"/>
                  </a:lnTo>
                  <a:lnTo>
                    <a:pt x="0" y="556"/>
                  </a:lnTo>
                  <a:lnTo>
                    <a:pt x="2" y="538"/>
                  </a:lnTo>
                  <a:lnTo>
                    <a:pt x="166" y="30"/>
                  </a:lnTo>
                  <a:lnTo>
                    <a:pt x="175" y="16"/>
                  </a:lnTo>
                  <a:lnTo>
                    <a:pt x="191" y="6"/>
                  </a:lnTo>
                  <a:lnTo>
                    <a:pt x="206"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7" name="Freeform 21"/>
            <p:cNvSpPr>
              <a:spLocks/>
            </p:cNvSpPr>
            <p:nvPr userDrawn="1"/>
          </p:nvSpPr>
          <p:spPr bwMode="auto">
            <a:xfrm>
              <a:off x="7299326" y="-3173413"/>
              <a:ext cx="558800" cy="1039813"/>
            </a:xfrm>
            <a:custGeom>
              <a:avLst/>
              <a:gdLst>
                <a:gd name="T0" fmla="*/ 309 w 352"/>
                <a:gd name="T1" fmla="*/ 0 h 655"/>
                <a:gd name="T2" fmla="*/ 326 w 352"/>
                <a:gd name="T3" fmla="*/ 6 h 655"/>
                <a:gd name="T4" fmla="*/ 342 w 352"/>
                <a:gd name="T5" fmla="*/ 18 h 655"/>
                <a:gd name="T6" fmla="*/ 349 w 352"/>
                <a:gd name="T7" fmla="*/ 32 h 655"/>
                <a:gd name="T8" fmla="*/ 352 w 352"/>
                <a:gd name="T9" fmla="*/ 49 h 655"/>
                <a:gd name="T10" fmla="*/ 347 w 352"/>
                <a:gd name="T11" fmla="*/ 68 h 655"/>
                <a:gd name="T12" fmla="*/ 87 w 352"/>
                <a:gd name="T13" fmla="*/ 630 h 655"/>
                <a:gd name="T14" fmla="*/ 77 w 352"/>
                <a:gd name="T15" fmla="*/ 644 h 655"/>
                <a:gd name="T16" fmla="*/ 61 w 352"/>
                <a:gd name="T17" fmla="*/ 653 h 655"/>
                <a:gd name="T18" fmla="*/ 43 w 352"/>
                <a:gd name="T19" fmla="*/ 655 h 655"/>
                <a:gd name="T20" fmla="*/ 26 w 352"/>
                <a:gd name="T21" fmla="*/ 650 h 655"/>
                <a:gd name="T22" fmla="*/ 10 w 352"/>
                <a:gd name="T23" fmla="*/ 639 h 655"/>
                <a:gd name="T24" fmla="*/ 3 w 352"/>
                <a:gd name="T25" fmla="*/ 623 h 655"/>
                <a:gd name="T26" fmla="*/ 0 w 352"/>
                <a:gd name="T27" fmla="*/ 606 h 655"/>
                <a:gd name="T28" fmla="*/ 5 w 352"/>
                <a:gd name="T29" fmla="*/ 589 h 655"/>
                <a:gd name="T30" fmla="*/ 265 w 352"/>
                <a:gd name="T31" fmla="*/ 27 h 655"/>
                <a:gd name="T32" fmla="*/ 276 w 352"/>
                <a:gd name="T33" fmla="*/ 11 h 655"/>
                <a:gd name="T34" fmla="*/ 291 w 352"/>
                <a:gd name="T35" fmla="*/ 4 h 655"/>
                <a:gd name="T36" fmla="*/ 309 w 352"/>
                <a:gd name="T37" fmla="*/ 0 h 6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352" h="655">
                  <a:moveTo>
                    <a:pt x="309" y="0"/>
                  </a:moveTo>
                  <a:lnTo>
                    <a:pt x="326" y="6"/>
                  </a:lnTo>
                  <a:lnTo>
                    <a:pt x="342" y="18"/>
                  </a:lnTo>
                  <a:lnTo>
                    <a:pt x="349" y="32"/>
                  </a:lnTo>
                  <a:lnTo>
                    <a:pt x="352" y="49"/>
                  </a:lnTo>
                  <a:lnTo>
                    <a:pt x="347" y="68"/>
                  </a:lnTo>
                  <a:lnTo>
                    <a:pt x="87" y="630"/>
                  </a:lnTo>
                  <a:lnTo>
                    <a:pt x="77" y="644"/>
                  </a:lnTo>
                  <a:lnTo>
                    <a:pt x="61" y="653"/>
                  </a:lnTo>
                  <a:lnTo>
                    <a:pt x="43" y="655"/>
                  </a:lnTo>
                  <a:lnTo>
                    <a:pt x="26" y="650"/>
                  </a:lnTo>
                  <a:lnTo>
                    <a:pt x="10" y="639"/>
                  </a:lnTo>
                  <a:lnTo>
                    <a:pt x="3" y="623"/>
                  </a:lnTo>
                  <a:lnTo>
                    <a:pt x="0" y="606"/>
                  </a:lnTo>
                  <a:lnTo>
                    <a:pt x="5" y="589"/>
                  </a:lnTo>
                  <a:lnTo>
                    <a:pt x="265" y="27"/>
                  </a:lnTo>
                  <a:lnTo>
                    <a:pt x="276" y="11"/>
                  </a:lnTo>
                  <a:lnTo>
                    <a:pt x="291" y="4"/>
                  </a:lnTo>
                  <a:lnTo>
                    <a:pt x="309"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8" name="Freeform 22"/>
            <p:cNvSpPr>
              <a:spLocks/>
            </p:cNvSpPr>
            <p:nvPr userDrawn="1"/>
          </p:nvSpPr>
          <p:spPr bwMode="auto">
            <a:xfrm>
              <a:off x="7864476" y="-3006725"/>
              <a:ext cx="720725" cy="1103313"/>
            </a:xfrm>
            <a:custGeom>
              <a:avLst/>
              <a:gdLst>
                <a:gd name="T0" fmla="*/ 417 w 454"/>
                <a:gd name="T1" fmla="*/ 0 h 695"/>
                <a:gd name="T2" fmla="*/ 433 w 454"/>
                <a:gd name="T3" fmla="*/ 7 h 695"/>
                <a:gd name="T4" fmla="*/ 447 w 454"/>
                <a:gd name="T5" fmla="*/ 21 h 695"/>
                <a:gd name="T6" fmla="*/ 454 w 454"/>
                <a:gd name="T7" fmla="*/ 37 h 695"/>
                <a:gd name="T8" fmla="*/ 454 w 454"/>
                <a:gd name="T9" fmla="*/ 54 h 695"/>
                <a:gd name="T10" fmla="*/ 447 w 454"/>
                <a:gd name="T11" fmla="*/ 72 h 695"/>
                <a:gd name="T12" fmla="*/ 84 w 454"/>
                <a:gd name="T13" fmla="*/ 676 h 695"/>
                <a:gd name="T14" fmla="*/ 70 w 454"/>
                <a:gd name="T15" fmla="*/ 688 h 695"/>
                <a:gd name="T16" fmla="*/ 54 w 454"/>
                <a:gd name="T17" fmla="*/ 695 h 695"/>
                <a:gd name="T18" fmla="*/ 37 w 454"/>
                <a:gd name="T19" fmla="*/ 695 h 695"/>
                <a:gd name="T20" fmla="*/ 19 w 454"/>
                <a:gd name="T21" fmla="*/ 688 h 695"/>
                <a:gd name="T22" fmla="*/ 7 w 454"/>
                <a:gd name="T23" fmla="*/ 676 h 695"/>
                <a:gd name="T24" fmla="*/ 0 w 454"/>
                <a:gd name="T25" fmla="*/ 660 h 695"/>
                <a:gd name="T26" fmla="*/ 0 w 454"/>
                <a:gd name="T27" fmla="*/ 642 h 695"/>
                <a:gd name="T28" fmla="*/ 7 w 454"/>
                <a:gd name="T29" fmla="*/ 625 h 695"/>
                <a:gd name="T30" fmla="*/ 370 w 454"/>
                <a:gd name="T31" fmla="*/ 21 h 695"/>
                <a:gd name="T32" fmla="*/ 382 w 454"/>
                <a:gd name="T33" fmla="*/ 7 h 695"/>
                <a:gd name="T34" fmla="*/ 400 w 454"/>
                <a:gd name="T35" fmla="*/ 0 h 695"/>
                <a:gd name="T36" fmla="*/ 417 w 454"/>
                <a:gd name="T37" fmla="*/ 0 h 6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54" h="695">
                  <a:moveTo>
                    <a:pt x="417" y="0"/>
                  </a:moveTo>
                  <a:lnTo>
                    <a:pt x="433" y="7"/>
                  </a:lnTo>
                  <a:lnTo>
                    <a:pt x="447" y="21"/>
                  </a:lnTo>
                  <a:lnTo>
                    <a:pt x="454" y="37"/>
                  </a:lnTo>
                  <a:lnTo>
                    <a:pt x="454" y="54"/>
                  </a:lnTo>
                  <a:lnTo>
                    <a:pt x="447" y="72"/>
                  </a:lnTo>
                  <a:lnTo>
                    <a:pt x="84" y="676"/>
                  </a:lnTo>
                  <a:lnTo>
                    <a:pt x="70" y="688"/>
                  </a:lnTo>
                  <a:lnTo>
                    <a:pt x="54" y="695"/>
                  </a:lnTo>
                  <a:lnTo>
                    <a:pt x="37" y="695"/>
                  </a:lnTo>
                  <a:lnTo>
                    <a:pt x="19" y="688"/>
                  </a:lnTo>
                  <a:lnTo>
                    <a:pt x="7" y="676"/>
                  </a:lnTo>
                  <a:lnTo>
                    <a:pt x="0" y="660"/>
                  </a:lnTo>
                  <a:lnTo>
                    <a:pt x="0" y="642"/>
                  </a:lnTo>
                  <a:lnTo>
                    <a:pt x="7" y="625"/>
                  </a:lnTo>
                  <a:lnTo>
                    <a:pt x="370" y="21"/>
                  </a:lnTo>
                  <a:lnTo>
                    <a:pt x="382" y="7"/>
                  </a:lnTo>
                  <a:lnTo>
                    <a:pt x="400" y="0"/>
                  </a:lnTo>
                  <a:lnTo>
                    <a:pt x="417"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9" name="Freeform 23"/>
            <p:cNvSpPr>
              <a:spLocks/>
            </p:cNvSpPr>
            <p:nvPr userDrawn="1"/>
          </p:nvSpPr>
          <p:spPr bwMode="auto">
            <a:xfrm>
              <a:off x="8393113" y="-2740025"/>
              <a:ext cx="909638" cy="1138238"/>
            </a:xfrm>
            <a:custGeom>
              <a:avLst/>
              <a:gdLst>
                <a:gd name="T0" fmla="*/ 522 w 573"/>
                <a:gd name="T1" fmla="*/ 0 h 717"/>
                <a:gd name="T2" fmla="*/ 540 w 573"/>
                <a:gd name="T3" fmla="*/ 1 h 717"/>
                <a:gd name="T4" fmla="*/ 557 w 573"/>
                <a:gd name="T5" fmla="*/ 10 h 717"/>
                <a:gd name="T6" fmla="*/ 568 w 573"/>
                <a:gd name="T7" fmla="*/ 24 h 717"/>
                <a:gd name="T8" fmla="*/ 573 w 573"/>
                <a:gd name="T9" fmla="*/ 40 h 717"/>
                <a:gd name="T10" fmla="*/ 571 w 573"/>
                <a:gd name="T11" fmla="*/ 57 h 717"/>
                <a:gd name="T12" fmla="*/ 562 w 573"/>
                <a:gd name="T13" fmla="*/ 75 h 717"/>
                <a:gd name="T14" fmla="*/ 81 w 573"/>
                <a:gd name="T15" fmla="*/ 700 h 717"/>
                <a:gd name="T16" fmla="*/ 67 w 573"/>
                <a:gd name="T17" fmla="*/ 712 h 717"/>
                <a:gd name="T18" fmla="*/ 51 w 573"/>
                <a:gd name="T19" fmla="*/ 717 h 717"/>
                <a:gd name="T20" fmla="*/ 32 w 573"/>
                <a:gd name="T21" fmla="*/ 715 h 717"/>
                <a:gd name="T22" fmla="*/ 16 w 573"/>
                <a:gd name="T23" fmla="*/ 707 h 717"/>
                <a:gd name="T24" fmla="*/ 5 w 573"/>
                <a:gd name="T25" fmla="*/ 693 h 717"/>
                <a:gd name="T26" fmla="*/ 0 w 573"/>
                <a:gd name="T27" fmla="*/ 675 h 717"/>
                <a:gd name="T28" fmla="*/ 2 w 573"/>
                <a:gd name="T29" fmla="*/ 658 h 717"/>
                <a:gd name="T30" fmla="*/ 11 w 573"/>
                <a:gd name="T31" fmla="*/ 642 h 717"/>
                <a:gd name="T32" fmla="*/ 491 w 573"/>
                <a:gd name="T33" fmla="*/ 15 h 717"/>
                <a:gd name="T34" fmla="*/ 506 w 573"/>
                <a:gd name="T35" fmla="*/ 3 h 717"/>
                <a:gd name="T36" fmla="*/ 522 w 573"/>
                <a:gd name="T37" fmla="*/ 0 h 7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573" h="717">
                  <a:moveTo>
                    <a:pt x="522" y="0"/>
                  </a:moveTo>
                  <a:lnTo>
                    <a:pt x="540" y="1"/>
                  </a:lnTo>
                  <a:lnTo>
                    <a:pt x="557" y="10"/>
                  </a:lnTo>
                  <a:lnTo>
                    <a:pt x="568" y="24"/>
                  </a:lnTo>
                  <a:lnTo>
                    <a:pt x="573" y="40"/>
                  </a:lnTo>
                  <a:lnTo>
                    <a:pt x="571" y="57"/>
                  </a:lnTo>
                  <a:lnTo>
                    <a:pt x="562" y="75"/>
                  </a:lnTo>
                  <a:lnTo>
                    <a:pt x="81" y="700"/>
                  </a:lnTo>
                  <a:lnTo>
                    <a:pt x="67" y="712"/>
                  </a:lnTo>
                  <a:lnTo>
                    <a:pt x="51" y="717"/>
                  </a:lnTo>
                  <a:lnTo>
                    <a:pt x="32" y="715"/>
                  </a:lnTo>
                  <a:lnTo>
                    <a:pt x="16" y="707"/>
                  </a:lnTo>
                  <a:lnTo>
                    <a:pt x="5" y="693"/>
                  </a:lnTo>
                  <a:lnTo>
                    <a:pt x="0" y="675"/>
                  </a:lnTo>
                  <a:lnTo>
                    <a:pt x="2" y="658"/>
                  </a:lnTo>
                  <a:lnTo>
                    <a:pt x="11" y="642"/>
                  </a:lnTo>
                  <a:lnTo>
                    <a:pt x="491" y="15"/>
                  </a:lnTo>
                  <a:lnTo>
                    <a:pt x="506" y="3"/>
                  </a:lnTo>
                  <a:lnTo>
                    <a:pt x="522"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grpSp>
      <p:sp>
        <p:nvSpPr>
          <p:cNvPr id="3" name="Text Placeholder 2"/>
          <p:cNvSpPr>
            <a:spLocks noGrp="1"/>
          </p:cNvSpPr>
          <p:nvPr userDrawn="1">
            <p:ph type="body" idx="1"/>
          </p:nvPr>
        </p:nvSpPr>
        <p:spPr>
          <a:xfrm>
            <a:off x="380010" y="1481446"/>
            <a:ext cx="8383980" cy="4525963"/>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Slide Number Placeholder 5"/>
          <p:cNvSpPr>
            <a:spLocks noGrp="1"/>
          </p:cNvSpPr>
          <p:nvPr userDrawn="1">
            <p:ph type="sldNum" sz="quarter" idx="4"/>
          </p:nvPr>
        </p:nvSpPr>
        <p:spPr>
          <a:xfrm>
            <a:off x="8122757" y="6363712"/>
            <a:ext cx="861671" cy="365125"/>
          </a:xfrm>
          <a:prstGeom prst="rect">
            <a:avLst/>
          </a:prstGeom>
        </p:spPr>
        <p:txBody>
          <a:bodyPr vert="horz" lIns="91440" tIns="45720" rIns="91440" bIns="45720" rtlCol="0" anchor="ctr"/>
          <a:lstStyle>
            <a:lvl1pPr algn="r">
              <a:defRPr sz="1200" b="0">
                <a:solidFill>
                  <a:schemeClr val="accent2"/>
                </a:solidFill>
              </a:defRPr>
            </a:lvl1pPr>
          </a:lstStyle>
          <a:p>
            <a:fld id="{F6728BC2-ACA3-447C-A909-F3F49211C066}" type="slidenum">
              <a:rPr lang="en-US" smtClean="0"/>
              <a:pPr/>
              <a:t>‹#›</a:t>
            </a:fld>
            <a:endParaRPr lang="en-US" dirty="0"/>
          </a:p>
        </p:txBody>
      </p:sp>
      <p:sp>
        <p:nvSpPr>
          <p:cNvPr id="2" name="Title Placeholder 1"/>
          <p:cNvSpPr>
            <a:spLocks noGrp="1"/>
          </p:cNvSpPr>
          <p:nvPr userDrawn="1">
            <p:ph type="title"/>
          </p:nvPr>
        </p:nvSpPr>
        <p:spPr>
          <a:xfrm>
            <a:off x="380010" y="-4950"/>
            <a:ext cx="6222671" cy="1224150"/>
          </a:xfrm>
          <a:prstGeom prst="rect">
            <a:avLst/>
          </a:prstGeom>
        </p:spPr>
        <p:txBody>
          <a:bodyPr vert="horz" lIns="91440" tIns="45720" rIns="91440" bIns="45720" rtlCol="0" anchor="ctr">
            <a:noAutofit/>
          </a:bodyPr>
          <a:lstStyle/>
          <a:p>
            <a:r>
              <a:rPr lang="en-US"/>
              <a:t>Click to edit Master title style</a:t>
            </a:r>
            <a:endParaRPr lang="en-US" dirty="0"/>
          </a:p>
        </p:txBody>
      </p:sp>
    </p:spTree>
    <p:extLst>
      <p:ext uri="{BB962C8B-B14F-4D97-AF65-F5344CB8AC3E}">
        <p14:creationId xmlns:p14="http://schemas.microsoft.com/office/powerpoint/2010/main" val="1460046415"/>
      </p:ext>
    </p:extLst>
  </p:cSld>
  <p:clrMap bg1="lt1" tx1="dk1" bg2="lt2" tx2="dk2" accent1="accent1" accent2="accent2" accent3="accent3" accent4="accent4" accent5="accent5" accent6="accent6" hlink="hlink" folHlink="folHlink"/>
  <p:sldLayoutIdLst>
    <p:sldLayoutId id="2147483691" r:id="rId1"/>
    <p:sldLayoutId id="2147483692" r:id="rId2"/>
    <p:sldLayoutId id="2147483704" r:id="rId3"/>
    <p:sldLayoutId id="2147483705" r:id="rId4"/>
    <p:sldLayoutId id="2147483694" r:id="rId5"/>
    <p:sldLayoutId id="2147483698" r:id="rId6"/>
    <p:sldLayoutId id="2147483699" r:id="rId7"/>
    <p:sldLayoutId id="2147483695" r:id="rId8"/>
    <p:sldLayoutId id="2147483703" r:id="rId9"/>
    <p:sldLayoutId id="2147483701" r:id="rId10"/>
    <p:sldLayoutId id="2147483702" r:id="rId11"/>
    <p:sldLayoutId id="2147483696" r:id="rId12"/>
    <p:sldLayoutId id="2147483697" r:id="rId13"/>
    <p:sldLayoutId id="2147483706" r:id="rId14"/>
    <p:sldLayoutId id="2147483707" r:id="rId15"/>
  </p:sldLayoutIdLst>
  <p:hf hdr="0" ftr="0" dt="0"/>
  <p:txStyles>
    <p:titleStyle>
      <a:lvl1pPr algn="l" defTabSz="914400" rtl="0" eaLnBrk="1" latinLnBrk="0" hangingPunct="1">
        <a:spcBef>
          <a:spcPct val="0"/>
        </a:spcBef>
        <a:buNone/>
        <a:defRPr sz="2400" b="1" kern="1200" spc="100" baseline="0">
          <a:solidFill>
            <a:schemeClr val="bg1"/>
          </a:solidFill>
          <a:latin typeface="+mj-lt"/>
          <a:ea typeface="+mj-ea"/>
          <a:cs typeface="+mj-cs"/>
        </a:defRPr>
      </a:lvl1pPr>
    </p:titleStyle>
    <p:bodyStyle>
      <a:lvl1pPr marL="342900" indent="-342900" algn="l" defTabSz="914400" rtl="0" eaLnBrk="1" latinLnBrk="0" hangingPunct="1">
        <a:spcBef>
          <a:spcPct val="20000"/>
        </a:spcBef>
        <a:buClr>
          <a:schemeClr val="accent1"/>
        </a:buClr>
        <a:buFont typeface="Arial" panose="020B0604020202020204" pitchFamily="34" charset="0"/>
        <a:buChar char="•"/>
        <a:defRPr sz="2800" kern="1200">
          <a:solidFill>
            <a:schemeClr val="tx2"/>
          </a:solidFill>
          <a:latin typeface="Arial" panose="020B0604020202020204" pitchFamily="34" charset="0"/>
          <a:ea typeface="+mn-ea"/>
          <a:cs typeface="Arial" panose="020B0604020202020204" pitchFamily="34" charset="0"/>
        </a:defRPr>
      </a:lvl1pPr>
      <a:lvl2pPr marL="742950" indent="-285750" algn="l" defTabSz="914400" rtl="0" eaLnBrk="1" latinLnBrk="0" hangingPunct="1">
        <a:spcBef>
          <a:spcPct val="20000"/>
        </a:spcBef>
        <a:buClr>
          <a:schemeClr val="accent1"/>
        </a:buClr>
        <a:buFont typeface="Arial" panose="020B0604020202020204" pitchFamily="34" charset="0"/>
        <a:buChar char="–"/>
        <a:defRPr sz="2400" kern="1200">
          <a:solidFill>
            <a:schemeClr val="tx2"/>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spcBef>
          <a:spcPct val="20000"/>
        </a:spcBef>
        <a:buClr>
          <a:schemeClr val="accent1"/>
        </a:buClr>
        <a:buFont typeface="Arial" panose="020B0604020202020204" pitchFamily="34" charset="0"/>
        <a:buChar char="•"/>
        <a:defRPr sz="2000" kern="1200">
          <a:solidFill>
            <a:schemeClr val="tx2"/>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spcBef>
          <a:spcPct val="20000"/>
        </a:spcBef>
        <a:buClr>
          <a:schemeClr val="accent1"/>
        </a:buClr>
        <a:buFont typeface="Arial" panose="020B0604020202020204" pitchFamily="34" charset="0"/>
        <a:buChar char="–"/>
        <a:defRPr sz="1800" kern="1200">
          <a:solidFill>
            <a:schemeClr val="tx2"/>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spcBef>
          <a:spcPct val="20000"/>
        </a:spcBef>
        <a:buClr>
          <a:schemeClr val="accent1"/>
        </a:buClr>
        <a:buFont typeface="Arial" panose="020B0604020202020204" pitchFamily="34" charset="0"/>
        <a:buChar char="»"/>
        <a:defRPr sz="1800" kern="1200">
          <a:solidFill>
            <a:schemeClr val="tx2"/>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4.xml"/></Relationships>
</file>

<file path=ppt/slides/_rels/slide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4.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4.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5.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4.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4.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4.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p:txBody>
          <a:bodyPr/>
          <a:lstStyle/>
          <a:p>
            <a:endParaRPr lang="en-US"/>
          </a:p>
        </p:txBody>
      </p:sp>
      <p:sp>
        <p:nvSpPr>
          <p:cNvPr id="5" name="Title 4">
            <a:extLst>
              <a:ext uri="{FF2B5EF4-FFF2-40B4-BE49-F238E27FC236}">
                <a16:creationId xmlns:a16="http://schemas.microsoft.com/office/drawing/2014/main" id="{07A1EBCD-4831-59E4-AF54-61F13329BBE5}"/>
              </a:ext>
            </a:extLst>
          </p:cNvPr>
          <p:cNvSpPr>
            <a:spLocks noGrp="1"/>
          </p:cNvSpPr>
          <p:nvPr>
            <p:ph type="ctrTitle"/>
          </p:nvPr>
        </p:nvSpPr>
        <p:spPr/>
        <p:txBody>
          <a:bodyPr/>
          <a:lstStyle/>
          <a:p>
            <a:r>
              <a:rPr lang="en-US" dirty="0"/>
              <a:t>Prompt Engineering</a:t>
            </a:r>
          </a:p>
        </p:txBody>
      </p:sp>
    </p:spTree>
    <p:extLst>
      <p:ext uri="{BB962C8B-B14F-4D97-AF65-F5344CB8AC3E}">
        <p14:creationId xmlns:p14="http://schemas.microsoft.com/office/powerpoint/2010/main" val="239379626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E6ADCEA2-50D6-C516-65CC-742821A02E1F}"/>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a:t>
            </a:fld>
            <a:endParaRPr lang="en-US"/>
          </a:p>
        </p:txBody>
      </p:sp>
      <p:sp>
        <p:nvSpPr>
          <p:cNvPr id="6" name="Content Placeholder 5">
            <a:extLst>
              <a:ext uri="{FF2B5EF4-FFF2-40B4-BE49-F238E27FC236}">
                <a16:creationId xmlns:a16="http://schemas.microsoft.com/office/drawing/2014/main" id="{87444B04-2EA6-FCF4-5F43-ABE166F4F8F0}"/>
              </a:ext>
            </a:extLst>
          </p:cNvPr>
          <p:cNvSpPr>
            <a:spLocks noGrp="1"/>
          </p:cNvSpPr>
          <p:nvPr>
            <p:ph idx="1"/>
          </p:nvPr>
        </p:nvSpPr>
        <p:spPr/>
        <p:txBody>
          <a:bodyPr>
            <a:normAutofit lnSpcReduction="10000"/>
          </a:bodyPr>
          <a:lstStyle/>
          <a:p>
            <a:r>
              <a:rPr lang="en-US" dirty="0"/>
              <a:t>Prompt Engineering Intro</a:t>
            </a:r>
          </a:p>
          <a:p>
            <a:r>
              <a:rPr lang="en-US" dirty="0"/>
              <a:t>Prompt Types</a:t>
            </a:r>
          </a:p>
          <a:p>
            <a:r>
              <a:rPr lang="en-US" dirty="0"/>
              <a:t>Zero-shot &amp; Multi-shot Prompting</a:t>
            </a:r>
          </a:p>
          <a:p>
            <a:r>
              <a:rPr lang="en-US" dirty="0"/>
              <a:t>Chain-of-thought prompting</a:t>
            </a:r>
          </a:p>
          <a:p>
            <a:r>
              <a:rPr lang="en-US" dirty="0"/>
              <a:t>Role Prompting &amp; Persona Engineering</a:t>
            </a:r>
          </a:p>
          <a:p>
            <a:r>
              <a:rPr lang="en-US" dirty="0"/>
              <a:t>Constraints</a:t>
            </a:r>
          </a:p>
          <a:p>
            <a:r>
              <a:rPr lang="en-US" dirty="0"/>
              <a:t>Instructions &amp; Guidelines</a:t>
            </a:r>
          </a:p>
          <a:p>
            <a:r>
              <a:rPr lang="en-US" dirty="0"/>
              <a:t>Interaction &amp; Dialogue State</a:t>
            </a:r>
          </a:p>
          <a:p>
            <a:r>
              <a:rPr lang="en-US" dirty="0"/>
              <a:t>Fine-tuning Conditioning</a:t>
            </a:r>
          </a:p>
        </p:txBody>
      </p:sp>
      <p:sp>
        <p:nvSpPr>
          <p:cNvPr id="5" name="Title 4">
            <a:extLst>
              <a:ext uri="{FF2B5EF4-FFF2-40B4-BE49-F238E27FC236}">
                <a16:creationId xmlns:a16="http://schemas.microsoft.com/office/drawing/2014/main" id="{7C96D22E-EB01-37C9-6E05-231DE113DD86}"/>
              </a:ext>
            </a:extLst>
          </p:cNvPr>
          <p:cNvSpPr>
            <a:spLocks noGrp="1"/>
          </p:cNvSpPr>
          <p:nvPr>
            <p:ph type="title"/>
          </p:nvPr>
        </p:nvSpPr>
        <p:spPr/>
        <p:txBody>
          <a:bodyPr/>
          <a:lstStyle/>
          <a:p>
            <a:r>
              <a:rPr lang="en-US" dirty="0"/>
              <a:t>Outline</a:t>
            </a:r>
          </a:p>
        </p:txBody>
      </p:sp>
    </p:spTree>
    <p:extLst>
      <p:ext uri="{BB962C8B-B14F-4D97-AF65-F5344CB8AC3E}">
        <p14:creationId xmlns:p14="http://schemas.microsoft.com/office/powerpoint/2010/main" val="195743347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258AAE37-6C44-EFD1-A224-1FC82F61AD64}"/>
              </a:ext>
            </a:extLst>
          </p:cNvPr>
          <p:cNvSpPr>
            <a:spLocks noGrp="1"/>
          </p:cNvSpPr>
          <p:nvPr>
            <p:ph type="sldNum" idx="12"/>
          </p:nvPr>
        </p:nvSpPr>
        <p:spPr>
          <a:xfrm>
            <a:off x="8122757" y="6363712"/>
            <a:ext cx="861671" cy="365125"/>
          </a:xfrm>
        </p:spPr>
        <p:txBody>
          <a:bodyPr spcFirstLastPara="1" wrap="square" lIns="91425" tIns="45700" rIns="91425" bIns="45700" anchor="ctr" anchorCtr="0">
            <a:normAutofit/>
          </a:bodyPr>
          <a:lstStyle/>
          <a:p>
            <a:pPr>
              <a:spcAft>
                <a:spcPts val="600"/>
              </a:spcAft>
            </a:pPr>
            <a:fld id="{00000000-1234-1234-1234-123412341234}" type="slidenum">
              <a:rPr lang="en-US" smtClean="0"/>
              <a:pPr>
                <a:spcAft>
                  <a:spcPts val="600"/>
                </a:spcAft>
              </a:pPr>
              <a:t>2</a:t>
            </a:fld>
            <a:endParaRPr lang="en-US"/>
          </a:p>
        </p:txBody>
      </p:sp>
      <p:sp>
        <p:nvSpPr>
          <p:cNvPr id="4" name="Google Shape;212;p15">
            <a:extLst>
              <a:ext uri="{FF2B5EF4-FFF2-40B4-BE49-F238E27FC236}">
                <a16:creationId xmlns:a16="http://schemas.microsoft.com/office/drawing/2014/main" id="{597E6BDC-DC3A-A131-3C64-1F04AFB6626D}"/>
              </a:ext>
            </a:extLst>
          </p:cNvPr>
          <p:cNvSpPr txBox="1">
            <a:spLocks/>
          </p:cNvSpPr>
          <p:nvPr/>
        </p:nvSpPr>
        <p:spPr>
          <a:xfrm>
            <a:off x="157163" y="2493034"/>
            <a:ext cx="8826500" cy="3591854"/>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457200" indent="-228600" algn="ctr">
              <a:spcBef>
                <a:spcPts val="560"/>
              </a:spcBef>
              <a:buClr>
                <a:schemeClr val="accent1"/>
              </a:buClr>
              <a:buSzPts val="2800"/>
            </a:pPr>
            <a:r>
              <a:rPr lang="en-US" sz="4000" b="0" i="0" u="none" strike="noStrike" cap="none" dirty="0">
                <a:solidFill>
                  <a:schemeClr val="dk2"/>
                </a:solidFill>
                <a:latin typeface="Arial"/>
                <a:ea typeface="Arial"/>
                <a:cs typeface="Arial"/>
                <a:sym typeface="Arial"/>
              </a:rPr>
              <a:t>Prompt Engineering Intro</a:t>
            </a:r>
          </a:p>
        </p:txBody>
      </p:sp>
      <p:pic>
        <p:nvPicPr>
          <p:cNvPr id="6" name="Picture 5">
            <a:extLst>
              <a:ext uri="{FF2B5EF4-FFF2-40B4-BE49-F238E27FC236}">
                <a16:creationId xmlns:a16="http://schemas.microsoft.com/office/drawing/2014/main" id="{8A8E09B7-A980-6E75-DAC8-46C12A48941D}"/>
              </a:ext>
            </a:extLst>
          </p:cNvPr>
          <p:cNvPicPr>
            <a:picLocks noChangeAspect="1"/>
          </p:cNvPicPr>
          <p:nvPr/>
        </p:nvPicPr>
        <p:blipFill>
          <a:blip r:embed="rId2"/>
          <a:stretch>
            <a:fillRect/>
          </a:stretch>
        </p:blipFill>
        <p:spPr>
          <a:xfrm>
            <a:off x="6788472" y="0"/>
            <a:ext cx="2355528" cy="864158"/>
          </a:xfrm>
          <a:prstGeom prst="rect">
            <a:avLst/>
          </a:prstGeom>
        </p:spPr>
      </p:pic>
    </p:spTree>
    <p:extLst>
      <p:ext uri="{BB962C8B-B14F-4D97-AF65-F5344CB8AC3E}">
        <p14:creationId xmlns:p14="http://schemas.microsoft.com/office/powerpoint/2010/main" val="172010091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F6728BC2-ACA3-447C-A909-F3F49211C066}" type="slidenum">
              <a:rPr lang="en-US" smtClean="0"/>
              <a:pPr/>
              <a:t>3</a:t>
            </a:fld>
            <a:endParaRPr lang="en-US" dirty="0"/>
          </a:p>
        </p:txBody>
      </p:sp>
      <p:sp>
        <p:nvSpPr>
          <p:cNvPr id="8" name="Title 7">
            <a:extLst>
              <a:ext uri="{FF2B5EF4-FFF2-40B4-BE49-F238E27FC236}">
                <a16:creationId xmlns:a16="http://schemas.microsoft.com/office/drawing/2014/main" id="{5C8A36B9-6DAA-9178-3579-608F2BF2314F}"/>
              </a:ext>
            </a:extLst>
          </p:cNvPr>
          <p:cNvSpPr>
            <a:spLocks noGrp="1"/>
          </p:cNvSpPr>
          <p:nvPr>
            <p:ph type="title"/>
          </p:nvPr>
        </p:nvSpPr>
        <p:spPr/>
        <p:txBody>
          <a:bodyPr/>
          <a:lstStyle/>
          <a:p>
            <a:r>
              <a:rPr lang="en-US" dirty="0"/>
              <a:t>Prompt Engineering</a:t>
            </a:r>
          </a:p>
        </p:txBody>
      </p:sp>
      <p:sp>
        <p:nvSpPr>
          <p:cNvPr id="3" name="Content Placeholder 2">
            <a:extLst>
              <a:ext uri="{FF2B5EF4-FFF2-40B4-BE49-F238E27FC236}">
                <a16:creationId xmlns:a16="http://schemas.microsoft.com/office/drawing/2014/main" id="{2FB6D359-271F-7BC2-20B4-ACE4AE76B86F}"/>
              </a:ext>
            </a:extLst>
          </p:cNvPr>
          <p:cNvSpPr>
            <a:spLocks noGrp="1"/>
          </p:cNvSpPr>
          <p:nvPr>
            <p:ph idx="1"/>
          </p:nvPr>
        </p:nvSpPr>
        <p:spPr>
          <a:xfrm>
            <a:off x="380010" y="1481445"/>
            <a:ext cx="8383980" cy="5247391"/>
          </a:xfrm>
        </p:spPr>
        <p:txBody>
          <a:bodyPr>
            <a:normAutofit fontScale="85000" lnSpcReduction="20000"/>
          </a:bodyPr>
          <a:lstStyle/>
          <a:p>
            <a:r>
              <a:rPr lang="en-US" dirty="0"/>
              <a:t>When writing traditional code, behavior is explicitly programmed and highly predictable.</a:t>
            </a:r>
          </a:p>
          <a:p>
            <a:r>
              <a:rPr lang="en-US" dirty="0"/>
              <a:t>With LLMs and Generative systems, the same underlying model can behave very differently, providing different outputs with slight changes to the given input (prompt).</a:t>
            </a:r>
          </a:p>
          <a:p>
            <a:r>
              <a:rPr lang="en-US" b="1" dirty="0"/>
              <a:t>Prompt Engineering</a:t>
            </a:r>
            <a:r>
              <a:rPr lang="en-US" dirty="0"/>
              <a:t> is the practice of crafting inputs to an LLM in order to reliably get useful, accurate, and well-formed output.</a:t>
            </a:r>
          </a:p>
          <a:p>
            <a:r>
              <a:rPr lang="en-US" dirty="0"/>
              <a:t>The prompt itself should be something to design deliberately, rather than using the first phrasing that comes to mind</a:t>
            </a:r>
          </a:p>
          <a:p>
            <a:r>
              <a:rPr lang="en-US" dirty="0"/>
              <a:t>Prompt engineering is increasingly considered a core professional skill for developers working with LLMs, not a niche or optional specialty.</a:t>
            </a:r>
          </a:p>
          <a:p>
            <a:pPr lvl="1"/>
            <a:r>
              <a:rPr lang="en-US" dirty="0"/>
              <a:t>Think of it like knowing how to write an effective search query, a clear Git commit messages, or clear documentation.</a:t>
            </a:r>
          </a:p>
        </p:txBody>
      </p:sp>
    </p:spTree>
    <p:extLst>
      <p:ext uri="{BB962C8B-B14F-4D97-AF65-F5344CB8AC3E}">
        <p14:creationId xmlns:p14="http://schemas.microsoft.com/office/powerpoint/2010/main" val="39759983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4BE246-D484-BC5D-5DE2-6D52DFC21BFE}"/>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204567B6-F513-EA88-2A7D-C0E1A1DD89F7}"/>
              </a:ext>
            </a:extLst>
          </p:cNvPr>
          <p:cNvSpPr>
            <a:spLocks noGrp="1"/>
          </p:cNvSpPr>
          <p:nvPr>
            <p:ph type="sldNum" sz="quarter" idx="12"/>
          </p:nvPr>
        </p:nvSpPr>
        <p:spPr/>
        <p:txBody>
          <a:bodyPr/>
          <a:lstStyle/>
          <a:p>
            <a:fld id="{F6728BC2-ACA3-447C-A909-F3F49211C066}" type="slidenum">
              <a:rPr lang="en-US" smtClean="0"/>
              <a:pPr/>
              <a:t>4</a:t>
            </a:fld>
            <a:endParaRPr lang="en-US" dirty="0"/>
          </a:p>
        </p:txBody>
      </p:sp>
      <p:sp>
        <p:nvSpPr>
          <p:cNvPr id="8" name="Title 7">
            <a:extLst>
              <a:ext uri="{FF2B5EF4-FFF2-40B4-BE49-F238E27FC236}">
                <a16:creationId xmlns:a16="http://schemas.microsoft.com/office/drawing/2014/main" id="{3B5752B7-C525-B44D-5CBD-350842FB2F2E}"/>
              </a:ext>
            </a:extLst>
          </p:cNvPr>
          <p:cNvSpPr>
            <a:spLocks noGrp="1"/>
          </p:cNvSpPr>
          <p:nvPr>
            <p:ph type="title"/>
          </p:nvPr>
        </p:nvSpPr>
        <p:spPr/>
        <p:txBody>
          <a:bodyPr/>
          <a:lstStyle/>
          <a:p>
            <a:r>
              <a:rPr lang="en-US" dirty="0"/>
              <a:t>Prompt Engineering</a:t>
            </a:r>
          </a:p>
        </p:txBody>
      </p:sp>
      <p:sp>
        <p:nvSpPr>
          <p:cNvPr id="3" name="Content Placeholder 2">
            <a:extLst>
              <a:ext uri="{FF2B5EF4-FFF2-40B4-BE49-F238E27FC236}">
                <a16:creationId xmlns:a16="http://schemas.microsoft.com/office/drawing/2014/main" id="{E391D064-44B4-2C42-A6EC-1807A6D20300}"/>
              </a:ext>
            </a:extLst>
          </p:cNvPr>
          <p:cNvSpPr>
            <a:spLocks noGrp="1"/>
          </p:cNvSpPr>
          <p:nvPr>
            <p:ph idx="1"/>
          </p:nvPr>
        </p:nvSpPr>
        <p:spPr>
          <a:xfrm>
            <a:off x="380010" y="1481446"/>
            <a:ext cx="8383980" cy="4882266"/>
          </a:xfrm>
        </p:spPr>
        <p:txBody>
          <a:bodyPr>
            <a:normAutofit fontScale="85000" lnSpcReduction="20000"/>
          </a:bodyPr>
          <a:lstStyle/>
          <a:p>
            <a:r>
              <a:rPr lang="en-US" dirty="0"/>
              <a:t>Prompt Engineering sits at the intersection of clear communication and understanding how the underlying model works.</a:t>
            </a:r>
          </a:p>
          <a:p>
            <a:r>
              <a:rPr lang="en-US" dirty="0"/>
              <a:t>Part of prompt engineering is anticipating how a model is likely to interpret and respond to different phrasings</a:t>
            </a:r>
          </a:p>
          <a:p>
            <a:r>
              <a:rPr lang="en-US" dirty="0"/>
              <a:t>Prompt engineering is </a:t>
            </a:r>
            <a:r>
              <a:rPr lang="en-US" b="1" i="1" dirty="0"/>
              <a:t>not</a:t>
            </a:r>
            <a:r>
              <a:rPr lang="en-US" dirty="0"/>
              <a:t> a one-time skill you master and set aside. It is an iterative practice.</a:t>
            </a:r>
          </a:p>
          <a:p>
            <a:r>
              <a:rPr lang="en-US" dirty="0"/>
              <a:t>Different tasks (coding, writing, analysis, classification) often call for different techniques.</a:t>
            </a:r>
          </a:p>
          <a:p>
            <a:r>
              <a:rPr lang="en-US" dirty="0"/>
              <a:t>A well-engineered prompt typically addresses several dimensions at once:</a:t>
            </a:r>
          </a:p>
          <a:p>
            <a:pPr lvl="1"/>
            <a:r>
              <a:rPr lang="en-US" b="1" i="1" dirty="0"/>
              <a:t>What </a:t>
            </a:r>
            <a:r>
              <a:rPr lang="en-US" dirty="0"/>
              <a:t>you’re asking the model to do | </a:t>
            </a:r>
            <a:r>
              <a:rPr lang="en-US" b="1" dirty="0"/>
              <a:t>The task itself</a:t>
            </a:r>
          </a:p>
          <a:p>
            <a:pPr lvl="1"/>
            <a:r>
              <a:rPr lang="en-US" b="1" i="1" dirty="0"/>
              <a:t>How</a:t>
            </a:r>
            <a:r>
              <a:rPr lang="en-US" b="1" dirty="0"/>
              <a:t> </a:t>
            </a:r>
            <a:r>
              <a:rPr lang="en-US" dirty="0"/>
              <a:t>you want it done | </a:t>
            </a:r>
            <a:r>
              <a:rPr lang="en-US" b="1" dirty="0"/>
              <a:t>Format, style, constraints</a:t>
            </a:r>
          </a:p>
          <a:p>
            <a:pPr lvl="1"/>
            <a:r>
              <a:rPr lang="en-US" b="1" i="1" dirty="0"/>
              <a:t>Who</a:t>
            </a:r>
            <a:r>
              <a:rPr lang="en-US" b="1" dirty="0"/>
              <a:t> </a:t>
            </a:r>
            <a:r>
              <a:rPr lang="en-US" dirty="0"/>
              <a:t>the model should “be” while doing it | </a:t>
            </a:r>
            <a:r>
              <a:rPr lang="en-US" b="1" dirty="0"/>
              <a:t>Role/Persona</a:t>
            </a:r>
          </a:p>
          <a:p>
            <a:pPr lvl="1"/>
            <a:r>
              <a:rPr lang="en-US" b="1" i="1" dirty="0"/>
              <a:t>What information</a:t>
            </a:r>
            <a:r>
              <a:rPr lang="en-US" b="1" dirty="0"/>
              <a:t> </a:t>
            </a:r>
            <a:r>
              <a:rPr lang="en-US" dirty="0"/>
              <a:t>it has to work with | </a:t>
            </a:r>
            <a:r>
              <a:rPr lang="en-US" b="1" dirty="0"/>
              <a:t>Context/examples</a:t>
            </a:r>
          </a:p>
          <a:p>
            <a:endParaRPr lang="en-US" b="1" dirty="0"/>
          </a:p>
        </p:txBody>
      </p:sp>
    </p:spTree>
    <p:extLst>
      <p:ext uri="{BB962C8B-B14F-4D97-AF65-F5344CB8AC3E}">
        <p14:creationId xmlns:p14="http://schemas.microsoft.com/office/powerpoint/2010/main" val="6949799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
                                            <p:txEl>
                                              <p:pRg st="5" end="5"/>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3">
                                            <p:txEl>
                                              <p:pRg st="7" end="7"/>
                                            </p:txEl>
                                          </p:spTgt>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2D9890-706D-CD54-B3B0-3428A471EF70}"/>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BFAA4C46-0BE0-2024-B658-96409D0EA9E1}"/>
              </a:ext>
            </a:extLst>
          </p:cNvPr>
          <p:cNvSpPr>
            <a:spLocks noGrp="1"/>
          </p:cNvSpPr>
          <p:nvPr>
            <p:ph type="sldNum" idx="12"/>
          </p:nvPr>
        </p:nvSpPr>
        <p:spPr>
          <a:xfrm>
            <a:off x="8122757" y="6363712"/>
            <a:ext cx="861671" cy="365125"/>
          </a:xfrm>
        </p:spPr>
        <p:txBody>
          <a:bodyPr spcFirstLastPara="1" wrap="square" lIns="91425" tIns="45700" rIns="91425" bIns="45700" anchor="ctr" anchorCtr="0">
            <a:normAutofit/>
          </a:bodyPr>
          <a:lstStyle/>
          <a:p>
            <a:pPr>
              <a:spcAft>
                <a:spcPts val="600"/>
              </a:spcAft>
            </a:pPr>
            <a:fld id="{00000000-1234-1234-1234-123412341234}" type="slidenum">
              <a:rPr lang="en-US" smtClean="0"/>
              <a:pPr>
                <a:spcAft>
                  <a:spcPts val="600"/>
                </a:spcAft>
              </a:pPr>
              <a:t>5</a:t>
            </a:fld>
            <a:endParaRPr lang="en-US"/>
          </a:p>
        </p:txBody>
      </p:sp>
      <p:sp>
        <p:nvSpPr>
          <p:cNvPr id="4" name="Google Shape;212;p15">
            <a:extLst>
              <a:ext uri="{FF2B5EF4-FFF2-40B4-BE49-F238E27FC236}">
                <a16:creationId xmlns:a16="http://schemas.microsoft.com/office/drawing/2014/main" id="{1AC1F180-64A2-EC9B-97DC-23D8169E33F2}"/>
              </a:ext>
            </a:extLst>
          </p:cNvPr>
          <p:cNvSpPr txBox="1">
            <a:spLocks/>
          </p:cNvSpPr>
          <p:nvPr/>
        </p:nvSpPr>
        <p:spPr>
          <a:xfrm>
            <a:off x="157163" y="2493034"/>
            <a:ext cx="8826500" cy="3591854"/>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457200" indent="-228600" algn="ctr">
              <a:spcBef>
                <a:spcPts val="560"/>
              </a:spcBef>
              <a:buClr>
                <a:schemeClr val="accent1"/>
              </a:buClr>
              <a:buSzPts val="2800"/>
            </a:pPr>
            <a:r>
              <a:rPr lang="en-US" sz="4000" b="0" i="0" u="none" strike="noStrike" cap="none" dirty="0">
                <a:solidFill>
                  <a:schemeClr val="dk2"/>
                </a:solidFill>
                <a:latin typeface="Arial"/>
                <a:ea typeface="Arial"/>
                <a:cs typeface="Arial"/>
                <a:sym typeface="Arial"/>
              </a:rPr>
              <a:t>Prompt Types</a:t>
            </a:r>
          </a:p>
        </p:txBody>
      </p:sp>
      <p:pic>
        <p:nvPicPr>
          <p:cNvPr id="6" name="Picture 5">
            <a:extLst>
              <a:ext uri="{FF2B5EF4-FFF2-40B4-BE49-F238E27FC236}">
                <a16:creationId xmlns:a16="http://schemas.microsoft.com/office/drawing/2014/main" id="{B1494E4B-6FA3-2879-8CB7-31981F8FB800}"/>
              </a:ext>
            </a:extLst>
          </p:cNvPr>
          <p:cNvPicPr>
            <a:picLocks noChangeAspect="1"/>
          </p:cNvPicPr>
          <p:nvPr/>
        </p:nvPicPr>
        <p:blipFill>
          <a:blip r:embed="rId2"/>
          <a:stretch>
            <a:fillRect/>
          </a:stretch>
        </p:blipFill>
        <p:spPr>
          <a:xfrm>
            <a:off x="6788472" y="0"/>
            <a:ext cx="2355528" cy="864158"/>
          </a:xfrm>
          <a:prstGeom prst="rect">
            <a:avLst/>
          </a:prstGeom>
        </p:spPr>
      </p:pic>
    </p:spTree>
    <p:extLst>
      <p:ext uri="{BB962C8B-B14F-4D97-AF65-F5344CB8AC3E}">
        <p14:creationId xmlns:p14="http://schemas.microsoft.com/office/powerpoint/2010/main" val="178231657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DB7248-CF93-75FB-8C22-5A339A8C3D4F}"/>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2F840817-12B4-CD5C-1F50-D576B66100E4}"/>
              </a:ext>
            </a:extLst>
          </p:cNvPr>
          <p:cNvSpPr>
            <a:spLocks noGrp="1"/>
          </p:cNvSpPr>
          <p:nvPr>
            <p:ph type="sldNum" sz="quarter" idx="12"/>
          </p:nvPr>
        </p:nvSpPr>
        <p:spPr/>
        <p:txBody>
          <a:bodyPr/>
          <a:lstStyle/>
          <a:p>
            <a:fld id="{F6728BC2-ACA3-447C-A909-F3F49211C066}" type="slidenum">
              <a:rPr lang="en-US" smtClean="0"/>
              <a:pPr/>
              <a:t>6</a:t>
            </a:fld>
            <a:endParaRPr lang="en-US" dirty="0"/>
          </a:p>
        </p:txBody>
      </p:sp>
      <p:sp>
        <p:nvSpPr>
          <p:cNvPr id="8" name="Title 7">
            <a:extLst>
              <a:ext uri="{FF2B5EF4-FFF2-40B4-BE49-F238E27FC236}">
                <a16:creationId xmlns:a16="http://schemas.microsoft.com/office/drawing/2014/main" id="{3A5373AE-8D45-A1C1-7550-2F1DFFF6029B}"/>
              </a:ext>
            </a:extLst>
          </p:cNvPr>
          <p:cNvSpPr>
            <a:spLocks noGrp="1"/>
          </p:cNvSpPr>
          <p:nvPr>
            <p:ph type="title"/>
          </p:nvPr>
        </p:nvSpPr>
        <p:spPr/>
        <p:txBody>
          <a:bodyPr/>
          <a:lstStyle/>
          <a:p>
            <a:r>
              <a:rPr lang="en-US" dirty="0"/>
              <a:t>Prompt Types</a:t>
            </a:r>
          </a:p>
        </p:txBody>
      </p:sp>
      <p:sp>
        <p:nvSpPr>
          <p:cNvPr id="2" name="Content Placeholder 2">
            <a:extLst>
              <a:ext uri="{FF2B5EF4-FFF2-40B4-BE49-F238E27FC236}">
                <a16:creationId xmlns:a16="http://schemas.microsoft.com/office/drawing/2014/main" id="{D00BE5D0-F43B-107A-A879-9DA1B746BE8E}"/>
              </a:ext>
            </a:extLst>
          </p:cNvPr>
          <p:cNvSpPr>
            <a:spLocks noGrp="1"/>
          </p:cNvSpPr>
          <p:nvPr>
            <p:ph idx="1"/>
          </p:nvPr>
        </p:nvSpPr>
        <p:spPr>
          <a:xfrm>
            <a:off x="269791" y="1481447"/>
            <a:ext cx="8604418" cy="1040690"/>
          </a:xfrm>
        </p:spPr>
        <p:txBody>
          <a:bodyPr>
            <a:normAutofit/>
          </a:bodyPr>
          <a:lstStyle/>
          <a:p>
            <a:r>
              <a:rPr lang="en-US" dirty="0"/>
              <a:t>Prompts can be categorized by their underlying structure and intent</a:t>
            </a:r>
          </a:p>
        </p:txBody>
      </p:sp>
      <p:pic>
        <p:nvPicPr>
          <p:cNvPr id="6" name="Picture 5">
            <a:extLst>
              <a:ext uri="{FF2B5EF4-FFF2-40B4-BE49-F238E27FC236}">
                <a16:creationId xmlns:a16="http://schemas.microsoft.com/office/drawing/2014/main" id="{24755868-4457-C06C-CC1B-117BB48A9C9B}"/>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298121" y="2522137"/>
            <a:ext cx="6547757" cy="4044203"/>
          </a:xfrm>
          <a:prstGeom prst="rect">
            <a:avLst/>
          </a:prstGeom>
        </p:spPr>
      </p:pic>
    </p:spTree>
    <p:extLst>
      <p:ext uri="{BB962C8B-B14F-4D97-AF65-F5344CB8AC3E}">
        <p14:creationId xmlns:p14="http://schemas.microsoft.com/office/powerpoint/2010/main" val="15962569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6F1C26-2D4E-259D-890F-1B93BF60FE5F}"/>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18D2FB3B-DDFA-DBBC-1C7B-D1354EF29C3E}"/>
              </a:ext>
            </a:extLst>
          </p:cNvPr>
          <p:cNvSpPr>
            <a:spLocks noGrp="1"/>
          </p:cNvSpPr>
          <p:nvPr>
            <p:ph type="sldNum" sz="quarter" idx="12"/>
          </p:nvPr>
        </p:nvSpPr>
        <p:spPr/>
        <p:txBody>
          <a:bodyPr/>
          <a:lstStyle/>
          <a:p>
            <a:fld id="{F6728BC2-ACA3-447C-A909-F3F49211C066}" type="slidenum">
              <a:rPr lang="en-US" smtClean="0"/>
              <a:pPr/>
              <a:t>7</a:t>
            </a:fld>
            <a:endParaRPr lang="en-US" dirty="0"/>
          </a:p>
        </p:txBody>
      </p:sp>
      <p:sp>
        <p:nvSpPr>
          <p:cNvPr id="8" name="Title 7">
            <a:extLst>
              <a:ext uri="{FF2B5EF4-FFF2-40B4-BE49-F238E27FC236}">
                <a16:creationId xmlns:a16="http://schemas.microsoft.com/office/drawing/2014/main" id="{AFDE0D71-C5A4-E93D-DC24-191595A375EB}"/>
              </a:ext>
            </a:extLst>
          </p:cNvPr>
          <p:cNvSpPr>
            <a:spLocks noGrp="1"/>
          </p:cNvSpPr>
          <p:nvPr>
            <p:ph type="title"/>
          </p:nvPr>
        </p:nvSpPr>
        <p:spPr/>
        <p:txBody>
          <a:bodyPr/>
          <a:lstStyle/>
          <a:p>
            <a:r>
              <a:rPr lang="en-US" dirty="0"/>
              <a:t>Prompt Types</a:t>
            </a:r>
          </a:p>
        </p:txBody>
      </p:sp>
      <p:sp>
        <p:nvSpPr>
          <p:cNvPr id="3" name="Content Placeholder 2">
            <a:extLst>
              <a:ext uri="{FF2B5EF4-FFF2-40B4-BE49-F238E27FC236}">
                <a16:creationId xmlns:a16="http://schemas.microsoft.com/office/drawing/2014/main" id="{D64036B7-6DCB-3423-5C63-E26CB118E9F8}"/>
              </a:ext>
            </a:extLst>
          </p:cNvPr>
          <p:cNvSpPr>
            <a:spLocks noGrp="1"/>
          </p:cNvSpPr>
          <p:nvPr>
            <p:ph idx="1"/>
          </p:nvPr>
        </p:nvSpPr>
        <p:spPr>
          <a:xfrm>
            <a:off x="380010" y="1481446"/>
            <a:ext cx="8383980" cy="4882266"/>
          </a:xfrm>
        </p:spPr>
        <p:txBody>
          <a:bodyPr>
            <a:normAutofit fontScale="77500" lnSpcReduction="20000"/>
          </a:bodyPr>
          <a:lstStyle/>
          <a:p>
            <a:r>
              <a:rPr lang="en-US" b="1" dirty="0"/>
              <a:t>Instruction Prompts</a:t>
            </a:r>
            <a:r>
              <a:rPr lang="en-US" dirty="0"/>
              <a:t>: A direct command or request telling the model what to do. </a:t>
            </a:r>
          </a:p>
          <a:p>
            <a:pPr lvl="1"/>
            <a:r>
              <a:rPr lang="en-US" dirty="0"/>
              <a:t>The most common prompt type for task-oriented work.</a:t>
            </a:r>
          </a:p>
          <a:p>
            <a:r>
              <a:rPr lang="en-US" b="1" dirty="0"/>
              <a:t>Completion Prompts</a:t>
            </a:r>
            <a:r>
              <a:rPr lang="en-US" dirty="0"/>
              <a:t>: Providing a partial input and asking the model to continue or finish it, rather than issuing an explicit command. </a:t>
            </a:r>
          </a:p>
          <a:p>
            <a:pPr lvl="1"/>
            <a:r>
              <a:rPr lang="en-US" dirty="0"/>
              <a:t>Common in creative writing and code autocomplete.</a:t>
            </a:r>
          </a:p>
          <a:p>
            <a:r>
              <a:rPr lang="en-US" b="1" dirty="0"/>
              <a:t>Dialogue Prompts</a:t>
            </a:r>
            <a:r>
              <a:rPr lang="en-US" dirty="0"/>
              <a:t>: Structured as back-and-forth conversation, where the model responds within an ongoing exchange, rather than to a single isolated request. </a:t>
            </a:r>
          </a:p>
          <a:p>
            <a:pPr lvl="1"/>
            <a:r>
              <a:rPr lang="en-US" dirty="0"/>
              <a:t>This is the default mode for chat-based tools like Claude.ai and ChatGPT</a:t>
            </a:r>
          </a:p>
          <a:p>
            <a:r>
              <a:rPr lang="en-US" b="1" dirty="0"/>
              <a:t>Chain-of-thought Prompts</a:t>
            </a:r>
            <a:r>
              <a:rPr lang="en-US" dirty="0"/>
              <a:t>: Explicitly ask the model to reason through a problem step-by-step before producing a final answer, rather than jumping straight into a conclusion.</a:t>
            </a:r>
          </a:p>
          <a:p>
            <a:pPr lvl="1"/>
            <a:r>
              <a:rPr lang="en-US" dirty="0"/>
              <a:t>Best for complex tasks that may require referencing information or planning prior to completion</a:t>
            </a:r>
          </a:p>
          <a:p>
            <a:endParaRPr lang="en-US" dirty="0"/>
          </a:p>
        </p:txBody>
      </p:sp>
    </p:spTree>
    <p:extLst>
      <p:ext uri="{BB962C8B-B14F-4D97-AF65-F5344CB8AC3E}">
        <p14:creationId xmlns:p14="http://schemas.microsoft.com/office/powerpoint/2010/main" val="40916472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3">
                                            <p:txEl>
                                              <p:pRg st="6" end="6"/>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8704BA-8371-F21C-0556-7FC530B1D7AC}"/>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B9C861D3-151B-5889-BC11-5DE09005F4F6}"/>
              </a:ext>
            </a:extLst>
          </p:cNvPr>
          <p:cNvSpPr>
            <a:spLocks noGrp="1"/>
          </p:cNvSpPr>
          <p:nvPr>
            <p:ph type="sldNum" sz="quarter" idx="12"/>
          </p:nvPr>
        </p:nvSpPr>
        <p:spPr/>
        <p:txBody>
          <a:bodyPr/>
          <a:lstStyle/>
          <a:p>
            <a:fld id="{F6728BC2-ACA3-447C-A909-F3F49211C066}" type="slidenum">
              <a:rPr lang="en-US" smtClean="0"/>
              <a:pPr/>
              <a:t>8</a:t>
            </a:fld>
            <a:endParaRPr lang="en-US" dirty="0"/>
          </a:p>
        </p:txBody>
      </p:sp>
      <p:sp>
        <p:nvSpPr>
          <p:cNvPr id="8" name="Title 7">
            <a:extLst>
              <a:ext uri="{FF2B5EF4-FFF2-40B4-BE49-F238E27FC236}">
                <a16:creationId xmlns:a16="http://schemas.microsoft.com/office/drawing/2014/main" id="{BC038212-6B15-3FAD-56DB-4CB25F2FCDB5}"/>
              </a:ext>
            </a:extLst>
          </p:cNvPr>
          <p:cNvSpPr>
            <a:spLocks noGrp="1"/>
          </p:cNvSpPr>
          <p:nvPr>
            <p:ph type="title"/>
          </p:nvPr>
        </p:nvSpPr>
        <p:spPr/>
        <p:txBody>
          <a:bodyPr/>
          <a:lstStyle/>
          <a:p>
            <a:r>
              <a:rPr lang="en-US" dirty="0"/>
              <a:t>Prompt Types</a:t>
            </a:r>
          </a:p>
        </p:txBody>
      </p:sp>
      <p:sp>
        <p:nvSpPr>
          <p:cNvPr id="3" name="Content Placeholder 2">
            <a:extLst>
              <a:ext uri="{FF2B5EF4-FFF2-40B4-BE49-F238E27FC236}">
                <a16:creationId xmlns:a16="http://schemas.microsoft.com/office/drawing/2014/main" id="{268455D0-5DF5-C91E-598D-A27F441D9613}"/>
              </a:ext>
            </a:extLst>
          </p:cNvPr>
          <p:cNvSpPr>
            <a:spLocks noGrp="1"/>
          </p:cNvSpPr>
          <p:nvPr>
            <p:ph idx="1"/>
          </p:nvPr>
        </p:nvSpPr>
        <p:spPr>
          <a:xfrm>
            <a:off x="380010" y="1481446"/>
            <a:ext cx="8383980" cy="4882266"/>
          </a:xfrm>
        </p:spPr>
        <p:txBody>
          <a:bodyPr>
            <a:normAutofit fontScale="92500" lnSpcReduction="10000"/>
          </a:bodyPr>
          <a:lstStyle/>
          <a:p>
            <a:r>
              <a:rPr lang="en-US" dirty="0"/>
              <a:t>Prompt types are not mutually exclusive</a:t>
            </a:r>
          </a:p>
          <a:p>
            <a:r>
              <a:rPr lang="en-US" dirty="0"/>
              <a:t>A single real-world prompt often blends multiple types, depending on the expected output</a:t>
            </a:r>
          </a:p>
          <a:p>
            <a:r>
              <a:rPr lang="en-US" dirty="0"/>
              <a:t>Recognizing prompt type matters, because different types suit different tasks:</a:t>
            </a:r>
          </a:p>
          <a:p>
            <a:pPr lvl="1"/>
            <a:r>
              <a:rPr lang="en-US" dirty="0"/>
              <a:t>Need specific, well-defined output? -&gt; Instruction</a:t>
            </a:r>
          </a:p>
          <a:p>
            <a:pPr lvl="1"/>
            <a:r>
              <a:rPr lang="en-US" dirty="0"/>
              <a:t>Want natural continuation of existing code? -&gt; Completion</a:t>
            </a:r>
          </a:p>
          <a:p>
            <a:pPr lvl="1"/>
            <a:r>
              <a:rPr lang="en-US" dirty="0"/>
              <a:t>Building an interactive experience? -&gt; Dialogue</a:t>
            </a:r>
          </a:p>
          <a:p>
            <a:pPr lvl="1"/>
            <a:r>
              <a:rPr lang="en-US" dirty="0"/>
              <a:t>Solving something complex or multi-step? -&gt; Chain-of-thought</a:t>
            </a:r>
          </a:p>
          <a:p>
            <a:r>
              <a:rPr lang="en-US" dirty="0"/>
              <a:t>As a developer, understanding these types helps you reason about </a:t>
            </a:r>
            <a:r>
              <a:rPr lang="en-US" i="1" dirty="0"/>
              <a:t>how</a:t>
            </a:r>
            <a:r>
              <a:rPr lang="en-US" dirty="0"/>
              <a:t> an AI feature is likely to behave.</a:t>
            </a:r>
          </a:p>
          <a:p>
            <a:endParaRPr lang="en-US" dirty="0"/>
          </a:p>
        </p:txBody>
      </p:sp>
    </p:spTree>
    <p:extLst>
      <p:ext uri="{BB962C8B-B14F-4D97-AF65-F5344CB8AC3E}">
        <p14:creationId xmlns:p14="http://schemas.microsoft.com/office/powerpoint/2010/main" val="9425601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A9707B-9C43-738C-B68E-2EA9E0CC756D}"/>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48B86A36-4A24-BCAF-B860-09A719354AD7}"/>
              </a:ext>
            </a:extLst>
          </p:cNvPr>
          <p:cNvSpPr>
            <a:spLocks noGrp="1"/>
          </p:cNvSpPr>
          <p:nvPr>
            <p:ph type="sldNum" idx="12"/>
          </p:nvPr>
        </p:nvSpPr>
        <p:spPr>
          <a:xfrm>
            <a:off x="8122757" y="6363712"/>
            <a:ext cx="861671" cy="365125"/>
          </a:xfrm>
        </p:spPr>
        <p:txBody>
          <a:bodyPr spcFirstLastPara="1" wrap="square" lIns="91425" tIns="45700" rIns="91425" bIns="45700" anchor="ctr" anchorCtr="0">
            <a:normAutofit/>
          </a:bodyPr>
          <a:lstStyle/>
          <a:p>
            <a:pPr>
              <a:spcAft>
                <a:spcPts val="600"/>
              </a:spcAft>
            </a:pPr>
            <a:fld id="{00000000-1234-1234-1234-123412341234}" type="slidenum">
              <a:rPr lang="en-US" smtClean="0"/>
              <a:pPr>
                <a:spcAft>
                  <a:spcPts val="600"/>
                </a:spcAft>
              </a:pPr>
              <a:t>9</a:t>
            </a:fld>
            <a:endParaRPr lang="en-US"/>
          </a:p>
        </p:txBody>
      </p:sp>
      <p:sp>
        <p:nvSpPr>
          <p:cNvPr id="4" name="Google Shape;212;p15">
            <a:extLst>
              <a:ext uri="{FF2B5EF4-FFF2-40B4-BE49-F238E27FC236}">
                <a16:creationId xmlns:a16="http://schemas.microsoft.com/office/drawing/2014/main" id="{4269CC12-470F-A911-5591-9F4CB358A538}"/>
              </a:ext>
            </a:extLst>
          </p:cNvPr>
          <p:cNvSpPr txBox="1">
            <a:spLocks/>
          </p:cNvSpPr>
          <p:nvPr/>
        </p:nvSpPr>
        <p:spPr>
          <a:xfrm>
            <a:off x="157163" y="2493034"/>
            <a:ext cx="8826500" cy="3591854"/>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457200" indent="-228600" algn="ctr">
              <a:spcBef>
                <a:spcPts val="560"/>
              </a:spcBef>
              <a:buClr>
                <a:schemeClr val="accent1"/>
              </a:buClr>
              <a:buSzPts val="2800"/>
            </a:pPr>
            <a:r>
              <a:rPr lang="en-US" sz="4000" b="0" i="0" u="none" strike="noStrike" cap="none" dirty="0">
                <a:solidFill>
                  <a:schemeClr val="dk2"/>
                </a:solidFill>
                <a:latin typeface="Arial"/>
                <a:ea typeface="Arial"/>
                <a:cs typeface="Arial"/>
                <a:sym typeface="Arial"/>
              </a:rPr>
              <a:t>Zero-Shot &amp; Multi-Shot Prompting</a:t>
            </a:r>
          </a:p>
        </p:txBody>
      </p:sp>
      <p:pic>
        <p:nvPicPr>
          <p:cNvPr id="6" name="Picture 5">
            <a:extLst>
              <a:ext uri="{FF2B5EF4-FFF2-40B4-BE49-F238E27FC236}">
                <a16:creationId xmlns:a16="http://schemas.microsoft.com/office/drawing/2014/main" id="{4135BD14-0F64-6E09-0E1C-D46773EA523E}"/>
              </a:ext>
            </a:extLst>
          </p:cNvPr>
          <p:cNvPicPr>
            <a:picLocks noChangeAspect="1"/>
          </p:cNvPicPr>
          <p:nvPr/>
        </p:nvPicPr>
        <p:blipFill>
          <a:blip r:embed="rId2"/>
          <a:stretch>
            <a:fillRect/>
          </a:stretch>
        </p:blipFill>
        <p:spPr>
          <a:xfrm>
            <a:off x="6788472" y="0"/>
            <a:ext cx="2355528" cy="864158"/>
          </a:xfrm>
          <a:prstGeom prst="rect">
            <a:avLst/>
          </a:prstGeom>
        </p:spPr>
      </p:pic>
    </p:spTree>
    <p:extLst>
      <p:ext uri="{BB962C8B-B14F-4D97-AF65-F5344CB8AC3E}">
        <p14:creationId xmlns:p14="http://schemas.microsoft.com/office/powerpoint/2010/main" val="255914806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8F2D7B-7B40-09FD-BD8D-EC9EAA2B06C0}"/>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DFFBEA19-C92B-C0B8-E76B-642E697DEC94}"/>
              </a:ext>
            </a:extLst>
          </p:cNvPr>
          <p:cNvSpPr>
            <a:spLocks noGrp="1"/>
          </p:cNvSpPr>
          <p:nvPr>
            <p:ph type="sldNum" sz="quarter" idx="12"/>
          </p:nvPr>
        </p:nvSpPr>
        <p:spPr/>
        <p:txBody>
          <a:bodyPr/>
          <a:lstStyle/>
          <a:p>
            <a:fld id="{F6728BC2-ACA3-447C-A909-F3F49211C066}" type="slidenum">
              <a:rPr lang="en-US" smtClean="0"/>
              <a:pPr/>
              <a:t>10</a:t>
            </a:fld>
            <a:endParaRPr lang="en-US" dirty="0"/>
          </a:p>
        </p:txBody>
      </p:sp>
      <p:sp>
        <p:nvSpPr>
          <p:cNvPr id="8" name="Title 7">
            <a:extLst>
              <a:ext uri="{FF2B5EF4-FFF2-40B4-BE49-F238E27FC236}">
                <a16:creationId xmlns:a16="http://schemas.microsoft.com/office/drawing/2014/main" id="{FE5D3A04-5E06-847F-605A-9955F389EF1D}"/>
              </a:ext>
            </a:extLst>
          </p:cNvPr>
          <p:cNvSpPr>
            <a:spLocks noGrp="1"/>
          </p:cNvSpPr>
          <p:nvPr>
            <p:ph type="title"/>
          </p:nvPr>
        </p:nvSpPr>
        <p:spPr/>
        <p:txBody>
          <a:bodyPr/>
          <a:lstStyle/>
          <a:p>
            <a:r>
              <a:rPr lang="en-US" dirty="0"/>
              <a:t>Zero-shot Prompting</a:t>
            </a:r>
          </a:p>
        </p:txBody>
      </p:sp>
      <p:sp>
        <p:nvSpPr>
          <p:cNvPr id="3" name="Content Placeholder 2">
            <a:extLst>
              <a:ext uri="{FF2B5EF4-FFF2-40B4-BE49-F238E27FC236}">
                <a16:creationId xmlns:a16="http://schemas.microsoft.com/office/drawing/2014/main" id="{6232D50F-6A27-845A-ED91-8938CB6083FD}"/>
              </a:ext>
            </a:extLst>
          </p:cNvPr>
          <p:cNvSpPr>
            <a:spLocks noGrp="1"/>
          </p:cNvSpPr>
          <p:nvPr>
            <p:ph idx="1"/>
          </p:nvPr>
        </p:nvSpPr>
        <p:spPr>
          <a:xfrm>
            <a:off x="380010" y="1481446"/>
            <a:ext cx="8383980" cy="4882266"/>
          </a:xfrm>
        </p:spPr>
        <p:txBody>
          <a:bodyPr>
            <a:normAutofit fontScale="92500" lnSpcReduction="20000"/>
          </a:bodyPr>
          <a:lstStyle/>
          <a:p>
            <a:r>
              <a:rPr lang="en-US" dirty="0"/>
              <a:t>In prompt-engineering “shots” refer to the number of examples you include in your prompt to guide the AI’s output.</a:t>
            </a:r>
          </a:p>
          <a:p>
            <a:r>
              <a:rPr lang="en-US" b="1" dirty="0"/>
              <a:t>Zero-shot prompting</a:t>
            </a:r>
            <a:r>
              <a:rPr lang="en-US" dirty="0"/>
              <a:t>: Asking a model to perform a task with no examples provided</a:t>
            </a:r>
          </a:p>
          <a:p>
            <a:r>
              <a:rPr lang="en-US" dirty="0"/>
              <a:t>Zero-shot prompting relies entirely on the trained-in knowledge of the LLM and instructions provided in the prompt</a:t>
            </a:r>
          </a:p>
          <a:p>
            <a:r>
              <a:rPr lang="en-US" dirty="0"/>
              <a:t>Tends to work well for common, well-understood tasks the model likely saw many similar examples of during training.</a:t>
            </a:r>
          </a:p>
          <a:p>
            <a:r>
              <a:rPr lang="en-US" dirty="0"/>
              <a:t>However…Instructions alone may be difficult to provide sufficient detail or may be more verbose than providing examples.</a:t>
            </a:r>
          </a:p>
          <a:p>
            <a:endParaRPr lang="en-US" dirty="0"/>
          </a:p>
        </p:txBody>
      </p:sp>
    </p:spTree>
    <p:extLst>
      <p:ext uri="{BB962C8B-B14F-4D97-AF65-F5344CB8AC3E}">
        <p14:creationId xmlns:p14="http://schemas.microsoft.com/office/powerpoint/2010/main" val="11288563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BE0AC4-9BBA-4599-06DC-2C5D48880AD8}"/>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3AC98C33-12DC-78FC-32C4-EED14231B1BE}"/>
              </a:ext>
            </a:extLst>
          </p:cNvPr>
          <p:cNvSpPr>
            <a:spLocks noGrp="1"/>
          </p:cNvSpPr>
          <p:nvPr>
            <p:ph type="sldNum" sz="quarter" idx="12"/>
          </p:nvPr>
        </p:nvSpPr>
        <p:spPr/>
        <p:txBody>
          <a:bodyPr/>
          <a:lstStyle/>
          <a:p>
            <a:fld id="{F6728BC2-ACA3-447C-A909-F3F49211C066}" type="slidenum">
              <a:rPr lang="en-US" smtClean="0"/>
              <a:pPr/>
              <a:t>11</a:t>
            </a:fld>
            <a:endParaRPr lang="en-US" dirty="0"/>
          </a:p>
        </p:txBody>
      </p:sp>
      <p:sp>
        <p:nvSpPr>
          <p:cNvPr id="8" name="Title 7">
            <a:extLst>
              <a:ext uri="{FF2B5EF4-FFF2-40B4-BE49-F238E27FC236}">
                <a16:creationId xmlns:a16="http://schemas.microsoft.com/office/drawing/2014/main" id="{5C4E35F6-1E2F-982D-A749-6128D1FAC48D}"/>
              </a:ext>
            </a:extLst>
          </p:cNvPr>
          <p:cNvSpPr>
            <a:spLocks noGrp="1"/>
          </p:cNvSpPr>
          <p:nvPr>
            <p:ph type="title"/>
          </p:nvPr>
        </p:nvSpPr>
        <p:spPr/>
        <p:txBody>
          <a:bodyPr/>
          <a:lstStyle/>
          <a:p>
            <a:r>
              <a:rPr lang="en-US" dirty="0"/>
              <a:t>Few-Shot (multi-shot) Prompting</a:t>
            </a:r>
          </a:p>
        </p:txBody>
      </p:sp>
      <p:sp>
        <p:nvSpPr>
          <p:cNvPr id="3" name="Content Placeholder 2">
            <a:extLst>
              <a:ext uri="{FF2B5EF4-FFF2-40B4-BE49-F238E27FC236}">
                <a16:creationId xmlns:a16="http://schemas.microsoft.com/office/drawing/2014/main" id="{0A27E277-26C2-5866-DCA1-C5686DE77650}"/>
              </a:ext>
            </a:extLst>
          </p:cNvPr>
          <p:cNvSpPr>
            <a:spLocks noGrp="1"/>
          </p:cNvSpPr>
          <p:nvPr>
            <p:ph idx="1"/>
          </p:nvPr>
        </p:nvSpPr>
        <p:spPr>
          <a:xfrm>
            <a:off x="380010" y="1317800"/>
            <a:ext cx="8383980" cy="5411037"/>
          </a:xfrm>
        </p:spPr>
        <p:txBody>
          <a:bodyPr>
            <a:normAutofit fontScale="77500" lnSpcReduction="20000"/>
          </a:bodyPr>
          <a:lstStyle/>
          <a:p>
            <a:r>
              <a:rPr lang="en-US" b="1" dirty="0"/>
              <a:t>One-shot (single-shot) prompting</a:t>
            </a:r>
            <a:r>
              <a:rPr lang="en-US" dirty="0"/>
              <a:t>: providing one example of the desired input/output patterns in the prompt</a:t>
            </a:r>
          </a:p>
          <a:p>
            <a:r>
              <a:rPr lang="en-US" b="1" dirty="0"/>
              <a:t>Multi-shot prompting</a:t>
            </a:r>
            <a:r>
              <a:rPr lang="en-US" dirty="0"/>
              <a:t>: providing multiple examples (2+) of a desired pattern within the prompt</a:t>
            </a:r>
          </a:p>
          <a:p>
            <a:pPr lvl="1"/>
            <a:r>
              <a:rPr lang="en-US" dirty="0"/>
              <a:t>More examples establish the format, tone, or reasoning style expected.</a:t>
            </a:r>
          </a:p>
          <a:p>
            <a:pPr lvl="1"/>
            <a:r>
              <a:rPr lang="en-US" b="1" dirty="0"/>
              <a:t>Few-shot</a:t>
            </a:r>
            <a:r>
              <a:rPr lang="en-US" dirty="0"/>
              <a:t> (typically 2-5 examples)</a:t>
            </a:r>
          </a:p>
          <a:p>
            <a:pPr lvl="1"/>
            <a:r>
              <a:rPr lang="en-US" b="1" dirty="0"/>
              <a:t>Many-shot</a:t>
            </a:r>
            <a:r>
              <a:rPr lang="en-US" dirty="0"/>
              <a:t> (6+ examples)</a:t>
            </a:r>
          </a:p>
          <a:p>
            <a:r>
              <a:rPr lang="en-US" dirty="0"/>
              <a:t>Examples help reduce ambiguity about the exact expectations desired.</a:t>
            </a:r>
          </a:p>
          <a:p>
            <a:r>
              <a:rPr lang="en-US" dirty="0"/>
              <a:t>Example quality matters!</a:t>
            </a:r>
          </a:p>
          <a:p>
            <a:pPr lvl="1"/>
            <a:r>
              <a:rPr lang="en-US" dirty="0"/>
              <a:t>A small number of well-chosen, representative examples often outperforms a larger number of similar or redundant ones</a:t>
            </a:r>
          </a:p>
          <a:p>
            <a:r>
              <a:rPr lang="en-US" dirty="0"/>
              <a:t>Multi-shot prompting is usually worth the effort for:</a:t>
            </a:r>
          </a:p>
          <a:p>
            <a:pPr lvl="1"/>
            <a:r>
              <a:rPr lang="en-US" dirty="0"/>
              <a:t>unusual or highly specific formats</a:t>
            </a:r>
          </a:p>
          <a:p>
            <a:pPr lvl="1"/>
            <a:r>
              <a:rPr lang="en-US" dirty="0"/>
              <a:t>domain-specific classification schemes</a:t>
            </a:r>
          </a:p>
          <a:p>
            <a:pPr lvl="1"/>
            <a:r>
              <a:rPr lang="en-US" dirty="0"/>
              <a:t>Tasks with subtle edge cases</a:t>
            </a:r>
          </a:p>
          <a:p>
            <a:pPr lvl="1"/>
            <a:r>
              <a:rPr lang="en-US" dirty="0"/>
              <a:t>Anywhere consistency across many requests is vital</a:t>
            </a:r>
          </a:p>
        </p:txBody>
      </p:sp>
    </p:spTree>
    <p:extLst>
      <p:ext uri="{BB962C8B-B14F-4D97-AF65-F5344CB8AC3E}">
        <p14:creationId xmlns:p14="http://schemas.microsoft.com/office/powerpoint/2010/main" val="1864676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3">
                                            <p:txEl>
                                              <p:pRg st="6" end="6"/>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8" end="8"/>
                                            </p:txEl>
                                          </p:spTgt>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3">
                                            <p:txEl>
                                              <p:pRg st="9" end="9"/>
                                            </p:txEl>
                                          </p:spTgt>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3">
                                            <p:txEl>
                                              <p:pRg st="10" end="10"/>
                                            </p:txEl>
                                          </p:spTgt>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3">
                                            <p:txEl>
                                              <p:pRg st="11" end="11"/>
                                            </p:txEl>
                                          </p:spTgt>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3">
                                            <p:txEl>
                                              <p:pRg st="12" end="1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6099EA-7669-073D-6BB8-43824DDDA696}"/>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CB7E56D-85B5-EA5D-3081-3ECBC6D24978}"/>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38554" y="2755763"/>
            <a:ext cx="7666892" cy="3607949"/>
          </a:xfrm>
          <a:prstGeom prst="rect">
            <a:avLst/>
          </a:prstGeom>
        </p:spPr>
      </p:pic>
      <p:sp>
        <p:nvSpPr>
          <p:cNvPr id="4" name="Slide Number Placeholder 3">
            <a:extLst>
              <a:ext uri="{FF2B5EF4-FFF2-40B4-BE49-F238E27FC236}">
                <a16:creationId xmlns:a16="http://schemas.microsoft.com/office/drawing/2014/main" id="{CFA82A58-C8BC-96D6-7A7B-E852C1FBC9B0}"/>
              </a:ext>
            </a:extLst>
          </p:cNvPr>
          <p:cNvSpPr>
            <a:spLocks noGrp="1"/>
          </p:cNvSpPr>
          <p:nvPr>
            <p:ph type="sldNum" sz="quarter" idx="12"/>
          </p:nvPr>
        </p:nvSpPr>
        <p:spPr/>
        <p:txBody>
          <a:bodyPr/>
          <a:lstStyle/>
          <a:p>
            <a:fld id="{F6728BC2-ACA3-447C-A909-F3F49211C066}" type="slidenum">
              <a:rPr lang="en-US" smtClean="0"/>
              <a:pPr/>
              <a:t>12</a:t>
            </a:fld>
            <a:endParaRPr lang="en-US" dirty="0"/>
          </a:p>
        </p:txBody>
      </p:sp>
      <p:sp>
        <p:nvSpPr>
          <p:cNvPr id="8" name="Title 7">
            <a:extLst>
              <a:ext uri="{FF2B5EF4-FFF2-40B4-BE49-F238E27FC236}">
                <a16:creationId xmlns:a16="http://schemas.microsoft.com/office/drawing/2014/main" id="{31761CE3-DA6B-11F8-6F05-FE891B3A67D5}"/>
              </a:ext>
            </a:extLst>
          </p:cNvPr>
          <p:cNvSpPr>
            <a:spLocks noGrp="1"/>
          </p:cNvSpPr>
          <p:nvPr>
            <p:ph type="title"/>
          </p:nvPr>
        </p:nvSpPr>
        <p:spPr/>
        <p:txBody>
          <a:bodyPr/>
          <a:lstStyle/>
          <a:p>
            <a:r>
              <a:rPr lang="en-US" dirty="0"/>
              <a:t>Few-Shot (multi-shot) Prompting</a:t>
            </a:r>
          </a:p>
        </p:txBody>
      </p:sp>
      <p:sp>
        <p:nvSpPr>
          <p:cNvPr id="3" name="Content Placeholder 2">
            <a:extLst>
              <a:ext uri="{FF2B5EF4-FFF2-40B4-BE49-F238E27FC236}">
                <a16:creationId xmlns:a16="http://schemas.microsoft.com/office/drawing/2014/main" id="{E7926FD9-CB81-1897-8641-DA047CF87221}"/>
              </a:ext>
            </a:extLst>
          </p:cNvPr>
          <p:cNvSpPr>
            <a:spLocks noGrp="1"/>
          </p:cNvSpPr>
          <p:nvPr>
            <p:ph idx="1"/>
          </p:nvPr>
        </p:nvSpPr>
        <p:spPr>
          <a:xfrm>
            <a:off x="380010" y="1481446"/>
            <a:ext cx="8383980" cy="1623495"/>
          </a:xfrm>
        </p:spPr>
        <p:txBody>
          <a:bodyPr>
            <a:normAutofit fontScale="92500" lnSpcReduction="10000"/>
          </a:bodyPr>
          <a:lstStyle/>
          <a:p>
            <a:r>
              <a:rPr lang="en-US" dirty="0"/>
              <a:t>Keep in mind, all examples and instructions are given the same, single prompt.</a:t>
            </a:r>
          </a:p>
          <a:p>
            <a:r>
              <a:rPr lang="en-US" dirty="0"/>
              <a:t>Zero-shot vs Multi-shot prompting is a trade-off of cost, speed, accuracy and complexity</a:t>
            </a:r>
          </a:p>
        </p:txBody>
      </p:sp>
    </p:spTree>
    <p:extLst>
      <p:ext uri="{BB962C8B-B14F-4D97-AF65-F5344CB8AC3E}">
        <p14:creationId xmlns:p14="http://schemas.microsoft.com/office/powerpoint/2010/main" val="16481606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B29796-8279-3FA0-7A15-2579CC7D5524}"/>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DFA66DF0-0B38-2D9B-7ED6-1EDBA77E3A9C}"/>
              </a:ext>
            </a:extLst>
          </p:cNvPr>
          <p:cNvSpPr>
            <a:spLocks noGrp="1"/>
          </p:cNvSpPr>
          <p:nvPr>
            <p:ph type="sldNum" idx="12"/>
          </p:nvPr>
        </p:nvSpPr>
        <p:spPr>
          <a:xfrm>
            <a:off x="8122757" y="6363712"/>
            <a:ext cx="861671" cy="365125"/>
          </a:xfrm>
        </p:spPr>
        <p:txBody>
          <a:bodyPr spcFirstLastPara="1" wrap="square" lIns="91425" tIns="45700" rIns="91425" bIns="45700" anchor="ctr" anchorCtr="0">
            <a:normAutofit/>
          </a:bodyPr>
          <a:lstStyle/>
          <a:p>
            <a:pPr>
              <a:spcAft>
                <a:spcPts val="600"/>
              </a:spcAft>
            </a:pPr>
            <a:fld id="{00000000-1234-1234-1234-123412341234}" type="slidenum">
              <a:rPr lang="en-US" smtClean="0"/>
              <a:pPr>
                <a:spcAft>
                  <a:spcPts val="600"/>
                </a:spcAft>
              </a:pPr>
              <a:t>13</a:t>
            </a:fld>
            <a:endParaRPr lang="en-US"/>
          </a:p>
        </p:txBody>
      </p:sp>
      <p:sp>
        <p:nvSpPr>
          <p:cNvPr id="4" name="Google Shape;212;p15">
            <a:extLst>
              <a:ext uri="{FF2B5EF4-FFF2-40B4-BE49-F238E27FC236}">
                <a16:creationId xmlns:a16="http://schemas.microsoft.com/office/drawing/2014/main" id="{70F3195E-3DB3-99E2-4703-3725D9C582E8}"/>
              </a:ext>
            </a:extLst>
          </p:cNvPr>
          <p:cNvSpPr txBox="1">
            <a:spLocks/>
          </p:cNvSpPr>
          <p:nvPr/>
        </p:nvSpPr>
        <p:spPr>
          <a:xfrm>
            <a:off x="157163" y="2493034"/>
            <a:ext cx="8826500" cy="3591854"/>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457200" indent="-228600" algn="ctr">
              <a:spcBef>
                <a:spcPts val="560"/>
              </a:spcBef>
              <a:buClr>
                <a:schemeClr val="accent1"/>
              </a:buClr>
              <a:buSzPts val="2800"/>
            </a:pPr>
            <a:r>
              <a:rPr lang="en-US" sz="4000" b="0" i="0" u="none" strike="noStrike" cap="none" dirty="0">
                <a:solidFill>
                  <a:schemeClr val="dk2"/>
                </a:solidFill>
                <a:latin typeface="Arial"/>
                <a:ea typeface="Arial"/>
                <a:cs typeface="Arial"/>
                <a:sym typeface="Arial"/>
              </a:rPr>
              <a:t>Chain of Thought Prompting</a:t>
            </a:r>
          </a:p>
        </p:txBody>
      </p:sp>
      <p:pic>
        <p:nvPicPr>
          <p:cNvPr id="6" name="Picture 5">
            <a:extLst>
              <a:ext uri="{FF2B5EF4-FFF2-40B4-BE49-F238E27FC236}">
                <a16:creationId xmlns:a16="http://schemas.microsoft.com/office/drawing/2014/main" id="{C2B99634-1825-5BB8-B1B3-86190A633986}"/>
              </a:ext>
            </a:extLst>
          </p:cNvPr>
          <p:cNvPicPr>
            <a:picLocks noChangeAspect="1"/>
          </p:cNvPicPr>
          <p:nvPr/>
        </p:nvPicPr>
        <p:blipFill>
          <a:blip r:embed="rId2"/>
          <a:stretch>
            <a:fillRect/>
          </a:stretch>
        </p:blipFill>
        <p:spPr>
          <a:xfrm>
            <a:off x="6788472" y="0"/>
            <a:ext cx="2355528" cy="864158"/>
          </a:xfrm>
          <a:prstGeom prst="rect">
            <a:avLst/>
          </a:prstGeom>
        </p:spPr>
      </p:pic>
    </p:spTree>
    <p:extLst>
      <p:ext uri="{BB962C8B-B14F-4D97-AF65-F5344CB8AC3E}">
        <p14:creationId xmlns:p14="http://schemas.microsoft.com/office/powerpoint/2010/main" val="107453387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58EEE0-9EAF-B679-7E3E-5FEECB4832A6}"/>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99AB2EEE-0F90-5820-1B08-FF6F14A87DC7}"/>
              </a:ext>
            </a:extLst>
          </p:cNvPr>
          <p:cNvSpPr>
            <a:spLocks noGrp="1"/>
          </p:cNvSpPr>
          <p:nvPr>
            <p:ph type="sldNum" sz="quarter" idx="12"/>
          </p:nvPr>
        </p:nvSpPr>
        <p:spPr/>
        <p:txBody>
          <a:bodyPr/>
          <a:lstStyle/>
          <a:p>
            <a:fld id="{F6728BC2-ACA3-447C-A909-F3F49211C066}" type="slidenum">
              <a:rPr lang="en-US" smtClean="0"/>
              <a:pPr/>
              <a:t>14</a:t>
            </a:fld>
            <a:endParaRPr lang="en-US" dirty="0"/>
          </a:p>
        </p:txBody>
      </p:sp>
      <p:sp>
        <p:nvSpPr>
          <p:cNvPr id="8" name="Title 7">
            <a:extLst>
              <a:ext uri="{FF2B5EF4-FFF2-40B4-BE49-F238E27FC236}">
                <a16:creationId xmlns:a16="http://schemas.microsoft.com/office/drawing/2014/main" id="{5C3F49C4-830A-A572-DED1-77231A50CE4C}"/>
              </a:ext>
            </a:extLst>
          </p:cNvPr>
          <p:cNvSpPr>
            <a:spLocks noGrp="1"/>
          </p:cNvSpPr>
          <p:nvPr>
            <p:ph type="title"/>
          </p:nvPr>
        </p:nvSpPr>
        <p:spPr/>
        <p:txBody>
          <a:bodyPr/>
          <a:lstStyle/>
          <a:p>
            <a:r>
              <a:rPr lang="en-US" dirty="0"/>
              <a:t>Chain of Thought (</a:t>
            </a:r>
            <a:r>
              <a:rPr lang="en-US" dirty="0" err="1"/>
              <a:t>CoT</a:t>
            </a:r>
            <a:r>
              <a:rPr lang="en-US" dirty="0"/>
              <a:t>) Prompting</a:t>
            </a:r>
          </a:p>
        </p:txBody>
      </p:sp>
      <p:sp>
        <p:nvSpPr>
          <p:cNvPr id="3" name="Content Placeholder 2">
            <a:extLst>
              <a:ext uri="{FF2B5EF4-FFF2-40B4-BE49-F238E27FC236}">
                <a16:creationId xmlns:a16="http://schemas.microsoft.com/office/drawing/2014/main" id="{00C117CE-CBE4-B50D-C433-7B59A0619D84}"/>
              </a:ext>
            </a:extLst>
          </p:cNvPr>
          <p:cNvSpPr>
            <a:spLocks noGrp="1"/>
          </p:cNvSpPr>
          <p:nvPr>
            <p:ph idx="1"/>
          </p:nvPr>
        </p:nvSpPr>
        <p:spPr>
          <a:xfrm>
            <a:off x="380010" y="1481446"/>
            <a:ext cx="8383980" cy="4882266"/>
          </a:xfrm>
        </p:spPr>
        <p:txBody>
          <a:bodyPr>
            <a:normAutofit fontScale="92500" lnSpcReduction="20000"/>
          </a:bodyPr>
          <a:lstStyle/>
          <a:p>
            <a:r>
              <a:rPr lang="en-US" b="1" dirty="0"/>
              <a:t>Chain-of-Thought</a:t>
            </a:r>
            <a:r>
              <a:rPr lang="en-US" dirty="0"/>
              <a:t> prompting asks a model to work through intermediate reasoning steps before producing a final answer, rather than jumping directly to a conclusion</a:t>
            </a:r>
          </a:p>
          <a:p>
            <a:r>
              <a:rPr lang="en-US" dirty="0"/>
              <a:t>Generating intermediate reasoning steps gives the model an opportunity to build toward a correct answer incrementally</a:t>
            </a:r>
          </a:p>
          <a:p>
            <a:r>
              <a:rPr lang="en-US" dirty="0"/>
              <a:t>Four common variants of Chain-of-thought prompting, in increasing order of how much structure is provided</a:t>
            </a:r>
          </a:p>
          <a:p>
            <a:pPr lvl="1"/>
            <a:r>
              <a:rPr lang="en-US" dirty="0"/>
              <a:t>Generic Zero-shot </a:t>
            </a:r>
            <a:r>
              <a:rPr lang="en-US" dirty="0" err="1"/>
              <a:t>CoT</a:t>
            </a:r>
            <a:endParaRPr lang="en-US" dirty="0"/>
          </a:p>
          <a:p>
            <a:pPr lvl="1"/>
            <a:r>
              <a:rPr lang="en-US" dirty="0"/>
              <a:t>Structured (outlined) zero-shot </a:t>
            </a:r>
            <a:r>
              <a:rPr lang="en-US" dirty="0" err="1"/>
              <a:t>CoT</a:t>
            </a:r>
            <a:endParaRPr lang="en-US" dirty="0"/>
          </a:p>
          <a:p>
            <a:pPr lvl="1"/>
            <a:r>
              <a:rPr lang="en-US" dirty="0"/>
              <a:t>Few-shot </a:t>
            </a:r>
            <a:r>
              <a:rPr lang="en-US" dirty="0" err="1"/>
              <a:t>CoT</a:t>
            </a:r>
            <a:endParaRPr lang="en-US" dirty="0"/>
          </a:p>
          <a:p>
            <a:pPr lvl="1"/>
            <a:r>
              <a:rPr lang="en-US" dirty="0"/>
              <a:t>Structured (outlined) few-shot </a:t>
            </a:r>
            <a:r>
              <a:rPr lang="en-US" dirty="0" err="1"/>
              <a:t>CoT</a:t>
            </a:r>
            <a:endParaRPr lang="en-US" dirty="0"/>
          </a:p>
        </p:txBody>
      </p:sp>
    </p:spTree>
    <p:extLst>
      <p:ext uri="{BB962C8B-B14F-4D97-AF65-F5344CB8AC3E}">
        <p14:creationId xmlns:p14="http://schemas.microsoft.com/office/powerpoint/2010/main" val="36211886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1A7653-BB1F-6C86-A712-FFFFA3717738}"/>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0FFBA3C9-607D-1941-CF71-D4CD23B4E8D8}"/>
              </a:ext>
            </a:extLst>
          </p:cNvPr>
          <p:cNvSpPr>
            <a:spLocks noGrp="1"/>
          </p:cNvSpPr>
          <p:nvPr>
            <p:ph type="sldNum" sz="quarter" idx="12"/>
          </p:nvPr>
        </p:nvSpPr>
        <p:spPr/>
        <p:txBody>
          <a:bodyPr/>
          <a:lstStyle/>
          <a:p>
            <a:fld id="{F6728BC2-ACA3-447C-A909-F3F49211C066}" type="slidenum">
              <a:rPr lang="en-US" smtClean="0"/>
              <a:pPr/>
              <a:t>15</a:t>
            </a:fld>
            <a:endParaRPr lang="en-US" dirty="0"/>
          </a:p>
        </p:txBody>
      </p:sp>
      <p:sp>
        <p:nvSpPr>
          <p:cNvPr id="8" name="Title 7">
            <a:extLst>
              <a:ext uri="{FF2B5EF4-FFF2-40B4-BE49-F238E27FC236}">
                <a16:creationId xmlns:a16="http://schemas.microsoft.com/office/drawing/2014/main" id="{B6189E8F-3106-4817-8051-8CDF4F480A19}"/>
              </a:ext>
            </a:extLst>
          </p:cNvPr>
          <p:cNvSpPr>
            <a:spLocks noGrp="1"/>
          </p:cNvSpPr>
          <p:nvPr>
            <p:ph type="title"/>
          </p:nvPr>
        </p:nvSpPr>
        <p:spPr/>
        <p:txBody>
          <a:bodyPr/>
          <a:lstStyle/>
          <a:p>
            <a:r>
              <a:rPr lang="en-US" dirty="0"/>
              <a:t>Generic Zero-shot </a:t>
            </a:r>
            <a:r>
              <a:rPr lang="en-US" dirty="0" err="1"/>
              <a:t>CoT</a:t>
            </a:r>
            <a:endParaRPr lang="en-US" dirty="0"/>
          </a:p>
        </p:txBody>
      </p:sp>
      <p:sp>
        <p:nvSpPr>
          <p:cNvPr id="3" name="Content Placeholder 2">
            <a:extLst>
              <a:ext uri="{FF2B5EF4-FFF2-40B4-BE49-F238E27FC236}">
                <a16:creationId xmlns:a16="http://schemas.microsoft.com/office/drawing/2014/main" id="{032F73DA-C9D1-931A-5C3E-C803BABCA618}"/>
              </a:ext>
            </a:extLst>
          </p:cNvPr>
          <p:cNvSpPr>
            <a:spLocks noGrp="1"/>
          </p:cNvSpPr>
          <p:nvPr>
            <p:ph idx="1"/>
          </p:nvPr>
        </p:nvSpPr>
        <p:spPr>
          <a:xfrm>
            <a:off x="380010" y="1481445"/>
            <a:ext cx="8383980" cy="5247391"/>
          </a:xfrm>
        </p:spPr>
        <p:txBody>
          <a:bodyPr>
            <a:normAutofit fontScale="77500" lnSpcReduction="20000"/>
          </a:bodyPr>
          <a:lstStyle/>
          <a:p>
            <a:r>
              <a:rPr lang="en-US" b="1" dirty="0"/>
              <a:t>Generic Zero-shot </a:t>
            </a:r>
            <a:r>
              <a:rPr lang="en-US" b="1" dirty="0" err="1"/>
              <a:t>CoT</a:t>
            </a:r>
            <a:r>
              <a:rPr lang="en-US" dirty="0"/>
              <a:t>: instructing the model to reason step-by-step, without specifying what the steps are or providing examples:</a:t>
            </a:r>
          </a:p>
          <a:p>
            <a:pPr lvl="1"/>
            <a:r>
              <a:rPr lang="en-US" i="1" dirty="0"/>
              <a:t>“Solve this math word problem. Think through it step-by-step before giving your final answer</a:t>
            </a:r>
            <a:r>
              <a:rPr lang="en-US" dirty="0"/>
              <a:t>”</a:t>
            </a:r>
          </a:p>
          <a:p>
            <a:r>
              <a:rPr lang="en-US" dirty="0"/>
              <a:t>The model must </a:t>
            </a:r>
            <a:r>
              <a:rPr lang="en-US" b="1" i="1" dirty="0"/>
              <a:t>execute</a:t>
            </a:r>
            <a:r>
              <a:rPr lang="en-US" dirty="0"/>
              <a:t> multiple steps, and </a:t>
            </a:r>
            <a:r>
              <a:rPr lang="en-US" b="1" i="1" dirty="0"/>
              <a:t>decide</a:t>
            </a:r>
            <a:r>
              <a:rPr lang="en-US" dirty="0"/>
              <a:t> what those steps should be (this can vary by model training and the task in question)</a:t>
            </a:r>
          </a:p>
          <a:p>
            <a:r>
              <a:rPr lang="en-US" dirty="0"/>
              <a:t>This type of </a:t>
            </a:r>
            <a:r>
              <a:rPr lang="en-US" dirty="0" err="1"/>
              <a:t>CoT</a:t>
            </a:r>
            <a:r>
              <a:rPr lang="en-US" dirty="0"/>
              <a:t> prompt is the fastest to write, and incurs the lowest token cost.</a:t>
            </a:r>
          </a:p>
          <a:p>
            <a:r>
              <a:rPr lang="en-US" dirty="0"/>
              <a:t>Flexible across varied inputs.</a:t>
            </a:r>
          </a:p>
          <a:p>
            <a:r>
              <a:rPr lang="en-US" dirty="0"/>
              <a:t>Works well for common tasks.</a:t>
            </a:r>
          </a:p>
          <a:p>
            <a:r>
              <a:rPr lang="en-US" dirty="0"/>
              <a:t>Some AI models have a built-in ‘reasoning’ feature that may be activated which automatically enables a ‘planning’ or ‘thinking’ phase for any prompt provided.</a:t>
            </a:r>
          </a:p>
          <a:p>
            <a:r>
              <a:rPr lang="en-US" dirty="0"/>
              <a:t>By including </a:t>
            </a:r>
            <a:r>
              <a:rPr lang="en-US" dirty="0" err="1"/>
              <a:t>CoT</a:t>
            </a:r>
            <a:r>
              <a:rPr lang="en-US" dirty="0"/>
              <a:t> in your prompt, you control when the AI should or should not spend more time/resources thinking.</a:t>
            </a:r>
          </a:p>
        </p:txBody>
      </p:sp>
    </p:spTree>
    <p:extLst>
      <p:ext uri="{BB962C8B-B14F-4D97-AF65-F5344CB8AC3E}">
        <p14:creationId xmlns:p14="http://schemas.microsoft.com/office/powerpoint/2010/main" val="7865590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4AD18E-0B87-8D7B-0ADB-EEA995338A6F}"/>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E3544134-530C-583D-0C7E-921F2906833E}"/>
              </a:ext>
            </a:extLst>
          </p:cNvPr>
          <p:cNvSpPr>
            <a:spLocks noGrp="1"/>
          </p:cNvSpPr>
          <p:nvPr>
            <p:ph type="sldNum" sz="quarter" idx="12"/>
          </p:nvPr>
        </p:nvSpPr>
        <p:spPr/>
        <p:txBody>
          <a:bodyPr/>
          <a:lstStyle/>
          <a:p>
            <a:fld id="{F6728BC2-ACA3-447C-A909-F3F49211C066}" type="slidenum">
              <a:rPr lang="en-US" smtClean="0"/>
              <a:pPr/>
              <a:t>16</a:t>
            </a:fld>
            <a:endParaRPr lang="en-US" dirty="0"/>
          </a:p>
        </p:txBody>
      </p:sp>
      <p:sp>
        <p:nvSpPr>
          <p:cNvPr id="8" name="Title 7">
            <a:extLst>
              <a:ext uri="{FF2B5EF4-FFF2-40B4-BE49-F238E27FC236}">
                <a16:creationId xmlns:a16="http://schemas.microsoft.com/office/drawing/2014/main" id="{3B8DCEB3-26B5-6B18-F25E-DEC9423DF587}"/>
              </a:ext>
            </a:extLst>
          </p:cNvPr>
          <p:cNvSpPr>
            <a:spLocks noGrp="1"/>
          </p:cNvSpPr>
          <p:nvPr>
            <p:ph type="title"/>
          </p:nvPr>
        </p:nvSpPr>
        <p:spPr/>
        <p:txBody>
          <a:bodyPr/>
          <a:lstStyle/>
          <a:p>
            <a:r>
              <a:rPr lang="en-US" dirty="0"/>
              <a:t>Structured Zero-shot </a:t>
            </a:r>
            <a:r>
              <a:rPr lang="en-US" dirty="0" err="1"/>
              <a:t>CoT</a:t>
            </a:r>
            <a:endParaRPr lang="en-US" dirty="0"/>
          </a:p>
        </p:txBody>
      </p:sp>
      <p:sp>
        <p:nvSpPr>
          <p:cNvPr id="3" name="Content Placeholder 2">
            <a:extLst>
              <a:ext uri="{FF2B5EF4-FFF2-40B4-BE49-F238E27FC236}">
                <a16:creationId xmlns:a16="http://schemas.microsoft.com/office/drawing/2014/main" id="{A956E376-6A6C-8FA5-DA33-92714DC6FA32}"/>
              </a:ext>
            </a:extLst>
          </p:cNvPr>
          <p:cNvSpPr>
            <a:spLocks noGrp="1"/>
          </p:cNvSpPr>
          <p:nvPr>
            <p:ph idx="1"/>
          </p:nvPr>
        </p:nvSpPr>
        <p:spPr>
          <a:xfrm>
            <a:off x="380010" y="1481446"/>
            <a:ext cx="8383980" cy="4882266"/>
          </a:xfrm>
        </p:spPr>
        <p:txBody>
          <a:bodyPr>
            <a:normAutofit fontScale="85000" lnSpcReduction="20000"/>
          </a:bodyPr>
          <a:lstStyle/>
          <a:p>
            <a:r>
              <a:rPr lang="en-US" b="1" dirty="0"/>
              <a:t>Structured (outlined) zero-shot </a:t>
            </a:r>
            <a:r>
              <a:rPr lang="en-US" b="1" dirty="0" err="1"/>
              <a:t>CoT</a:t>
            </a:r>
            <a:r>
              <a:rPr lang="en-US" dirty="0"/>
              <a:t>: Explicitly prescribing the specific steps the model should follow.</a:t>
            </a:r>
          </a:p>
          <a:p>
            <a:r>
              <a:rPr lang="en-US" dirty="0"/>
              <a:t>The model must still </a:t>
            </a:r>
            <a:r>
              <a:rPr lang="en-US" b="1" i="1" dirty="0"/>
              <a:t>execute</a:t>
            </a:r>
            <a:r>
              <a:rPr lang="en-US" i="1" dirty="0"/>
              <a:t> </a:t>
            </a:r>
            <a:r>
              <a:rPr lang="en-US" dirty="0"/>
              <a:t>each step; but </a:t>
            </a:r>
            <a:r>
              <a:rPr lang="en-US" b="1" i="1" dirty="0"/>
              <a:t>doesn’t</a:t>
            </a:r>
            <a:r>
              <a:rPr lang="en-US" b="1" dirty="0"/>
              <a:t> also have to </a:t>
            </a:r>
            <a:r>
              <a:rPr lang="en-US" b="1" i="1" dirty="0"/>
              <a:t>decide</a:t>
            </a:r>
            <a:r>
              <a:rPr lang="en-US" dirty="0"/>
              <a:t> what the steps are.</a:t>
            </a:r>
          </a:p>
          <a:p>
            <a:pPr lvl="1"/>
            <a:r>
              <a:rPr lang="en-US" dirty="0"/>
              <a:t>“Provide a thorough analysis of each student’s written report. First, read and understand the full report context. Then check all cited sources and compare them against the report details, making note of inconsistencies or conclusions not supported by the evidence, next provide a grade rating for the report. Finally, provide reasoning which supports the grade given.”</a:t>
            </a:r>
          </a:p>
          <a:p>
            <a:r>
              <a:rPr lang="en-US" dirty="0"/>
              <a:t>Structured </a:t>
            </a:r>
            <a:r>
              <a:rPr lang="en-US" dirty="0" err="1"/>
              <a:t>CoT</a:t>
            </a:r>
            <a:r>
              <a:rPr lang="en-US" dirty="0"/>
              <a:t> is a good fit when you have domain expertise about the “right” reasoning process for a task (rubrics, checklists, a required order of operations).</a:t>
            </a:r>
          </a:p>
          <a:p>
            <a:r>
              <a:rPr lang="en-US" dirty="0"/>
              <a:t>Allows you to dictate the specific process the model should follow.</a:t>
            </a:r>
          </a:p>
          <a:p>
            <a:r>
              <a:rPr lang="en-US" dirty="0"/>
              <a:t>Also improves consistency across many similar requests.</a:t>
            </a:r>
          </a:p>
        </p:txBody>
      </p:sp>
    </p:spTree>
    <p:extLst>
      <p:ext uri="{BB962C8B-B14F-4D97-AF65-F5344CB8AC3E}">
        <p14:creationId xmlns:p14="http://schemas.microsoft.com/office/powerpoint/2010/main" val="20865760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821BCC-CA0D-7999-7DA8-8D7351F4E0FC}"/>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DF915D89-EB6B-F51A-09E3-C285C76C34F9}"/>
              </a:ext>
            </a:extLst>
          </p:cNvPr>
          <p:cNvSpPr>
            <a:spLocks noGrp="1"/>
          </p:cNvSpPr>
          <p:nvPr>
            <p:ph type="sldNum" sz="quarter" idx="12"/>
          </p:nvPr>
        </p:nvSpPr>
        <p:spPr/>
        <p:txBody>
          <a:bodyPr/>
          <a:lstStyle/>
          <a:p>
            <a:fld id="{F6728BC2-ACA3-447C-A909-F3F49211C066}" type="slidenum">
              <a:rPr lang="en-US" smtClean="0"/>
              <a:pPr/>
              <a:t>17</a:t>
            </a:fld>
            <a:endParaRPr lang="en-US" dirty="0"/>
          </a:p>
        </p:txBody>
      </p:sp>
      <p:sp>
        <p:nvSpPr>
          <p:cNvPr id="8" name="Title 7">
            <a:extLst>
              <a:ext uri="{FF2B5EF4-FFF2-40B4-BE49-F238E27FC236}">
                <a16:creationId xmlns:a16="http://schemas.microsoft.com/office/drawing/2014/main" id="{B7C62DBE-1753-7007-68E4-C6A010761E41}"/>
              </a:ext>
            </a:extLst>
          </p:cNvPr>
          <p:cNvSpPr>
            <a:spLocks noGrp="1"/>
          </p:cNvSpPr>
          <p:nvPr>
            <p:ph type="title"/>
          </p:nvPr>
        </p:nvSpPr>
        <p:spPr/>
        <p:txBody>
          <a:bodyPr/>
          <a:lstStyle/>
          <a:p>
            <a:r>
              <a:rPr lang="en-US" dirty="0"/>
              <a:t>Few-shot </a:t>
            </a:r>
            <a:r>
              <a:rPr lang="en-US" dirty="0" err="1"/>
              <a:t>CoT</a:t>
            </a:r>
            <a:endParaRPr lang="en-US" dirty="0"/>
          </a:p>
        </p:txBody>
      </p:sp>
      <p:sp>
        <p:nvSpPr>
          <p:cNvPr id="3" name="Content Placeholder 2">
            <a:extLst>
              <a:ext uri="{FF2B5EF4-FFF2-40B4-BE49-F238E27FC236}">
                <a16:creationId xmlns:a16="http://schemas.microsoft.com/office/drawing/2014/main" id="{988AD985-BB68-F469-A229-BFA76FA2F8FA}"/>
              </a:ext>
            </a:extLst>
          </p:cNvPr>
          <p:cNvSpPr>
            <a:spLocks noGrp="1"/>
          </p:cNvSpPr>
          <p:nvPr>
            <p:ph idx="1"/>
          </p:nvPr>
        </p:nvSpPr>
        <p:spPr>
          <a:xfrm>
            <a:off x="380010" y="1481446"/>
            <a:ext cx="8383980" cy="4882266"/>
          </a:xfrm>
        </p:spPr>
        <p:txBody>
          <a:bodyPr>
            <a:normAutofit fontScale="92500" lnSpcReduction="20000"/>
          </a:bodyPr>
          <a:lstStyle/>
          <a:p>
            <a:r>
              <a:rPr lang="en-US" b="1" dirty="0"/>
              <a:t>Few-shot </a:t>
            </a:r>
            <a:r>
              <a:rPr lang="en-US" b="1" dirty="0" err="1"/>
              <a:t>CoT</a:t>
            </a:r>
            <a:r>
              <a:rPr lang="en-US" dirty="0"/>
              <a:t>: Providing one or more worked examples that demonstrate the full reasoning process, not just the final answer</a:t>
            </a:r>
          </a:p>
          <a:p>
            <a:pPr lvl="1"/>
            <a:r>
              <a:rPr lang="en-US" dirty="0"/>
              <a:t>“Grade the following student report using the process show below: Example [Worked example showing full step-by-step reasoning and final grade]. Now apply the same process to this report: [new report]”</a:t>
            </a:r>
          </a:p>
          <a:p>
            <a:r>
              <a:rPr lang="en-US" dirty="0"/>
              <a:t>The model must </a:t>
            </a:r>
            <a:r>
              <a:rPr lang="en-US" b="1" i="1" dirty="0"/>
              <a:t>infer</a:t>
            </a:r>
            <a:r>
              <a:rPr lang="en-US" i="1" dirty="0"/>
              <a:t> </a:t>
            </a:r>
            <a:r>
              <a:rPr lang="en-US" dirty="0"/>
              <a:t>steps based on the given examples</a:t>
            </a:r>
          </a:p>
          <a:p>
            <a:r>
              <a:rPr lang="en-US" dirty="0"/>
              <a:t>Demonstrates reasoning for task, as well as expected style, format and tone.</a:t>
            </a:r>
          </a:p>
          <a:p>
            <a:r>
              <a:rPr lang="en-US" dirty="0"/>
              <a:t>Effective for nuanced tasks where instructions can’t fully capture expectations.</a:t>
            </a:r>
          </a:p>
          <a:p>
            <a:r>
              <a:rPr lang="en-US" dirty="0"/>
              <a:t>Model closely mimics the example</a:t>
            </a:r>
          </a:p>
          <a:p>
            <a:endParaRPr lang="en-US" dirty="0"/>
          </a:p>
        </p:txBody>
      </p:sp>
    </p:spTree>
    <p:extLst>
      <p:ext uri="{BB962C8B-B14F-4D97-AF65-F5344CB8AC3E}">
        <p14:creationId xmlns:p14="http://schemas.microsoft.com/office/powerpoint/2010/main" val="40441187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E077E9-CD51-07D4-BECE-0866C34D7CB3}"/>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015FAA99-9188-D4AA-E29E-CB9D3F1AA85F}"/>
              </a:ext>
            </a:extLst>
          </p:cNvPr>
          <p:cNvSpPr>
            <a:spLocks noGrp="1"/>
          </p:cNvSpPr>
          <p:nvPr>
            <p:ph type="sldNum" sz="quarter" idx="12"/>
          </p:nvPr>
        </p:nvSpPr>
        <p:spPr/>
        <p:txBody>
          <a:bodyPr/>
          <a:lstStyle/>
          <a:p>
            <a:fld id="{F6728BC2-ACA3-447C-A909-F3F49211C066}" type="slidenum">
              <a:rPr lang="en-US" smtClean="0"/>
              <a:pPr/>
              <a:t>18</a:t>
            </a:fld>
            <a:endParaRPr lang="en-US" dirty="0"/>
          </a:p>
        </p:txBody>
      </p:sp>
      <p:sp>
        <p:nvSpPr>
          <p:cNvPr id="8" name="Title 7">
            <a:extLst>
              <a:ext uri="{FF2B5EF4-FFF2-40B4-BE49-F238E27FC236}">
                <a16:creationId xmlns:a16="http://schemas.microsoft.com/office/drawing/2014/main" id="{CAC7D506-CF82-1389-168A-AF720676F675}"/>
              </a:ext>
            </a:extLst>
          </p:cNvPr>
          <p:cNvSpPr>
            <a:spLocks noGrp="1"/>
          </p:cNvSpPr>
          <p:nvPr>
            <p:ph type="title"/>
          </p:nvPr>
        </p:nvSpPr>
        <p:spPr/>
        <p:txBody>
          <a:bodyPr/>
          <a:lstStyle/>
          <a:p>
            <a:r>
              <a:rPr lang="en-US" dirty="0"/>
              <a:t>Structured Few-shot </a:t>
            </a:r>
            <a:r>
              <a:rPr lang="en-US" dirty="0" err="1"/>
              <a:t>CoT</a:t>
            </a:r>
            <a:endParaRPr lang="en-US" dirty="0"/>
          </a:p>
        </p:txBody>
      </p:sp>
      <p:sp>
        <p:nvSpPr>
          <p:cNvPr id="3" name="Content Placeholder 2">
            <a:extLst>
              <a:ext uri="{FF2B5EF4-FFF2-40B4-BE49-F238E27FC236}">
                <a16:creationId xmlns:a16="http://schemas.microsoft.com/office/drawing/2014/main" id="{A0303428-BC0A-4CFD-2D8C-3E90C7F20B0D}"/>
              </a:ext>
            </a:extLst>
          </p:cNvPr>
          <p:cNvSpPr>
            <a:spLocks noGrp="1"/>
          </p:cNvSpPr>
          <p:nvPr>
            <p:ph idx="1"/>
          </p:nvPr>
        </p:nvSpPr>
        <p:spPr>
          <a:xfrm>
            <a:off x="380010" y="1481446"/>
            <a:ext cx="8383980" cy="4882266"/>
          </a:xfrm>
        </p:spPr>
        <p:txBody>
          <a:bodyPr>
            <a:normAutofit fontScale="92500" lnSpcReduction="10000"/>
          </a:bodyPr>
          <a:lstStyle/>
          <a:p>
            <a:r>
              <a:rPr lang="en-US" b="1" dirty="0"/>
              <a:t>Structured (outlined) few-shot </a:t>
            </a:r>
            <a:r>
              <a:rPr lang="en-US" b="1" dirty="0" err="1"/>
              <a:t>CoT</a:t>
            </a:r>
            <a:r>
              <a:rPr lang="en-US" dirty="0"/>
              <a:t>: combines an explicit outline of steps </a:t>
            </a:r>
            <a:r>
              <a:rPr lang="en-US" i="1" dirty="0"/>
              <a:t>plus</a:t>
            </a:r>
            <a:r>
              <a:rPr lang="en-US" dirty="0"/>
              <a:t> a worked example that shows the exact outline.</a:t>
            </a:r>
          </a:p>
          <a:p>
            <a:pPr lvl="1"/>
            <a:r>
              <a:rPr lang="en-US" dirty="0"/>
              <a:t>“Grade each reporting using this process: 1) read for context. 2) check cited sources, 3) assign a grade, 4) justify the grade given. Here is a worked example showing the process: [worked example]. Now apply the same process to the attached report.”</a:t>
            </a:r>
          </a:p>
          <a:p>
            <a:r>
              <a:rPr lang="en-US" dirty="0"/>
              <a:t>Model is given clear expectations for what steps should be taken, and the expected format given those steps.</a:t>
            </a:r>
          </a:p>
          <a:p>
            <a:r>
              <a:rPr lang="en-US" dirty="0"/>
              <a:t>Highest reliability and consistency.</a:t>
            </a:r>
          </a:p>
          <a:p>
            <a:r>
              <a:rPr lang="en-US" dirty="0"/>
              <a:t>Highest token cost and prompt length.</a:t>
            </a:r>
          </a:p>
        </p:txBody>
      </p:sp>
    </p:spTree>
    <p:extLst>
      <p:ext uri="{BB962C8B-B14F-4D97-AF65-F5344CB8AC3E}">
        <p14:creationId xmlns:p14="http://schemas.microsoft.com/office/powerpoint/2010/main" val="8102872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6AEA5A-6194-619A-9D61-C19BA2EB4510}"/>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4D078DE4-0BD6-F623-69F1-97F555E3D5DA}"/>
              </a:ext>
            </a:extLst>
          </p:cNvPr>
          <p:cNvSpPr>
            <a:spLocks noGrp="1"/>
          </p:cNvSpPr>
          <p:nvPr>
            <p:ph type="sldNum" sz="quarter" idx="12"/>
          </p:nvPr>
        </p:nvSpPr>
        <p:spPr/>
        <p:txBody>
          <a:bodyPr/>
          <a:lstStyle/>
          <a:p>
            <a:fld id="{F6728BC2-ACA3-447C-A909-F3F49211C066}" type="slidenum">
              <a:rPr lang="en-US" smtClean="0"/>
              <a:pPr/>
              <a:t>19</a:t>
            </a:fld>
            <a:endParaRPr lang="en-US" dirty="0"/>
          </a:p>
        </p:txBody>
      </p:sp>
      <p:sp>
        <p:nvSpPr>
          <p:cNvPr id="8" name="Title 7">
            <a:extLst>
              <a:ext uri="{FF2B5EF4-FFF2-40B4-BE49-F238E27FC236}">
                <a16:creationId xmlns:a16="http://schemas.microsoft.com/office/drawing/2014/main" id="{5C164F8E-A240-024B-B4EA-102235F707E1}"/>
              </a:ext>
            </a:extLst>
          </p:cNvPr>
          <p:cNvSpPr>
            <a:spLocks noGrp="1"/>
          </p:cNvSpPr>
          <p:nvPr>
            <p:ph type="title"/>
          </p:nvPr>
        </p:nvSpPr>
        <p:spPr/>
        <p:txBody>
          <a:bodyPr/>
          <a:lstStyle/>
          <a:p>
            <a:r>
              <a:rPr lang="en-US" dirty="0"/>
              <a:t>Chain-of-thought Comparisons</a:t>
            </a:r>
          </a:p>
        </p:txBody>
      </p:sp>
      <p:graphicFrame>
        <p:nvGraphicFramePr>
          <p:cNvPr id="2" name="Table 1">
            <a:extLst>
              <a:ext uri="{FF2B5EF4-FFF2-40B4-BE49-F238E27FC236}">
                <a16:creationId xmlns:a16="http://schemas.microsoft.com/office/drawing/2014/main" id="{07B994C5-B3CA-5F5A-7191-3EE8C9401C6A}"/>
              </a:ext>
            </a:extLst>
          </p:cNvPr>
          <p:cNvGraphicFramePr>
            <a:graphicFrameLocks noGrp="1"/>
          </p:cNvGraphicFramePr>
          <p:nvPr>
            <p:extLst>
              <p:ext uri="{D42A27DB-BD31-4B8C-83A1-F6EECF244321}">
                <p14:modId xmlns:p14="http://schemas.microsoft.com/office/powerpoint/2010/main" val="2513539865"/>
              </p:ext>
            </p:extLst>
          </p:nvPr>
        </p:nvGraphicFramePr>
        <p:xfrm>
          <a:off x="240103" y="1407122"/>
          <a:ext cx="8663793" cy="5028620"/>
        </p:xfrm>
        <a:graphic>
          <a:graphicData uri="http://schemas.openxmlformats.org/drawingml/2006/table">
            <a:tbl>
              <a:tblPr/>
              <a:tblGrid>
                <a:gridCol w="2402613">
                  <a:extLst>
                    <a:ext uri="{9D8B030D-6E8A-4147-A177-3AD203B41FA5}">
                      <a16:colId xmlns:a16="http://schemas.microsoft.com/office/drawing/2014/main" val="4292523182"/>
                    </a:ext>
                  </a:extLst>
                </a:gridCol>
                <a:gridCol w="3185328">
                  <a:extLst>
                    <a:ext uri="{9D8B030D-6E8A-4147-A177-3AD203B41FA5}">
                      <a16:colId xmlns:a16="http://schemas.microsoft.com/office/drawing/2014/main" val="3957275271"/>
                    </a:ext>
                  </a:extLst>
                </a:gridCol>
                <a:gridCol w="3075852">
                  <a:extLst>
                    <a:ext uri="{9D8B030D-6E8A-4147-A177-3AD203B41FA5}">
                      <a16:colId xmlns:a16="http://schemas.microsoft.com/office/drawing/2014/main" val="2175237434"/>
                    </a:ext>
                  </a:extLst>
                </a:gridCol>
              </a:tblGrid>
              <a:tr h="349655">
                <a:tc>
                  <a:txBody>
                    <a:bodyPr/>
                    <a:lstStyle/>
                    <a:p>
                      <a:pPr>
                        <a:buNone/>
                      </a:pPr>
                      <a:r>
                        <a:rPr lang="en-US" sz="1800" dirty="0"/>
                        <a:t>Variant</a:t>
                      </a:r>
                    </a:p>
                  </a:txBody>
                  <a:tcPr marL="49195" marR="49195" marT="24598" marB="2459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800" dirty="0"/>
                        <a:t>Pros</a:t>
                      </a:r>
                    </a:p>
                  </a:txBody>
                  <a:tcPr marL="49195" marR="49195" marT="24598" marB="2459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800" dirty="0"/>
                        <a:t>Cons</a:t>
                      </a:r>
                    </a:p>
                  </a:txBody>
                  <a:tcPr marL="49195" marR="49195" marT="24598" marB="2459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41817638"/>
                  </a:ext>
                </a:extLst>
              </a:tr>
              <a:tr h="850721">
                <a:tc>
                  <a:txBody>
                    <a:bodyPr/>
                    <a:lstStyle/>
                    <a:p>
                      <a:pPr>
                        <a:buNone/>
                      </a:pPr>
                      <a:r>
                        <a:rPr lang="en-US" sz="1050" b="1"/>
                        <a:t>Generic zero-shot CoT</a:t>
                      </a:r>
                      <a:endParaRPr lang="en-US" sz="1050"/>
                    </a:p>
                  </a:txBody>
                  <a:tcPr marL="49195" marR="49195" marT="24598" marB="2459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171450" indent="-171450">
                        <a:buFont typeface="Arial" panose="020B0604020202020204" pitchFamily="34" charset="0"/>
                        <a:buChar char="•"/>
                      </a:pPr>
                      <a:r>
                        <a:rPr lang="en-US" sz="1050" dirty="0"/>
                        <a:t>Fastest to write; </a:t>
                      </a:r>
                    </a:p>
                    <a:p>
                      <a:pPr marL="171450" indent="-171450">
                        <a:buFont typeface="Arial" panose="020B0604020202020204" pitchFamily="34" charset="0"/>
                        <a:buChar char="•"/>
                      </a:pPr>
                      <a:r>
                        <a:rPr lang="en-US" sz="1050" dirty="0"/>
                        <a:t>Lowest token cost; </a:t>
                      </a:r>
                    </a:p>
                    <a:p>
                      <a:pPr marL="171450" indent="-171450">
                        <a:buFont typeface="Arial" panose="020B0604020202020204" pitchFamily="34" charset="0"/>
                        <a:buChar char="•"/>
                      </a:pPr>
                      <a:r>
                        <a:rPr lang="en-US" sz="1050" dirty="0"/>
                        <a:t>Flexible across varied inputs; </a:t>
                      </a:r>
                    </a:p>
                    <a:p>
                      <a:pPr marL="171450" indent="-171450">
                        <a:buFont typeface="Arial" panose="020B0604020202020204" pitchFamily="34" charset="0"/>
                        <a:buChar char="•"/>
                      </a:pPr>
                      <a:r>
                        <a:rPr lang="en-US" sz="1050" dirty="0"/>
                        <a:t>Works well for common tasks</a:t>
                      </a:r>
                    </a:p>
                  </a:txBody>
                  <a:tcPr marL="49195" marR="49195" marT="24598" marB="2459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171450" indent="-171450">
                        <a:buFont typeface="Arial" panose="020B0604020202020204" pitchFamily="34" charset="0"/>
                        <a:buChar char="•"/>
                      </a:pPr>
                      <a:r>
                        <a:rPr lang="en-US" sz="1050" dirty="0"/>
                        <a:t>Least consistent across requests;</a:t>
                      </a:r>
                    </a:p>
                    <a:p>
                      <a:pPr marL="171450" indent="-171450">
                        <a:buFont typeface="Arial" panose="020B0604020202020204" pitchFamily="34" charset="0"/>
                        <a:buChar char="•"/>
                      </a:pPr>
                      <a:r>
                        <a:rPr lang="en-US" sz="1050" dirty="0"/>
                        <a:t>No guarantee that steps match a process you care about; </a:t>
                      </a:r>
                    </a:p>
                    <a:p>
                      <a:pPr marL="171450" indent="-171450">
                        <a:buFont typeface="Arial" panose="020B0604020202020204" pitchFamily="34" charset="0"/>
                        <a:buChar char="•"/>
                      </a:pPr>
                      <a:r>
                        <a:rPr lang="en-US" sz="1050" dirty="0"/>
                        <a:t>Harder to debug</a:t>
                      </a:r>
                    </a:p>
                  </a:txBody>
                  <a:tcPr marL="49195" marR="49195" marT="24598" marB="2459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545895578"/>
                  </a:ext>
                </a:extLst>
              </a:tr>
              <a:tr h="1169741">
                <a:tc>
                  <a:txBody>
                    <a:bodyPr/>
                    <a:lstStyle/>
                    <a:p>
                      <a:pPr>
                        <a:buNone/>
                      </a:pPr>
                      <a:r>
                        <a:rPr lang="en-US" sz="1050" b="1"/>
                        <a:t>Structured zero-shot CoT</a:t>
                      </a:r>
                      <a:endParaRPr lang="en-US" sz="1050"/>
                    </a:p>
                  </a:txBody>
                  <a:tcPr marL="49195" marR="49195" marT="24598" marB="2459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171450" indent="-171450">
                        <a:buFont typeface="Arial" panose="020B0604020202020204" pitchFamily="34" charset="0"/>
                        <a:buChar char="•"/>
                      </a:pPr>
                      <a:r>
                        <a:rPr lang="en-US" sz="1050" dirty="0"/>
                        <a:t>Encodes your own rubric/process; </a:t>
                      </a:r>
                    </a:p>
                    <a:p>
                      <a:pPr marL="171450" indent="-171450">
                        <a:buFont typeface="Arial" panose="020B0604020202020204" pitchFamily="34" charset="0"/>
                        <a:buChar char="•"/>
                      </a:pPr>
                      <a:r>
                        <a:rPr lang="en-US" sz="1050" dirty="0"/>
                        <a:t>More consistent than generic; </a:t>
                      </a:r>
                    </a:p>
                    <a:p>
                      <a:pPr marL="171450" indent="-171450">
                        <a:buFont typeface="Arial" panose="020B0604020202020204" pitchFamily="34" charset="0"/>
                        <a:buChar char="•"/>
                      </a:pPr>
                      <a:r>
                        <a:rPr lang="en-US" sz="1050" dirty="0"/>
                        <a:t>Easier to debug (pinpoint which step failed); </a:t>
                      </a:r>
                    </a:p>
                    <a:p>
                      <a:pPr marL="171450" indent="-171450">
                        <a:buFont typeface="Arial" panose="020B0604020202020204" pitchFamily="34" charset="0"/>
                        <a:buChar char="•"/>
                      </a:pPr>
                      <a:r>
                        <a:rPr lang="en-US" sz="1050" dirty="0"/>
                        <a:t>No example needed</a:t>
                      </a:r>
                    </a:p>
                  </a:txBody>
                  <a:tcPr marL="49195" marR="49195" marT="24598" marB="2459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171450" indent="-171450">
                        <a:buFont typeface="Arial" panose="020B0604020202020204" pitchFamily="34" charset="0"/>
                        <a:buChar char="•"/>
                      </a:pPr>
                      <a:r>
                        <a:rPr lang="en-US" sz="1050" dirty="0"/>
                        <a:t>Doesn't demonstrate exact format/tone; </a:t>
                      </a:r>
                    </a:p>
                    <a:p>
                      <a:pPr marL="171450" indent="-171450">
                        <a:buFont typeface="Arial" panose="020B0604020202020204" pitchFamily="34" charset="0"/>
                        <a:buChar char="•"/>
                      </a:pPr>
                      <a:r>
                        <a:rPr lang="en-US" sz="1050" dirty="0"/>
                        <a:t>Requires you to know the "right" process; </a:t>
                      </a:r>
                    </a:p>
                    <a:p>
                      <a:pPr marL="171450" indent="-171450">
                        <a:buFont typeface="Arial" panose="020B0604020202020204" pitchFamily="34" charset="0"/>
                        <a:buChar char="•"/>
                      </a:pPr>
                      <a:r>
                        <a:rPr lang="en-US" sz="1050" dirty="0"/>
                        <a:t>Longer prompt (more cost) than generic; </a:t>
                      </a:r>
                    </a:p>
                    <a:p>
                      <a:pPr marL="171450" indent="-171450">
                        <a:buFont typeface="Arial" panose="020B0604020202020204" pitchFamily="34" charset="0"/>
                        <a:buChar char="•"/>
                      </a:pPr>
                      <a:r>
                        <a:rPr lang="en-US" sz="1050" dirty="0"/>
                        <a:t>Individual steps can still be executed inconsistently</a:t>
                      </a:r>
                    </a:p>
                  </a:txBody>
                  <a:tcPr marL="49195" marR="49195" marT="24598" marB="2459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967151744"/>
                  </a:ext>
                </a:extLst>
              </a:tr>
              <a:tr h="1488762">
                <a:tc>
                  <a:txBody>
                    <a:bodyPr/>
                    <a:lstStyle/>
                    <a:p>
                      <a:pPr>
                        <a:buNone/>
                      </a:pPr>
                      <a:r>
                        <a:rPr lang="en-US" sz="1050" b="1"/>
                        <a:t>Few-shot CoT</a:t>
                      </a:r>
                      <a:endParaRPr lang="en-US" sz="1050"/>
                    </a:p>
                  </a:txBody>
                  <a:tcPr marL="49195" marR="49195" marT="24598" marB="2459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171450" indent="-171450">
                        <a:buFont typeface="Arial" panose="020B0604020202020204" pitchFamily="34" charset="0"/>
                        <a:buChar char="•"/>
                      </a:pPr>
                      <a:r>
                        <a:rPr lang="en-US" sz="1050" dirty="0"/>
                        <a:t>Demonstrates exact reasoning style/format/tone; </a:t>
                      </a:r>
                    </a:p>
                    <a:p>
                      <a:pPr marL="171450" indent="-171450">
                        <a:buFont typeface="Arial" panose="020B0604020202020204" pitchFamily="34" charset="0"/>
                        <a:buChar char="•"/>
                      </a:pPr>
                      <a:r>
                        <a:rPr lang="en-US" sz="1050" dirty="0"/>
                        <a:t>Effective for nuanced tasks that instructions can't fully capture; </a:t>
                      </a:r>
                    </a:p>
                    <a:p>
                      <a:pPr marL="171450" indent="-171450">
                        <a:buFont typeface="Arial" panose="020B0604020202020204" pitchFamily="34" charset="0"/>
                        <a:buChar char="•"/>
                      </a:pPr>
                      <a:r>
                        <a:rPr lang="en-US" sz="1050" dirty="0"/>
                        <a:t>Model closely mimics the example</a:t>
                      </a:r>
                    </a:p>
                  </a:txBody>
                  <a:tcPr marL="49195" marR="49195" marT="24598" marB="2459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171450" indent="-171450">
                        <a:buFont typeface="Arial" panose="020B0604020202020204" pitchFamily="34" charset="0"/>
                        <a:buChar char="•"/>
                      </a:pPr>
                      <a:r>
                        <a:rPr lang="en-US" sz="1050" dirty="0"/>
                        <a:t>Requires real effort to construct a good example; </a:t>
                      </a:r>
                    </a:p>
                    <a:p>
                      <a:pPr marL="171450" indent="-171450">
                        <a:buFont typeface="Arial" panose="020B0604020202020204" pitchFamily="34" charset="0"/>
                        <a:buChar char="•"/>
                      </a:pPr>
                      <a:r>
                        <a:rPr lang="en-US" sz="1050" dirty="0"/>
                        <a:t>Increases prompt length/cost; </a:t>
                      </a:r>
                    </a:p>
                    <a:p>
                      <a:pPr marL="171450" indent="-171450">
                        <a:buFont typeface="Arial" panose="020B0604020202020204" pitchFamily="34" charset="0"/>
                        <a:buChar char="•"/>
                      </a:pPr>
                      <a:r>
                        <a:rPr lang="en-US" sz="1050" dirty="0"/>
                        <a:t>Flawed example → replicated flaw;</a:t>
                      </a:r>
                    </a:p>
                    <a:p>
                      <a:pPr marL="171450" indent="-171450">
                        <a:buFont typeface="Arial" panose="020B0604020202020204" pitchFamily="34" charset="0"/>
                        <a:buChar char="•"/>
                      </a:pPr>
                      <a:r>
                        <a:rPr lang="en-US" sz="1050" dirty="0"/>
                        <a:t>Doesn't guarantee a specific order unless the example makes it obvious</a:t>
                      </a:r>
                    </a:p>
                  </a:txBody>
                  <a:tcPr marL="49195" marR="49195" marT="24598" marB="2459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499277378"/>
                  </a:ext>
                </a:extLst>
              </a:tr>
              <a:tr h="1169741">
                <a:tc>
                  <a:txBody>
                    <a:bodyPr/>
                    <a:lstStyle/>
                    <a:p>
                      <a:pPr>
                        <a:buNone/>
                      </a:pPr>
                      <a:r>
                        <a:rPr lang="en-US" sz="1050" b="1" dirty="0"/>
                        <a:t>Structured few-shot </a:t>
                      </a:r>
                      <a:r>
                        <a:rPr lang="en-US" sz="1050" b="1" dirty="0" err="1"/>
                        <a:t>CoT</a:t>
                      </a:r>
                      <a:endParaRPr lang="en-US" sz="1050" dirty="0"/>
                    </a:p>
                  </a:txBody>
                  <a:tcPr marL="49195" marR="49195" marT="24598" marB="2459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171450" indent="-171450">
                        <a:buFont typeface="Arial" panose="020B0604020202020204" pitchFamily="34" charset="0"/>
                        <a:buChar char="•"/>
                      </a:pPr>
                      <a:r>
                        <a:rPr lang="en-US" sz="1050" dirty="0"/>
                        <a:t>Highest reliability and consistency of all four; </a:t>
                      </a:r>
                    </a:p>
                    <a:p>
                      <a:pPr marL="171450" indent="-171450">
                        <a:buFont typeface="Arial" panose="020B0604020202020204" pitchFamily="34" charset="0"/>
                        <a:buChar char="•"/>
                      </a:pPr>
                      <a:r>
                        <a:rPr lang="en-US" sz="1050" dirty="0"/>
                        <a:t>Best for high-stakes/production-scale tasks; </a:t>
                      </a:r>
                    </a:p>
                    <a:p>
                      <a:pPr marL="171450" indent="-171450">
                        <a:buFont typeface="Arial" panose="020B0604020202020204" pitchFamily="34" charset="0"/>
                        <a:buChar char="•"/>
                      </a:pPr>
                      <a:r>
                        <a:rPr lang="en-US" sz="1050" dirty="0"/>
                        <a:t>Easiest for a reviewer to verify; </a:t>
                      </a:r>
                    </a:p>
                    <a:p>
                      <a:pPr marL="171450" indent="-171450">
                        <a:buFont typeface="Arial" panose="020B0604020202020204" pitchFamily="34" charset="0"/>
                        <a:buChar char="•"/>
                      </a:pPr>
                      <a:r>
                        <a:rPr lang="en-US" sz="1050" dirty="0"/>
                        <a:t>Reduces ambiguity the most</a:t>
                      </a:r>
                    </a:p>
                  </a:txBody>
                  <a:tcPr marL="49195" marR="49195" marT="24598" marB="2459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171450" indent="-171450">
                        <a:buFont typeface="Arial" panose="020B0604020202020204" pitchFamily="34" charset="0"/>
                        <a:buChar char="•"/>
                      </a:pPr>
                      <a:r>
                        <a:rPr lang="en-US" sz="1050" dirty="0"/>
                        <a:t>Highest token cost/prompt length; </a:t>
                      </a:r>
                    </a:p>
                    <a:p>
                      <a:pPr marL="171450" indent="-171450">
                        <a:buFont typeface="Arial" panose="020B0604020202020204" pitchFamily="34" charset="0"/>
                        <a:buChar char="•"/>
                      </a:pPr>
                      <a:r>
                        <a:rPr lang="en-US" sz="1050" dirty="0"/>
                        <a:t>Most effort to construct; </a:t>
                      </a:r>
                    </a:p>
                    <a:p>
                      <a:pPr marL="171450" indent="-171450">
                        <a:buFont typeface="Arial" panose="020B0604020202020204" pitchFamily="34" charset="0"/>
                        <a:buChar char="•"/>
                      </a:pPr>
                      <a:r>
                        <a:rPr lang="en-US" sz="1050" dirty="0"/>
                        <a:t>Most rigid — least flexible for edge cases; </a:t>
                      </a:r>
                    </a:p>
                    <a:p>
                      <a:pPr marL="171450" indent="-171450">
                        <a:buFont typeface="Arial" panose="020B0604020202020204" pitchFamily="34" charset="0"/>
                        <a:buChar char="•"/>
                      </a:pPr>
                      <a:r>
                        <a:rPr lang="en-US" sz="1050" dirty="0"/>
                        <a:t>Overkill for simple/low-stakes tasks</a:t>
                      </a:r>
                    </a:p>
                  </a:txBody>
                  <a:tcPr marL="49195" marR="49195" marT="24598" marB="2459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214507606"/>
                  </a:ext>
                </a:extLst>
              </a:tr>
            </a:tbl>
          </a:graphicData>
        </a:graphic>
      </p:graphicFrame>
    </p:spTree>
    <p:extLst>
      <p:ext uri="{BB962C8B-B14F-4D97-AF65-F5344CB8AC3E}">
        <p14:creationId xmlns:p14="http://schemas.microsoft.com/office/powerpoint/2010/main" val="33099226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6928C1-B13B-84ED-00FE-6DEEE75175BD}"/>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EB5CD466-78D9-20F5-3DD4-98A0666CD4B1}"/>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20</a:t>
            </a:fld>
            <a:endParaRPr lang="en-US"/>
          </a:p>
        </p:txBody>
      </p:sp>
      <p:sp>
        <p:nvSpPr>
          <p:cNvPr id="5" name="Title 4">
            <a:extLst>
              <a:ext uri="{FF2B5EF4-FFF2-40B4-BE49-F238E27FC236}">
                <a16:creationId xmlns:a16="http://schemas.microsoft.com/office/drawing/2014/main" id="{A873F74E-2E29-9AFE-763E-38BA770347ED}"/>
              </a:ext>
            </a:extLst>
          </p:cNvPr>
          <p:cNvSpPr>
            <a:spLocks noGrp="1"/>
          </p:cNvSpPr>
          <p:nvPr>
            <p:ph type="title"/>
          </p:nvPr>
        </p:nvSpPr>
        <p:spPr/>
        <p:txBody>
          <a:bodyPr/>
          <a:lstStyle/>
          <a:p>
            <a:r>
              <a:rPr lang="en-US" dirty="0"/>
              <a:t>Chain-of-thought Comparisons</a:t>
            </a:r>
          </a:p>
        </p:txBody>
      </p:sp>
      <p:graphicFrame>
        <p:nvGraphicFramePr>
          <p:cNvPr id="2" name="Table 1">
            <a:extLst>
              <a:ext uri="{FF2B5EF4-FFF2-40B4-BE49-F238E27FC236}">
                <a16:creationId xmlns:a16="http://schemas.microsoft.com/office/drawing/2014/main" id="{6FFB0F31-F016-7BCA-357E-380EFD1647BE}"/>
              </a:ext>
            </a:extLst>
          </p:cNvPr>
          <p:cNvGraphicFramePr>
            <a:graphicFrameLocks noGrp="1"/>
          </p:cNvGraphicFramePr>
          <p:nvPr>
            <p:extLst>
              <p:ext uri="{D42A27DB-BD31-4B8C-83A1-F6EECF244321}">
                <p14:modId xmlns:p14="http://schemas.microsoft.com/office/powerpoint/2010/main" val="2591922759"/>
              </p:ext>
            </p:extLst>
          </p:nvPr>
        </p:nvGraphicFramePr>
        <p:xfrm>
          <a:off x="159572" y="1637136"/>
          <a:ext cx="8824856" cy="3583728"/>
        </p:xfrm>
        <a:graphic>
          <a:graphicData uri="http://schemas.openxmlformats.org/drawingml/2006/table">
            <a:tbl>
              <a:tblPr firstRow="1" bandRow="1">
                <a:tableStyleId>{5C22544A-7EE6-4342-B048-85BDC9FD1C3A}</a:tableStyleId>
              </a:tblPr>
              <a:tblGrid>
                <a:gridCol w="2206214">
                  <a:extLst>
                    <a:ext uri="{9D8B030D-6E8A-4147-A177-3AD203B41FA5}">
                      <a16:colId xmlns:a16="http://schemas.microsoft.com/office/drawing/2014/main" val="4202507141"/>
                    </a:ext>
                  </a:extLst>
                </a:gridCol>
                <a:gridCol w="2206214">
                  <a:extLst>
                    <a:ext uri="{9D8B030D-6E8A-4147-A177-3AD203B41FA5}">
                      <a16:colId xmlns:a16="http://schemas.microsoft.com/office/drawing/2014/main" val="2251533104"/>
                    </a:ext>
                  </a:extLst>
                </a:gridCol>
                <a:gridCol w="2206214">
                  <a:extLst>
                    <a:ext uri="{9D8B030D-6E8A-4147-A177-3AD203B41FA5}">
                      <a16:colId xmlns:a16="http://schemas.microsoft.com/office/drawing/2014/main" val="2653014772"/>
                    </a:ext>
                  </a:extLst>
                </a:gridCol>
                <a:gridCol w="2206214">
                  <a:extLst>
                    <a:ext uri="{9D8B030D-6E8A-4147-A177-3AD203B41FA5}">
                      <a16:colId xmlns:a16="http://schemas.microsoft.com/office/drawing/2014/main" val="3231311561"/>
                    </a:ext>
                  </a:extLst>
                </a:gridCol>
              </a:tblGrid>
              <a:tr h="403100">
                <a:tc>
                  <a:txBody>
                    <a:bodyPr/>
                    <a:lstStyle/>
                    <a:p>
                      <a:r>
                        <a:rPr lang="en-US" dirty="0"/>
                        <a:t>Variant</a:t>
                      </a:r>
                    </a:p>
                  </a:txBody>
                  <a:tcPr/>
                </a:tc>
                <a:tc>
                  <a:txBody>
                    <a:bodyPr/>
                    <a:lstStyle/>
                    <a:p>
                      <a:r>
                        <a:rPr lang="en-US" dirty="0"/>
                        <a:t>Cost/Effort</a:t>
                      </a:r>
                    </a:p>
                  </a:txBody>
                  <a:tcPr/>
                </a:tc>
                <a:tc>
                  <a:txBody>
                    <a:bodyPr/>
                    <a:lstStyle/>
                    <a:p>
                      <a:r>
                        <a:rPr lang="en-US" dirty="0"/>
                        <a:t>Consistency</a:t>
                      </a:r>
                    </a:p>
                  </a:txBody>
                  <a:tcPr/>
                </a:tc>
                <a:tc>
                  <a:txBody>
                    <a:bodyPr/>
                    <a:lstStyle/>
                    <a:p>
                      <a:r>
                        <a:rPr lang="en-US" dirty="0"/>
                        <a:t>Best for…</a:t>
                      </a:r>
                    </a:p>
                  </a:txBody>
                  <a:tcPr/>
                </a:tc>
                <a:extLst>
                  <a:ext uri="{0D108BD9-81ED-4DB2-BD59-A6C34878D82A}">
                    <a16:rowId xmlns:a16="http://schemas.microsoft.com/office/drawing/2014/main" val="3394265451"/>
                  </a:ext>
                </a:extLst>
              </a:tr>
              <a:tr h="563236">
                <a:tc>
                  <a:txBody>
                    <a:bodyPr/>
                    <a:lstStyle/>
                    <a:p>
                      <a:r>
                        <a:rPr lang="en-US" sz="1400" dirty="0">
                          <a:latin typeface="Courier New" panose="02070309020205020404" pitchFamily="49" charset="0"/>
                          <a:cs typeface="Courier New" panose="02070309020205020404" pitchFamily="49" charset="0"/>
                        </a:rPr>
                        <a:t>Zero-Shot </a:t>
                      </a:r>
                      <a:r>
                        <a:rPr lang="en-US" sz="1400" dirty="0" err="1">
                          <a:latin typeface="Courier New" panose="02070309020205020404" pitchFamily="49" charset="0"/>
                          <a:cs typeface="Courier New" panose="02070309020205020404" pitchFamily="49" charset="0"/>
                        </a:rPr>
                        <a:t>CoT</a:t>
                      </a:r>
                      <a:endParaRPr lang="en-US" sz="1400" dirty="0">
                        <a:latin typeface="Courier New" panose="02070309020205020404" pitchFamily="49" charset="0"/>
                        <a:cs typeface="Courier New" panose="02070309020205020404" pitchFamily="49" charset="0"/>
                      </a:endParaRPr>
                    </a:p>
                  </a:txBody>
                  <a:tcPr/>
                </a:tc>
                <a:tc>
                  <a:txBody>
                    <a:bodyPr/>
                    <a:lstStyle/>
                    <a:p>
                      <a:r>
                        <a:rPr lang="en-US" sz="1400" dirty="0">
                          <a:latin typeface="Courier New" panose="02070309020205020404" pitchFamily="49" charset="0"/>
                          <a:cs typeface="Courier New" panose="02070309020205020404" pitchFamily="49" charset="0"/>
                        </a:rPr>
                        <a:t>Lowest</a:t>
                      </a:r>
                    </a:p>
                  </a:txBody>
                  <a:tcPr/>
                </a:tc>
                <a:tc>
                  <a:txBody>
                    <a:bodyPr/>
                    <a:lstStyle/>
                    <a:p>
                      <a:r>
                        <a:rPr lang="en-US" sz="1400" dirty="0">
                          <a:latin typeface="Courier New" panose="02070309020205020404" pitchFamily="49" charset="0"/>
                          <a:cs typeface="Courier New" panose="02070309020205020404" pitchFamily="49" charset="0"/>
                        </a:rPr>
                        <a:t>Lowest</a:t>
                      </a:r>
                    </a:p>
                  </a:txBody>
                  <a:tcPr/>
                </a:tc>
                <a:tc>
                  <a:txBody>
                    <a:bodyPr/>
                    <a:lstStyle/>
                    <a:p>
                      <a:r>
                        <a:rPr lang="en-US" sz="1400" dirty="0">
                          <a:latin typeface="Courier New" panose="02070309020205020404" pitchFamily="49" charset="0"/>
                          <a:cs typeface="Courier New" panose="02070309020205020404" pitchFamily="49" charset="0"/>
                        </a:rPr>
                        <a:t>Common; low-stakes tasks</a:t>
                      </a:r>
                    </a:p>
                  </a:txBody>
                  <a:tcPr/>
                </a:tc>
                <a:extLst>
                  <a:ext uri="{0D108BD9-81ED-4DB2-BD59-A6C34878D82A}">
                    <a16:rowId xmlns:a16="http://schemas.microsoft.com/office/drawing/2014/main" val="2748510336"/>
                  </a:ext>
                </a:extLst>
              </a:tr>
              <a:tr h="1027078">
                <a:tc>
                  <a:txBody>
                    <a:bodyPr/>
                    <a:lstStyle/>
                    <a:p>
                      <a:r>
                        <a:rPr lang="en-US" sz="1400" dirty="0">
                          <a:latin typeface="Courier New" panose="02070309020205020404" pitchFamily="49" charset="0"/>
                          <a:cs typeface="Courier New" panose="02070309020205020404" pitchFamily="49" charset="0"/>
                        </a:rPr>
                        <a:t>Structured Zero-Shot </a:t>
                      </a:r>
                      <a:r>
                        <a:rPr lang="en-US" sz="1400" dirty="0" err="1">
                          <a:latin typeface="Courier New" panose="02070309020205020404" pitchFamily="49" charset="0"/>
                          <a:cs typeface="Courier New" panose="02070309020205020404" pitchFamily="49" charset="0"/>
                        </a:rPr>
                        <a:t>CoT</a:t>
                      </a:r>
                      <a:endParaRPr lang="en-US" sz="1400" dirty="0">
                        <a:latin typeface="Courier New" panose="02070309020205020404" pitchFamily="49" charset="0"/>
                        <a:cs typeface="Courier New" panose="02070309020205020404" pitchFamily="49" charset="0"/>
                      </a:endParaRPr>
                    </a:p>
                  </a:txBody>
                  <a:tcPr/>
                </a:tc>
                <a:tc>
                  <a:txBody>
                    <a:bodyPr/>
                    <a:lstStyle/>
                    <a:p>
                      <a:r>
                        <a:rPr lang="en-US" sz="1400" dirty="0">
                          <a:latin typeface="Courier New" panose="02070309020205020404" pitchFamily="49" charset="0"/>
                          <a:cs typeface="Courier New" panose="02070309020205020404" pitchFamily="49" charset="0"/>
                        </a:rPr>
                        <a:t>Low – Moderate</a:t>
                      </a:r>
                    </a:p>
                  </a:txBody>
                  <a:tcPr/>
                </a:tc>
                <a:tc>
                  <a:txBody>
                    <a:bodyPr/>
                    <a:lstStyle/>
                    <a:p>
                      <a:r>
                        <a:rPr lang="en-US" sz="1400" dirty="0">
                          <a:latin typeface="Courier New" panose="02070309020205020404" pitchFamily="49" charset="0"/>
                          <a:cs typeface="Courier New" panose="02070309020205020404" pitchFamily="49" charset="0"/>
                        </a:rPr>
                        <a:t>Moderate</a:t>
                      </a:r>
                    </a:p>
                  </a:txBody>
                  <a:tcPr/>
                </a:tc>
                <a:tc>
                  <a:txBody>
                    <a:bodyPr/>
                    <a:lstStyle/>
                    <a:p>
                      <a:r>
                        <a:rPr lang="en-US" sz="1400" dirty="0">
                          <a:latin typeface="Courier New" panose="02070309020205020404" pitchFamily="49" charset="0"/>
                          <a:cs typeface="Courier New" panose="02070309020205020404" pitchFamily="49" charset="0"/>
                        </a:rPr>
                        <a:t>Tasks with known process/rubric and/or moderate stakes</a:t>
                      </a:r>
                    </a:p>
                  </a:txBody>
                  <a:tcPr/>
                </a:tc>
                <a:extLst>
                  <a:ext uri="{0D108BD9-81ED-4DB2-BD59-A6C34878D82A}">
                    <a16:rowId xmlns:a16="http://schemas.microsoft.com/office/drawing/2014/main" val="2124088066"/>
                  </a:ext>
                </a:extLst>
              </a:tr>
              <a:tr h="563236">
                <a:tc>
                  <a:txBody>
                    <a:bodyPr/>
                    <a:lstStyle/>
                    <a:p>
                      <a:r>
                        <a:rPr lang="en-US" sz="1400" dirty="0">
                          <a:latin typeface="Courier New" panose="02070309020205020404" pitchFamily="49" charset="0"/>
                          <a:cs typeface="Courier New" panose="02070309020205020404" pitchFamily="49" charset="0"/>
                        </a:rPr>
                        <a:t>Few-Shot </a:t>
                      </a:r>
                      <a:r>
                        <a:rPr lang="en-US" sz="1400" dirty="0" err="1">
                          <a:latin typeface="Courier New" panose="02070309020205020404" pitchFamily="49" charset="0"/>
                          <a:cs typeface="Courier New" panose="02070309020205020404" pitchFamily="49" charset="0"/>
                        </a:rPr>
                        <a:t>CoT</a:t>
                      </a:r>
                      <a:endParaRPr lang="en-US" sz="1400" dirty="0">
                        <a:latin typeface="Courier New" panose="02070309020205020404" pitchFamily="49" charset="0"/>
                        <a:cs typeface="Courier New" panose="02070309020205020404" pitchFamily="49" charset="0"/>
                      </a:endParaRPr>
                    </a:p>
                  </a:txBody>
                  <a:tcPr/>
                </a:tc>
                <a:tc>
                  <a:txBody>
                    <a:bodyPr/>
                    <a:lstStyle/>
                    <a:p>
                      <a:r>
                        <a:rPr lang="en-US" sz="1400" dirty="0">
                          <a:latin typeface="Courier New" panose="02070309020205020404" pitchFamily="49" charset="0"/>
                          <a:cs typeface="Courier New" panose="02070309020205020404" pitchFamily="49" charset="0"/>
                        </a:rPr>
                        <a:t>Moderate – High</a:t>
                      </a:r>
                    </a:p>
                  </a:txBody>
                  <a:tcPr/>
                </a:tc>
                <a:tc>
                  <a:txBody>
                    <a:bodyPr/>
                    <a:lstStyle/>
                    <a:p>
                      <a:r>
                        <a:rPr lang="en-US" sz="1400" dirty="0">
                          <a:latin typeface="Courier New" panose="02070309020205020404" pitchFamily="49" charset="0"/>
                          <a:cs typeface="Courier New" panose="02070309020205020404" pitchFamily="49" charset="0"/>
                        </a:rPr>
                        <a:t>Moderate – High</a:t>
                      </a:r>
                    </a:p>
                  </a:txBody>
                  <a:tcPr/>
                </a:tc>
                <a:tc>
                  <a:txBody>
                    <a:bodyPr/>
                    <a:lstStyle/>
                    <a:p>
                      <a:r>
                        <a:rPr lang="en-US" sz="1400" dirty="0">
                          <a:latin typeface="Courier New" panose="02070309020205020404" pitchFamily="49" charset="0"/>
                          <a:cs typeface="Courier New" panose="02070309020205020404" pitchFamily="49" charset="0"/>
                        </a:rPr>
                        <a:t>Unusual/nuanced formatting needs</a:t>
                      </a:r>
                    </a:p>
                  </a:txBody>
                  <a:tcPr/>
                </a:tc>
                <a:extLst>
                  <a:ext uri="{0D108BD9-81ED-4DB2-BD59-A6C34878D82A}">
                    <a16:rowId xmlns:a16="http://schemas.microsoft.com/office/drawing/2014/main" val="1418808306"/>
                  </a:ext>
                </a:extLst>
              </a:tr>
              <a:tr h="1027078">
                <a:tc>
                  <a:txBody>
                    <a:bodyPr/>
                    <a:lstStyle/>
                    <a:p>
                      <a:r>
                        <a:rPr lang="en-US" sz="1400" dirty="0">
                          <a:latin typeface="Courier New" panose="02070309020205020404" pitchFamily="49" charset="0"/>
                          <a:cs typeface="Courier New" panose="02070309020205020404" pitchFamily="49" charset="0"/>
                        </a:rPr>
                        <a:t>Structured Few-Shot Cot</a:t>
                      </a:r>
                    </a:p>
                  </a:txBody>
                  <a:tcPr/>
                </a:tc>
                <a:tc>
                  <a:txBody>
                    <a:bodyPr/>
                    <a:lstStyle/>
                    <a:p>
                      <a:r>
                        <a:rPr lang="en-US" sz="1400" dirty="0">
                          <a:latin typeface="Courier New" panose="02070309020205020404" pitchFamily="49" charset="0"/>
                          <a:cs typeface="Courier New" panose="02070309020205020404" pitchFamily="49" charset="0"/>
                        </a:rPr>
                        <a:t>Highest</a:t>
                      </a:r>
                    </a:p>
                  </a:txBody>
                  <a:tcPr/>
                </a:tc>
                <a:tc>
                  <a:txBody>
                    <a:bodyPr/>
                    <a:lstStyle/>
                    <a:p>
                      <a:r>
                        <a:rPr lang="en-US" sz="1400" dirty="0">
                          <a:latin typeface="Courier New" panose="02070309020205020404" pitchFamily="49" charset="0"/>
                          <a:cs typeface="Courier New" panose="02070309020205020404" pitchFamily="49" charset="0"/>
                        </a:rPr>
                        <a:t>Highest</a:t>
                      </a:r>
                    </a:p>
                  </a:txBody>
                  <a:tcPr/>
                </a:tc>
                <a:tc>
                  <a:txBody>
                    <a:bodyPr/>
                    <a:lstStyle/>
                    <a:p>
                      <a:r>
                        <a:rPr lang="en-US" sz="1400" dirty="0">
                          <a:latin typeface="Courier New" panose="02070309020205020404" pitchFamily="49" charset="0"/>
                          <a:cs typeface="Courier New" panose="02070309020205020404" pitchFamily="49" charset="0"/>
                        </a:rPr>
                        <a:t>High-stakes, production scale, or highly specific tasks</a:t>
                      </a:r>
                    </a:p>
                  </a:txBody>
                  <a:tcPr/>
                </a:tc>
                <a:extLst>
                  <a:ext uri="{0D108BD9-81ED-4DB2-BD59-A6C34878D82A}">
                    <a16:rowId xmlns:a16="http://schemas.microsoft.com/office/drawing/2014/main" val="2693395756"/>
                  </a:ext>
                </a:extLst>
              </a:tr>
            </a:tbl>
          </a:graphicData>
        </a:graphic>
      </p:graphicFrame>
    </p:spTree>
    <p:extLst>
      <p:ext uri="{BB962C8B-B14F-4D97-AF65-F5344CB8AC3E}">
        <p14:creationId xmlns:p14="http://schemas.microsoft.com/office/powerpoint/2010/main" val="31112174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507AF9-F571-03D5-CCBA-5EF5227B7420}"/>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887FB9DC-30FF-FF2A-57DB-23E34EE06546}"/>
              </a:ext>
            </a:extLst>
          </p:cNvPr>
          <p:cNvSpPr>
            <a:spLocks noGrp="1"/>
          </p:cNvSpPr>
          <p:nvPr>
            <p:ph type="sldNum" idx="12"/>
          </p:nvPr>
        </p:nvSpPr>
        <p:spPr>
          <a:xfrm>
            <a:off x="8122757" y="6363712"/>
            <a:ext cx="861671" cy="365125"/>
          </a:xfrm>
        </p:spPr>
        <p:txBody>
          <a:bodyPr spcFirstLastPara="1" wrap="square" lIns="91425" tIns="45700" rIns="91425" bIns="45700" anchor="ctr" anchorCtr="0">
            <a:normAutofit/>
          </a:bodyPr>
          <a:lstStyle/>
          <a:p>
            <a:pPr>
              <a:spcAft>
                <a:spcPts val="600"/>
              </a:spcAft>
            </a:pPr>
            <a:fld id="{00000000-1234-1234-1234-123412341234}" type="slidenum">
              <a:rPr lang="en-US" smtClean="0"/>
              <a:pPr>
                <a:spcAft>
                  <a:spcPts val="600"/>
                </a:spcAft>
              </a:pPr>
              <a:t>21</a:t>
            </a:fld>
            <a:endParaRPr lang="en-US"/>
          </a:p>
        </p:txBody>
      </p:sp>
      <p:sp>
        <p:nvSpPr>
          <p:cNvPr id="4" name="Google Shape;212;p15">
            <a:extLst>
              <a:ext uri="{FF2B5EF4-FFF2-40B4-BE49-F238E27FC236}">
                <a16:creationId xmlns:a16="http://schemas.microsoft.com/office/drawing/2014/main" id="{A29B902A-877D-3BAC-D967-C81EC3AA5B63}"/>
              </a:ext>
            </a:extLst>
          </p:cNvPr>
          <p:cNvSpPr txBox="1">
            <a:spLocks/>
          </p:cNvSpPr>
          <p:nvPr/>
        </p:nvSpPr>
        <p:spPr>
          <a:xfrm>
            <a:off x="157163" y="2493034"/>
            <a:ext cx="8826500" cy="3591854"/>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457200" indent="-228600" algn="ctr">
              <a:spcBef>
                <a:spcPts val="560"/>
              </a:spcBef>
              <a:buClr>
                <a:schemeClr val="accent1"/>
              </a:buClr>
              <a:buSzPts val="2800"/>
            </a:pPr>
            <a:r>
              <a:rPr lang="en-US" sz="4000" b="0" i="0" u="none" strike="noStrike" cap="none" dirty="0">
                <a:solidFill>
                  <a:schemeClr val="dk2"/>
                </a:solidFill>
                <a:latin typeface="Arial"/>
                <a:ea typeface="Arial"/>
                <a:cs typeface="Arial"/>
                <a:sym typeface="Arial"/>
              </a:rPr>
              <a:t>Role Prompting and Persona Engineering</a:t>
            </a:r>
          </a:p>
        </p:txBody>
      </p:sp>
      <p:pic>
        <p:nvPicPr>
          <p:cNvPr id="6" name="Picture 5">
            <a:extLst>
              <a:ext uri="{FF2B5EF4-FFF2-40B4-BE49-F238E27FC236}">
                <a16:creationId xmlns:a16="http://schemas.microsoft.com/office/drawing/2014/main" id="{67C53FA1-1EC4-EF12-BC9F-7C79C2C6EB28}"/>
              </a:ext>
            </a:extLst>
          </p:cNvPr>
          <p:cNvPicPr>
            <a:picLocks noChangeAspect="1"/>
          </p:cNvPicPr>
          <p:nvPr/>
        </p:nvPicPr>
        <p:blipFill>
          <a:blip r:embed="rId2"/>
          <a:stretch>
            <a:fillRect/>
          </a:stretch>
        </p:blipFill>
        <p:spPr>
          <a:xfrm>
            <a:off x="6788472" y="0"/>
            <a:ext cx="2355528" cy="864158"/>
          </a:xfrm>
          <a:prstGeom prst="rect">
            <a:avLst/>
          </a:prstGeom>
        </p:spPr>
      </p:pic>
    </p:spTree>
    <p:extLst>
      <p:ext uri="{BB962C8B-B14F-4D97-AF65-F5344CB8AC3E}">
        <p14:creationId xmlns:p14="http://schemas.microsoft.com/office/powerpoint/2010/main" val="324658099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E0E806-537B-08DA-E7DA-EDB55C245749}"/>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1A080BD2-F559-D869-00EB-AFBFFA890D8B}"/>
              </a:ext>
            </a:extLst>
          </p:cNvPr>
          <p:cNvSpPr>
            <a:spLocks noGrp="1"/>
          </p:cNvSpPr>
          <p:nvPr>
            <p:ph type="sldNum" sz="quarter" idx="12"/>
          </p:nvPr>
        </p:nvSpPr>
        <p:spPr/>
        <p:txBody>
          <a:bodyPr/>
          <a:lstStyle/>
          <a:p>
            <a:fld id="{F6728BC2-ACA3-447C-A909-F3F49211C066}" type="slidenum">
              <a:rPr lang="en-US" smtClean="0"/>
              <a:pPr/>
              <a:t>22</a:t>
            </a:fld>
            <a:endParaRPr lang="en-US" dirty="0"/>
          </a:p>
        </p:txBody>
      </p:sp>
      <p:sp>
        <p:nvSpPr>
          <p:cNvPr id="8" name="Title 7">
            <a:extLst>
              <a:ext uri="{FF2B5EF4-FFF2-40B4-BE49-F238E27FC236}">
                <a16:creationId xmlns:a16="http://schemas.microsoft.com/office/drawing/2014/main" id="{64147E1F-6A7C-5808-16A5-567D6111B69D}"/>
              </a:ext>
            </a:extLst>
          </p:cNvPr>
          <p:cNvSpPr>
            <a:spLocks noGrp="1"/>
          </p:cNvSpPr>
          <p:nvPr>
            <p:ph type="title"/>
          </p:nvPr>
        </p:nvSpPr>
        <p:spPr/>
        <p:txBody>
          <a:bodyPr/>
          <a:lstStyle/>
          <a:p>
            <a:r>
              <a:rPr lang="en-US" dirty="0"/>
              <a:t>Roles &amp; Personas</a:t>
            </a:r>
          </a:p>
        </p:txBody>
      </p:sp>
      <p:sp>
        <p:nvSpPr>
          <p:cNvPr id="3" name="Content Placeholder 2">
            <a:extLst>
              <a:ext uri="{FF2B5EF4-FFF2-40B4-BE49-F238E27FC236}">
                <a16:creationId xmlns:a16="http://schemas.microsoft.com/office/drawing/2014/main" id="{F02B757A-FB82-1B76-9ADE-8EDE9E298A73}"/>
              </a:ext>
            </a:extLst>
          </p:cNvPr>
          <p:cNvSpPr>
            <a:spLocks noGrp="1"/>
          </p:cNvSpPr>
          <p:nvPr>
            <p:ph idx="1"/>
          </p:nvPr>
        </p:nvSpPr>
        <p:spPr>
          <a:xfrm>
            <a:off x="380010" y="1481446"/>
            <a:ext cx="8383980" cy="4882266"/>
          </a:xfrm>
        </p:spPr>
        <p:txBody>
          <a:bodyPr>
            <a:normAutofit fontScale="92500" lnSpcReduction="20000"/>
          </a:bodyPr>
          <a:lstStyle/>
          <a:p>
            <a:r>
              <a:rPr lang="en-US" dirty="0"/>
              <a:t>Role prompting – assigning the model a specific role or identity to adopt while responding</a:t>
            </a:r>
          </a:p>
          <a:p>
            <a:pPr lvl="1"/>
            <a:r>
              <a:rPr lang="en-US" dirty="0"/>
              <a:t>E.g. “you are a senior security engineer reviewing this code”</a:t>
            </a:r>
          </a:p>
          <a:p>
            <a:r>
              <a:rPr lang="en-US" dirty="0"/>
              <a:t>Persona engineering – a more deliberate, multi-part extension of role prompting.</a:t>
            </a:r>
          </a:p>
          <a:p>
            <a:r>
              <a:rPr lang="en-US" dirty="0"/>
              <a:t>Intentionally design a full persona, combining role, expertise level, tone, behavioral constraints and audience awareness to consistently shape how a model responds across a task or an entire population</a:t>
            </a:r>
          </a:p>
          <a:p>
            <a:r>
              <a:rPr lang="en-US" dirty="0"/>
              <a:t>A role or persona acts as a strong signal that shifts which patterns the model draws on from its training</a:t>
            </a:r>
          </a:p>
          <a:p>
            <a:pPr lvl="1"/>
            <a:r>
              <a:rPr lang="en-US" dirty="0"/>
              <a:t>The persona narrows the “space of likely responses” toward the style and depth appropriate to that role.</a:t>
            </a:r>
          </a:p>
        </p:txBody>
      </p:sp>
    </p:spTree>
    <p:extLst>
      <p:ext uri="{BB962C8B-B14F-4D97-AF65-F5344CB8AC3E}">
        <p14:creationId xmlns:p14="http://schemas.microsoft.com/office/powerpoint/2010/main" val="11396806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59C139-08CE-FC78-2082-6BF611606DC0}"/>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DC792CB7-7210-4196-F566-2FF4C536CCA8}"/>
              </a:ext>
            </a:extLst>
          </p:cNvPr>
          <p:cNvSpPr>
            <a:spLocks noGrp="1"/>
          </p:cNvSpPr>
          <p:nvPr>
            <p:ph type="sldNum" sz="quarter" idx="12"/>
          </p:nvPr>
        </p:nvSpPr>
        <p:spPr/>
        <p:txBody>
          <a:bodyPr/>
          <a:lstStyle/>
          <a:p>
            <a:fld id="{F6728BC2-ACA3-447C-A909-F3F49211C066}" type="slidenum">
              <a:rPr lang="en-US" smtClean="0"/>
              <a:pPr/>
              <a:t>23</a:t>
            </a:fld>
            <a:endParaRPr lang="en-US" dirty="0"/>
          </a:p>
        </p:txBody>
      </p:sp>
      <p:sp>
        <p:nvSpPr>
          <p:cNvPr id="8" name="Title 7">
            <a:extLst>
              <a:ext uri="{FF2B5EF4-FFF2-40B4-BE49-F238E27FC236}">
                <a16:creationId xmlns:a16="http://schemas.microsoft.com/office/drawing/2014/main" id="{9707C297-A1AE-6C47-F8D2-25A13AEB403D}"/>
              </a:ext>
            </a:extLst>
          </p:cNvPr>
          <p:cNvSpPr>
            <a:spLocks noGrp="1"/>
          </p:cNvSpPr>
          <p:nvPr>
            <p:ph type="title"/>
          </p:nvPr>
        </p:nvSpPr>
        <p:spPr/>
        <p:txBody>
          <a:bodyPr/>
          <a:lstStyle/>
          <a:p>
            <a:r>
              <a:rPr lang="en-US" dirty="0"/>
              <a:t>Personas Components</a:t>
            </a:r>
          </a:p>
        </p:txBody>
      </p:sp>
      <p:sp>
        <p:nvSpPr>
          <p:cNvPr id="3" name="Content Placeholder 2">
            <a:extLst>
              <a:ext uri="{FF2B5EF4-FFF2-40B4-BE49-F238E27FC236}">
                <a16:creationId xmlns:a16="http://schemas.microsoft.com/office/drawing/2014/main" id="{632F75F3-094D-04FD-664E-57EA67089944}"/>
              </a:ext>
            </a:extLst>
          </p:cNvPr>
          <p:cNvSpPr>
            <a:spLocks noGrp="1"/>
          </p:cNvSpPr>
          <p:nvPr>
            <p:ph idx="1"/>
          </p:nvPr>
        </p:nvSpPr>
        <p:spPr>
          <a:xfrm>
            <a:off x="380010" y="1481446"/>
            <a:ext cx="8383980" cy="4882266"/>
          </a:xfrm>
        </p:spPr>
        <p:txBody>
          <a:bodyPr>
            <a:normAutofit fontScale="92500" lnSpcReduction="10000"/>
          </a:bodyPr>
          <a:lstStyle/>
          <a:p>
            <a:r>
              <a:rPr lang="en-US" dirty="0"/>
              <a:t>Common components of a well-engineered persona:</a:t>
            </a:r>
          </a:p>
          <a:p>
            <a:pPr lvl="1"/>
            <a:r>
              <a:rPr lang="en-US" b="1" dirty="0"/>
              <a:t>Role/identity</a:t>
            </a:r>
            <a:r>
              <a:rPr lang="en-US" dirty="0"/>
              <a:t>: who the model is acting as (e.g. “a tutor”, “a security auditor”, “a technical writer”)</a:t>
            </a:r>
          </a:p>
          <a:p>
            <a:pPr lvl="1"/>
            <a:r>
              <a:rPr lang="en-US" b="1" dirty="0"/>
              <a:t>Expertise level</a:t>
            </a:r>
            <a:r>
              <a:rPr lang="en-US" dirty="0"/>
              <a:t>: how deep or specialized the knowledge should sounds (e.g. “explain like I’m a beginner” vs “assume graduate-level knowledge”)</a:t>
            </a:r>
          </a:p>
          <a:p>
            <a:pPr lvl="1"/>
            <a:r>
              <a:rPr lang="en-US" b="1" dirty="0"/>
              <a:t>Behavioral constraints</a:t>
            </a:r>
            <a:r>
              <a:rPr lang="en-US" dirty="0"/>
              <a:t>: rules the persona should follow (e.g. “never give a direct answer”, “always flag assumptions”</a:t>
            </a:r>
          </a:p>
          <a:p>
            <a:pPr lvl="1"/>
            <a:r>
              <a:rPr lang="en-US" b="1" dirty="0"/>
              <a:t>Tone</a:t>
            </a:r>
            <a:r>
              <a:rPr lang="en-US" dirty="0"/>
              <a:t>: The emotional/stylistic register of responses (e.g. “encouraging”, “terse and clinical”, “formal”)</a:t>
            </a:r>
          </a:p>
          <a:p>
            <a:pPr lvl="1"/>
            <a:r>
              <a:rPr lang="en-US" b="1" dirty="0"/>
              <a:t>Audience awareness</a:t>
            </a:r>
            <a:r>
              <a:rPr lang="en-US" dirty="0"/>
              <a:t>: who the output is intended for – shapes vocabulary and depth. (e.g. “explaining to a non-technical stakeholder”)</a:t>
            </a:r>
          </a:p>
        </p:txBody>
      </p:sp>
    </p:spTree>
    <p:extLst>
      <p:ext uri="{BB962C8B-B14F-4D97-AF65-F5344CB8AC3E}">
        <p14:creationId xmlns:p14="http://schemas.microsoft.com/office/powerpoint/2010/main" val="16944869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0FF86B-E5C6-7562-7B78-00F4EB6A4526}"/>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1AB00F36-9478-EF3C-07D8-F26B51BD1469}"/>
              </a:ext>
            </a:extLst>
          </p:cNvPr>
          <p:cNvSpPr>
            <a:spLocks noGrp="1"/>
          </p:cNvSpPr>
          <p:nvPr>
            <p:ph type="sldNum" sz="quarter" idx="12"/>
          </p:nvPr>
        </p:nvSpPr>
        <p:spPr/>
        <p:txBody>
          <a:bodyPr/>
          <a:lstStyle/>
          <a:p>
            <a:fld id="{F6728BC2-ACA3-447C-A909-F3F49211C066}" type="slidenum">
              <a:rPr lang="en-US" smtClean="0"/>
              <a:pPr/>
              <a:t>24</a:t>
            </a:fld>
            <a:endParaRPr lang="en-US" dirty="0"/>
          </a:p>
        </p:txBody>
      </p:sp>
      <p:sp>
        <p:nvSpPr>
          <p:cNvPr id="8" name="Title 7">
            <a:extLst>
              <a:ext uri="{FF2B5EF4-FFF2-40B4-BE49-F238E27FC236}">
                <a16:creationId xmlns:a16="http://schemas.microsoft.com/office/drawing/2014/main" id="{2ADCC7DB-8D52-BCA0-774E-3ECDEE693EC4}"/>
              </a:ext>
            </a:extLst>
          </p:cNvPr>
          <p:cNvSpPr>
            <a:spLocks noGrp="1"/>
          </p:cNvSpPr>
          <p:nvPr>
            <p:ph type="title"/>
          </p:nvPr>
        </p:nvSpPr>
        <p:spPr/>
        <p:txBody>
          <a:bodyPr/>
          <a:lstStyle/>
          <a:p>
            <a:r>
              <a:rPr lang="en-US" dirty="0"/>
              <a:t>Personas Limitation &amp; Considerations</a:t>
            </a:r>
          </a:p>
        </p:txBody>
      </p:sp>
      <p:sp>
        <p:nvSpPr>
          <p:cNvPr id="3" name="Content Placeholder 2">
            <a:extLst>
              <a:ext uri="{FF2B5EF4-FFF2-40B4-BE49-F238E27FC236}">
                <a16:creationId xmlns:a16="http://schemas.microsoft.com/office/drawing/2014/main" id="{DA555179-340C-631D-4502-C45D75B03D90}"/>
              </a:ext>
            </a:extLst>
          </p:cNvPr>
          <p:cNvSpPr>
            <a:spLocks noGrp="1"/>
          </p:cNvSpPr>
          <p:nvPr>
            <p:ph idx="1"/>
          </p:nvPr>
        </p:nvSpPr>
        <p:spPr>
          <a:xfrm>
            <a:off x="380010" y="1481446"/>
            <a:ext cx="8383980" cy="4882266"/>
          </a:xfrm>
        </p:spPr>
        <p:txBody>
          <a:bodyPr>
            <a:normAutofit fontScale="85000" lnSpcReduction="20000"/>
          </a:bodyPr>
          <a:lstStyle/>
          <a:p>
            <a:r>
              <a:rPr lang="en-US" dirty="0"/>
              <a:t>A persona shapes style and behavior, not actual capability.</a:t>
            </a:r>
          </a:p>
          <a:p>
            <a:r>
              <a:rPr lang="en-US" dirty="0"/>
              <a:t>Assigning a model a persona of “an expert cardiologist” doesn’t grant it real medical expertise.</a:t>
            </a:r>
          </a:p>
          <a:p>
            <a:r>
              <a:rPr lang="en-US" dirty="0"/>
              <a:t>An expert-sounding persona can make an incorrect or hallucinated response feel more trustworthy due to the tone used.</a:t>
            </a:r>
          </a:p>
          <a:p>
            <a:r>
              <a:rPr lang="en-US" dirty="0"/>
              <a:t>Persona engineering is value for adding better consistency at scale</a:t>
            </a:r>
          </a:p>
          <a:p>
            <a:pPr lvl="1"/>
            <a:r>
              <a:rPr lang="en-US" dirty="0"/>
              <a:t>E.g. A customer support chatbot that is friendly, concise, and never uses ‘jargon’</a:t>
            </a:r>
          </a:p>
          <a:p>
            <a:r>
              <a:rPr lang="en-US" dirty="0"/>
              <a:t>Persona and structure combine well with other techniques, such as </a:t>
            </a:r>
            <a:r>
              <a:rPr lang="en-US" dirty="0" err="1"/>
              <a:t>CoT</a:t>
            </a:r>
            <a:r>
              <a:rPr lang="en-US" dirty="0"/>
              <a:t>, which can shape how the model </a:t>
            </a:r>
            <a:r>
              <a:rPr lang="en-US" i="1" dirty="0"/>
              <a:t>reasons</a:t>
            </a:r>
            <a:r>
              <a:rPr lang="en-US" dirty="0"/>
              <a:t> and how it </a:t>
            </a:r>
            <a:r>
              <a:rPr lang="en-US" i="1" dirty="0"/>
              <a:t>communicates</a:t>
            </a:r>
            <a:r>
              <a:rPr lang="en-US" dirty="0"/>
              <a:t> that reasoning.</a:t>
            </a:r>
            <a:endParaRPr lang="en-US" i="1" dirty="0"/>
          </a:p>
        </p:txBody>
      </p:sp>
    </p:spTree>
    <p:extLst>
      <p:ext uri="{BB962C8B-B14F-4D97-AF65-F5344CB8AC3E}">
        <p14:creationId xmlns:p14="http://schemas.microsoft.com/office/powerpoint/2010/main" val="39416879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56DE71-7381-978B-3939-82A77D244E3B}"/>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3437BC3F-455E-A920-6063-34DC80C071D1}"/>
              </a:ext>
            </a:extLst>
          </p:cNvPr>
          <p:cNvSpPr>
            <a:spLocks noGrp="1"/>
          </p:cNvSpPr>
          <p:nvPr>
            <p:ph type="sldNum" sz="quarter" idx="12"/>
          </p:nvPr>
        </p:nvSpPr>
        <p:spPr/>
        <p:txBody>
          <a:bodyPr/>
          <a:lstStyle/>
          <a:p>
            <a:fld id="{F6728BC2-ACA3-447C-A909-F3F49211C066}" type="slidenum">
              <a:rPr lang="en-US" smtClean="0"/>
              <a:pPr/>
              <a:t>25</a:t>
            </a:fld>
            <a:endParaRPr lang="en-US" dirty="0"/>
          </a:p>
        </p:txBody>
      </p:sp>
      <p:sp>
        <p:nvSpPr>
          <p:cNvPr id="8" name="Title 7">
            <a:extLst>
              <a:ext uri="{FF2B5EF4-FFF2-40B4-BE49-F238E27FC236}">
                <a16:creationId xmlns:a16="http://schemas.microsoft.com/office/drawing/2014/main" id="{99ADC5CA-A4A0-B051-F04D-B81CE4DC5E66}"/>
              </a:ext>
            </a:extLst>
          </p:cNvPr>
          <p:cNvSpPr>
            <a:spLocks noGrp="1"/>
          </p:cNvSpPr>
          <p:nvPr>
            <p:ph type="title"/>
          </p:nvPr>
        </p:nvSpPr>
        <p:spPr/>
        <p:txBody>
          <a:bodyPr/>
          <a:lstStyle/>
          <a:p>
            <a:r>
              <a:rPr lang="en-US" dirty="0"/>
              <a:t>Role vs Persona</a:t>
            </a:r>
          </a:p>
        </p:txBody>
      </p:sp>
      <p:sp>
        <p:nvSpPr>
          <p:cNvPr id="3" name="Content Placeholder 2">
            <a:extLst>
              <a:ext uri="{FF2B5EF4-FFF2-40B4-BE49-F238E27FC236}">
                <a16:creationId xmlns:a16="http://schemas.microsoft.com/office/drawing/2014/main" id="{38CBF2DA-D3DC-AD45-8922-4A4CA966C79A}"/>
              </a:ext>
            </a:extLst>
          </p:cNvPr>
          <p:cNvSpPr>
            <a:spLocks noGrp="1"/>
          </p:cNvSpPr>
          <p:nvPr>
            <p:ph idx="1"/>
          </p:nvPr>
        </p:nvSpPr>
        <p:spPr>
          <a:xfrm>
            <a:off x="380010" y="1481446"/>
            <a:ext cx="8383980" cy="4882266"/>
          </a:xfrm>
        </p:spPr>
        <p:txBody>
          <a:bodyPr>
            <a:normAutofit fontScale="85000" lnSpcReduction="20000"/>
          </a:bodyPr>
          <a:lstStyle/>
          <a:p>
            <a:r>
              <a:rPr lang="en-US" dirty="0"/>
              <a:t>Role Prompting</a:t>
            </a:r>
          </a:p>
          <a:p>
            <a:pPr lvl="1"/>
            <a:r>
              <a:rPr lang="en-US" i="1" dirty="0"/>
              <a:t>“You are a senior software engineer. Review this pull request and point out any issues.”</a:t>
            </a:r>
            <a:br>
              <a:rPr lang="en-US" i="1" dirty="0"/>
            </a:br>
            <a:endParaRPr lang="en-US" i="1" dirty="0"/>
          </a:p>
          <a:p>
            <a:r>
              <a:rPr lang="en-US" dirty="0"/>
              <a:t>Persona Engineering</a:t>
            </a:r>
          </a:p>
          <a:p>
            <a:pPr lvl="1"/>
            <a:r>
              <a:rPr lang="en-US" i="1" dirty="0"/>
              <a:t>“You are a senior backend engineer reviewing a pull request form a junior developer on your team.</a:t>
            </a:r>
            <a:br>
              <a:rPr lang="en-US" i="1" dirty="0"/>
            </a:br>
            <a:r>
              <a:rPr lang="en-US" b="1" i="1" dirty="0"/>
              <a:t>Expertise level</a:t>
            </a:r>
            <a:r>
              <a:rPr lang="en-US" i="1" dirty="0"/>
              <a:t>: Assume deep familiarity with backend systems and security best practices but explain any issue you flag in a way a junior developer can learn from, not just fix.</a:t>
            </a:r>
            <a:br>
              <a:rPr lang="en-US" i="1" dirty="0"/>
            </a:br>
            <a:r>
              <a:rPr lang="en-US" b="1" i="1" dirty="0"/>
              <a:t>Behavior Constraints</a:t>
            </a:r>
            <a:r>
              <a:rPr lang="en-US" i="1" dirty="0"/>
              <a:t>: Never approve a PR with an unresolved security concerns. Always explain why something is a problem, not just that it is. If a change is stylistic rather than functional, label it clearly as optional</a:t>
            </a:r>
            <a:br>
              <a:rPr lang="en-US" i="1" dirty="0"/>
            </a:br>
            <a:r>
              <a:rPr lang="en-US" b="1" i="1" dirty="0"/>
              <a:t>Tone</a:t>
            </a:r>
            <a:r>
              <a:rPr lang="en-US" i="1" dirty="0"/>
              <a:t>: Constructive and specific. Avoid harsh or dismissive language, even when flagging a serious issue</a:t>
            </a:r>
            <a:br>
              <a:rPr lang="en-US" i="1" dirty="0"/>
            </a:br>
            <a:r>
              <a:rPr lang="en-US" b="1" i="1" dirty="0"/>
              <a:t>Audience</a:t>
            </a:r>
            <a:r>
              <a:rPr lang="en-US" i="1" dirty="0"/>
              <a:t>: The junior developer who submitted the PR, who will read your feedback directly.”</a:t>
            </a:r>
          </a:p>
        </p:txBody>
      </p:sp>
    </p:spTree>
    <p:extLst>
      <p:ext uri="{BB962C8B-B14F-4D97-AF65-F5344CB8AC3E}">
        <p14:creationId xmlns:p14="http://schemas.microsoft.com/office/powerpoint/2010/main" val="19388967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11838C-121C-22A9-0988-EB819F23BC6F}"/>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6145254B-86A5-85CA-6442-80BC2F071F8F}"/>
              </a:ext>
            </a:extLst>
          </p:cNvPr>
          <p:cNvSpPr>
            <a:spLocks noGrp="1"/>
          </p:cNvSpPr>
          <p:nvPr>
            <p:ph type="sldNum" idx="12"/>
          </p:nvPr>
        </p:nvSpPr>
        <p:spPr>
          <a:xfrm>
            <a:off x="8122757" y="6363712"/>
            <a:ext cx="861671" cy="365125"/>
          </a:xfrm>
        </p:spPr>
        <p:txBody>
          <a:bodyPr spcFirstLastPara="1" wrap="square" lIns="91425" tIns="45700" rIns="91425" bIns="45700" anchor="ctr" anchorCtr="0">
            <a:normAutofit/>
          </a:bodyPr>
          <a:lstStyle/>
          <a:p>
            <a:pPr>
              <a:spcAft>
                <a:spcPts val="600"/>
              </a:spcAft>
            </a:pPr>
            <a:fld id="{00000000-1234-1234-1234-123412341234}" type="slidenum">
              <a:rPr lang="en-US" smtClean="0"/>
              <a:pPr>
                <a:spcAft>
                  <a:spcPts val="600"/>
                </a:spcAft>
              </a:pPr>
              <a:t>26</a:t>
            </a:fld>
            <a:endParaRPr lang="en-US"/>
          </a:p>
        </p:txBody>
      </p:sp>
      <p:sp>
        <p:nvSpPr>
          <p:cNvPr id="4" name="Google Shape;212;p15">
            <a:extLst>
              <a:ext uri="{FF2B5EF4-FFF2-40B4-BE49-F238E27FC236}">
                <a16:creationId xmlns:a16="http://schemas.microsoft.com/office/drawing/2014/main" id="{A16273A7-3CB9-F85A-3AE4-E1B9D70C0C5F}"/>
              </a:ext>
            </a:extLst>
          </p:cNvPr>
          <p:cNvSpPr txBox="1">
            <a:spLocks/>
          </p:cNvSpPr>
          <p:nvPr/>
        </p:nvSpPr>
        <p:spPr>
          <a:xfrm>
            <a:off x="157163" y="2493034"/>
            <a:ext cx="8826500" cy="3591854"/>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457200" indent="-228600" algn="ctr">
              <a:spcBef>
                <a:spcPts val="560"/>
              </a:spcBef>
              <a:buClr>
                <a:schemeClr val="accent1"/>
              </a:buClr>
              <a:buSzPts val="2800"/>
            </a:pPr>
            <a:r>
              <a:rPr lang="en-US" sz="4000" b="0" i="0" u="none" strike="noStrike" cap="none" dirty="0">
                <a:solidFill>
                  <a:schemeClr val="dk2"/>
                </a:solidFill>
                <a:latin typeface="Arial"/>
                <a:ea typeface="Arial"/>
                <a:cs typeface="Arial"/>
                <a:sym typeface="Arial"/>
              </a:rPr>
              <a:t>Constraints</a:t>
            </a:r>
          </a:p>
        </p:txBody>
      </p:sp>
      <p:pic>
        <p:nvPicPr>
          <p:cNvPr id="6" name="Picture 5">
            <a:extLst>
              <a:ext uri="{FF2B5EF4-FFF2-40B4-BE49-F238E27FC236}">
                <a16:creationId xmlns:a16="http://schemas.microsoft.com/office/drawing/2014/main" id="{084FD848-8E29-4C24-A441-0E6EFAA44F00}"/>
              </a:ext>
            </a:extLst>
          </p:cNvPr>
          <p:cNvPicPr>
            <a:picLocks noChangeAspect="1"/>
          </p:cNvPicPr>
          <p:nvPr/>
        </p:nvPicPr>
        <p:blipFill>
          <a:blip r:embed="rId2"/>
          <a:stretch>
            <a:fillRect/>
          </a:stretch>
        </p:blipFill>
        <p:spPr>
          <a:xfrm>
            <a:off x="6788472" y="0"/>
            <a:ext cx="2355528" cy="864158"/>
          </a:xfrm>
          <a:prstGeom prst="rect">
            <a:avLst/>
          </a:prstGeom>
        </p:spPr>
      </p:pic>
    </p:spTree>
    <p:extLst>
      <p:ext uri="{BB962C8B-B14F-4D97-AF65-F5344CB8AC3E}">
        <p14:creationId xmlns:p14="http://schemas.microsoft.com/office/powerpoint/2010/main" val="196971313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710C36-1A62-730B-AB3F-1D89951B615C}"/>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04E17DDD-1BE7-9799-2B31-68BAE16CE1F2}"/>
              </a:ext>
            </a:extLst>
          </p:cNvPr>
          <p:cNvSpPr>
            <a:spLocks noGrp="1"/>
          </p:cNvSpPr>
          <p:nvPr>
            <p:ph type="sldNum" sz="quarter" idx="12"/>
          </p:nvPr>
        </p:nvSpPr>
        <p:spPr/>
        <p:txBody>
          <a:bodyPr/>
          <a:lstStyle/>
          <a:p>
            <a:fld id="{F6728BC2-ACA3-447C-A909-F3F49211C066}" type="slidenum">
              <a:rPr lang="en-US" smtClean="0"/>
              <a:pPr/>
              <a:t>27</a:t>
            </a:fld>
            <a:endParaRPr lang="en-US" dirty="0"/>
          </a:p>
        </p:txBody>
      </p:sp>
      <p:sp>
        <p:nvSpPr>
          <p:cNvPr id="8" name="Title 7">
            <a:extLst>
              <a:ext uri="{FF2B5EF4-FFF2-40B4-BE49-F238E27FC236}">
                <a16:creationId xmlns:a16="http://schemas.microsoft.com/office/drawing/2014/main" id="{0F411BC0-10D8-633A-27FF-27737AAF74A7}"/>
              </a:ext>
            </a:extLst>
          </p:cNvPr>
          <p:cNvSpPr>
            <a:spLocks noGrp="1"/>
          </p:cNvSpPr>
          <p:nvPr>
            <p:ph type="title"/>
          </p:nvPr>
        </p:nvSpPr>
        <p:spPr/>
        <p:txBody>
          <a:bodyPr/>
          <a:lstStyle/>
          <a:p>
            <a:r>
              <a:rPr lang="en-US" dirty="0"/>
              <a:t>Constraints</a:t>
            </a:r>
          </a:p>
        </p:txBody>
      </p:sp>
      <p:sp>
        <p:nvSpPr>
          <p:cNvPr id="3" name="Content Placeholder 2">
            <a:extLst>
              <a:ext uri="{FF2B5EF4-FFF2-40B4-BE49-F238E27FC236}">
                <a16:creationId xmlns:a16="http://schemas.microsoft.com/office/drawing/2014/main" id="{7A0D75AD-D07B-05D5-0F0C-C0CF002B6328}"/>
              </a:ext>
            </a:extLst>
          </p:cNvPr>
          <p:cNvSpPr>
            <a:spLocks noGrp="1"/>
          </p:cNvSpPr>
          <p:nvPr>
            <p:ph idx="1"/>
          </p:nvPr>
        </p:nvSpPr>
        <p:spPr>
          <a:xfrm>
            <a:off x="380010" y="1481446"/>
            <a:ext cx="8383980" cy="4882266"/>
          </a:xfrm>
        </p:spPr>
        <p:txBody>
          <a:bodyPr>
            <a:normAutofit lnSpcReduction="10000"/>
          </a:bodyPr>
          <a:lstStyle/>
          <a:p>
            <a:r>
              <a:rPr lang="en-US" b="1" dirty="0"/>
              <a:t>Constraints</a:t>
            </a:r>
            <a:r>
              <a:rPr lang="en-US" dirty="0"/>
              <a:t> are explicit boundaries placed on a model’s output.</a:t>
            </a:r>
          </a:p>
          <a:p>
            <a:r>
              <a:rPr lang="en-US" dirty="0"/>
              <a:t>They act as rules about what the model should or shouldn’t include, how long responses should be, or what structure it must follow.</a:t>
            </a:r>
          </a:p>
          <a:p>
            <a:r>
              <a:rPr lang="en-US" dirty="0"/>
              <a:t>Constraints reduce the “space” of acceptable outputs</a:t>
            </a:r>
          </a:p>
          <a:p>
            <a:r>
              <a:rPr lang="en-US" dirty="0"/>
              <a:t>Increases predictability &amp; makes model output easier to use programmatically</a:t>
            </a:r>
          </a:p>
          <a:p>
            <a:r>
              <a:rPr lang="en-US" dirty="0"/>
              <a:t>Constraints are especially critical when an LLM’s output feeds directly into another system</a:t>
            </a:r>
          </a:p>
        </p:txBody>
      </p:sp>
    </p:spTree>
    <p:extLst>
      <p:ext uri="{BB962C8B-B14F-4D97-AF65-F5344CB8AC3E}">
        <p14:creationId xmlns:p14="http://schemas.microsoft.com/office/powerpoint/2010/main" val="8984924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B57203-3ECC-F5D8-65BA-6C6FB46B7DE7}"/>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E36080D3-CCA4-FD64-BF2A-DBCE38F4C36B}"/>
              </a:ext>
            </a:extLst>
          </p:cNvPr>
          <p:cNvSpPr>
            <a:spLocks noGrp="1"/>
          </p:cNvSpPr>
          <p:nvPr>
            <p:ph type="sldNum" sz="quarter" idx="12"/>
          </p:nvPr>
        </p:nvSpPr>
        <p:spPr/>
        <p:txBody>
          <a:bodyPr/>
          <a:lstStyle/>
          <a:p>
            <a:fld id="{F6728BC2-ACA3-447C-A909-F3F49211C066}" type="slidenum">
              <a:rPr lang="en-US" smtClean="0"/>
              <a:pPr/>
              <a:t>28</a:t>
            </a:fld>
            <a:endParaRPr lang="en-US" dirty="0"/>
          </a:p>
        </p:txBody>
      </p:sp>
      <p:sp>
        <p:nvSpPr>
          <p:cNvPr id="8" name="Title 7">
            <a:extLst>
              <a:ext uri="{FF2B5EF4-FFF2-40B4-BE49-F238E27FC236}">
                <a16:creationId xmlns:a16="http://schemas.microsoft.com/office/drawing/2014/main" id="{B5754724-8735-F5A4-562A-AF16F3822547}"/>
              </a:ext>
            </a:extLst>
          </p:cNvPr>
          <p:cNvSpPr>
            <a:spLocks noGrp="1"/>
          </p:cNvSpPr>
          <p:nvPr>
            <p:ph type="title"/>
          </p:nvPr>
        </p:nvSpPr>
        <p:spPr/>
        <p:txBody>
          <a:bodyPr/>
          <a:lstStyle/>
          <a:p>
            <a:r>
              <a:rPr lang="en-US" dirty="0"/>
              <a:t>Constraint Categories</a:t>
            </a:r>
          </a:p>
        </p:txBody>
      </p:sp>
      <p:sp>
        <p:nvSpPr>
          <p:cNvPr id="3" name="Content Placeholder 2">
            <a:extLst>
              <a:ext uri="{FF2B5EF4-FFF2-40B4-BE49-F238E27FC236}">
                <a16:creationId xmlns:a16="http://schemas.microsoft.com/office/drawing/2014/main" id="{FF530160-5734-356F-234F-220099D6971C}"/>
              </a:ext>
            </a:extLst>
          </p:cNvPr>
          <p:cNvSpPr>
            <a:spLocks noGrp="1"/>
          </p:cNvSpPr>
          <p:nvPr>
            <p:ph idx="1"/>
          </p:nvPr>
        </p:nvSpPr>
        <p:spPr>
          <a:xfrm>
            <a:off x="380010" y="1481446"/>
            <a:ext cx="8383980" cy="4882266"/>
          </a:xfrm>
        </p:spPr>
        <p:txBody>
          <a:bodyPr>
            <a:normAutofit fontScale="77500" lnSpcReduction="20000"/>
          </a:bodyPr>
          <a:lstStyle/>
          <a:p>
            <a:pPr marL="0" indent="0">
              <a:buNone/>
            </a:pPr>
            <a:r>
              <a:rPr lang="en-US" dirty="0"/>
              <a:t>Common categories of constraints:</a:t>
            </a:r>
          </a:p>
          <a:p>
            <a:r>
              <a:rPr lang="en-US" b="1" dirty="0"/>
              <a:t>Format constraints</a:t>
            </a:r>
            <a:r>
              <a:rPr lang="en-US" dirty="0"/>
              <a:t>: The structural shape of the output</a:t>
            </a:r>
          </a:p>
          <a:p>
            <a:pPr lvl="1"/>
            <a:r>
              <a:rPr lang="en-US" i="1" dirty="0"/>
              <a:t>“respond in valid JSON”</a:t>
            </a:r>
          </a:p>
          <a:p>
            <a:r>
              <a:rPr lang="en-US" b="1" dirty="0"/>
              <a:t>Length constraints</a:t>
            </a:r>
            <a:r>
              <a:rPr lang="en-US" dirty="0"/>
              <a:t>: How long or short the response should be</a:t>
            </a:r>
          </a:p>
          <a:p>
            <a:pPr lvl="1"/>
            <a:r>
              <a:rPr lang="en-US" i="1" dirty="0"/>
              <a:t>“no more than 100 words”</a:t>
            </a:r>
          </a:p>
          <a:p>
            <a:r>
              <a:rPr lang="en-US" b="1" dirty="0"/>
              <a:t>Content constraints</a:t>
            </a:r>
            <a:r>
              <a:rPr lang="en-US" dirty="0"/>
              <a:t>: What must or must not be included in the output</a:t>
            </a:r>
          </a:p>
          <a:p>
            <a:pPr lvl="1"/>
            <a:r>
              <a:rPr lang="en-US" i="1" dirty="0"/>
              <a:t>“exclude any personally identifiable information”</a:t>
            </a:r>
          </a:p>
          <a:p>
            <a:r>
              <a:rPr lang="en-US" b="1" dirty="0"/>
              <a:t>Behavioral/boundary constraints</a:t>
            </a:r>
            <a:r>
              <a:rPr lang="en-US" dirty="0"/>
              <a:t>: rules about how the model should act, especially in edge cases</a:t>
            </a:r>
          </a:p>
          <a:p>
            <a:pPr lvl="1"/>
            <a:r>
              <a:rPr lang="en-US" i="1" dirty="0"/>
              <a:t>“If you’re unsure, say so rather than guessing”</a:t>
            </a:r>
          </a:p>
          <a:p>
            <a:r>
              <a:rPr lang="en-US" b="1" dirty="0"/>
              <a:t>Positive constraints</a:t>
            </a:r>
            <a:r>
              <a:rPr lang="en-US" dirty="0"/>
              <a:t>: Dictating what the model </a:t>
            </a:r>
            <a:r>
              <a:rPr lang="en-US" i="1" dirty="0"/>
              <a:t>should do</a:t>
            </a:r>
          </a:p>
          <a:p>
            <a:pPr lvl="1"/>
            <a:r>
              <a:rPr lang="en-US" i="1" dirty="0"/>
              <a:t>“always cite your source”</a:t>
            </a:r>
          </a:p>
          <a:p>
            <a:r>
              <a:rPr lang="en-US" b="1" dirty="0"/>
              <a:t>Negative constraints</a:t>
            </a:r>
            <a:r>
              <a:rPr lang="en-US" dirty="0"/>
              <a:t>: Dictating what the model should </a:t>
            </a:r>
            <a:r>
              <a:rPr lang="en-US" i="1" dirty="0"/>
              <a:t>not</a:t>
            </a:r>
            <a:r>
              <a:rPr lang="en-US" dirty="0"/>
              <a:t> do</a:t>
            </a:r>
          </a:p>
          <a:p>
            <a:pPr lvl="1"/>
            <a:r>
              <a:rPr lang="en-US" i="1" dirty="0"/>
              <a:t>“Never use technical jargon”</a:t>
            </a:r>
          </a:p>
        </p:txBody>
      </p:sp>
    </p:spTree>
    <p:extLst>
      <p:ext uri="{BB962C8B-B14F-4D97-AF65-F5344CB8AC3E}">
        <p14:creationId xmlns:p14="http://schemas.microsoft.com/office/powerpoint/2010/main" val="42871518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3">
                                            <p:txEl>
                                              <p:pRg st="7" end="7"/>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9" end="9"/>
                                            </p:txEl>
                                          </p:spTgt>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3">
                                            <p:txEl>
                                              <p:pRg st="11" end="11"/>
                                            </p:txEl>
                                          </p:spTgt>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3">
                                            <p:txEl>
                                              <p:pRg st="12" end="1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92DB0F-0CE4-CA56-0542-788954E5FD9D}"/>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5CEBFAD5-C900-8EEF-A3CD-F7E08C9BE635}"/>
              </a:ext>
            </a:extLst>
          </p:cNvPr>
          <p:cNvSpPr>
            <a:spLocks noGrp="1"/>
          </p:cNvSpPr>
          <p:nvPr>
            <p:ph type="sldNum" sz="quarter" idx="12"/>
          </p:nvPr>
        </p:nvSpPr>
        <p:spPr/>
        <p:txBody>
          <a:bodyPr/>
          <a:lstStyle/>
          <a:p>
            <a:fld id="{F6728BC2-ACA3-447C-A909-F3F49211C066}" type="slidenum">
              <a:rPr lang="en-US" smtClean="0"/>
              <a:pPr/>
              <a:t>29</a:t>
            </a:fld>
            <a:endParaRPr lang="en-US" dirty="0"/>
          </a:p>
        </p:txBody>
      </p:sp>
      <p:sp>
        <p:nvSpPr>
          <p:cNvPr id="8" name="Title 7">
            <a:extLst>
              <a:ext uri="{FF2B5EF4-FFF2-40B4-BE49-F238E27FC236}">
                <a16:creationId xmlns:a16="http://schemas.microsoft.com/office/drawing/2014/main" id="{46CE0433-4EA0-361A-EF43-8CF7496C6341}"/>
              </a:ext>
            </a:extLst>
          </p:cNvPr>
          <p:cNvSpPr>
            <a:spLocks noGrp="1"/>
          </p:cNvSpPr>
          <p:nvPr>
            <p:ph type="title"/>
          </p:nvPr>
        </p:nvSpPr>
        <p:spPr/>
        <p:txBody>
          <a:bodyPr/>
          <a:lstStyle/>
          <a:p>
            <a:r>
              <a:rPr lang="en-US" dirty="0"/>
              <a:t>Constraints</a:t>
            </a:r>
          </a:p>
        </p:txBody>
      </p:sp>
      <p:pic>
        <p:nvPicPr>
          <p:cNvPr id="5" name="Picture 4">
            <a:extLst>
              <a:ext uri="{FF2B5EF4-FFF2-40B4-BE49-F238E27FC236}">
                <a16:creationId xmlns:a16="http://schemas.microsoft.com/office/drawing/2014/main" id="{98A0D8DA-D58D-C050-1899-9C9A1D93575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61195" y="1545754"/>
            <a:ext cx="8621610" cy="4817958"/>
          </a:xfrm>
          <a:prstGeom prst="rect">
            <a:avLst/>
          </a:prstGeom>
        </p:spPr>
      </p:pic>
    </p:spTree>
    <p:extLst>
      <p:ext uri="{BB962C8B-B14F-4D97-AF65-F5344CB8AC3E}">
        <p14:creationId xmlns:p14="http://schemas.microsoft.com/office/powerpoint/2010/main" val="84313920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7FA69F-1D61-8136-0F48-E6522E3983E3}"/>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EAB01C7A-E6E1-1191-DE88-C4420C4450B7}"/>
              </a:ext>
            </a:extLst>
          </p:cNvPr>
          <p:cNvSpPr>
            <a:spLocks noGrp="1"/>
          </p:cNvSpPr>
          <p:nvPr>
            <p:ph type="sldNum" sz="quarter" idx="12"/>
          </p:nvPr>
        </p:nvSpPr>
        <p:spPr/>
        <p:txBody>
          <a:bodyPr/>
          <a:lstStyle/>
          <a:p>
            <a:fld id="{F6728BC2-ACA3-447C-A909-F3F49211C066}" type="slidenum">
              <a:rPr lang="en-US" smtClean="0"/>
              <a:pPr/>
              <a:t>30</a:t>
            </a:fld>
            <a:endParaRPr lang="en-US" dirty="0"/>
          </a:p>
        </p:txBody>
      </p:sp>
      <p:sp>
        <p:nvSpPr>
          <p:cNvPr id="8" name="Title 7">
            <a:extLst>
              <a:ext uri="{FF2B5EF4-FFF2-40B4-BE49-F238E27FC236}">
                <a16:creationId xmlns:a16="http://schemas.microsoft.com/office/drawing/2014/main" id="{8672EC1B-A174-24EA-8D2A-8F0AE6E99C37}"/>
              </a:ext>
            </a:extLst>
          </p:cNvPr>
          <p:cNvSpPr>
            <a:spLocks noGrp="1"/>
          </p:cNvSpPr>
          <p:nvPr>
            <p:ph type="title"/>
          </p:nvPr>
        </p:nvSpPr>
        <p:spPr/>
        <p:txBody>
          <a:bodyPr/>
          <a:lstStyle/>
          <a:p>
            <a:r>
              <a:rPr lang="en-US" dirty="0"/>
              <a:t>Constraints and Quality</a:t>
            </a:r>
          </a:p>
        </p:txBody>
      </p:sp>
      <p:sp>
        <p:nvSpPr>
          <p:cNvPr id="3" name="Content Placeholder 2">
            <a:extLst>
              <a:ext uri="{FF2B5EF4-FFF2-40B4-BE49-F238E27FC236}">
                <a16:creationId xmlns:a16="http://schemas.microsoft.com/office/drawing/2014/main" id="{0BC3787E-846B-1BC5-A745-15A013B78EC3}"/>
              </a:ext>
            </a:extLst>
          </p:cNvPr>
          <p:cNvSpPr>
            <a:spLocks noGrp="1"/>
          </p:cNvSpPr>
          <p:nvPr>
            <p:ph idx="1"/>
          </p:nvPr>
        </p:nvSpPr>
        <p:spPr>
          <a:xfrm>
            <a:off x="380010" y="1481446"/>
            <a:ext cx="8383980" cy="4882266"/>
          </a:xfrm>
        </p:spPr>
        <p:txBody>
          <a:bodyPr>
            <a:normAutofit lnSpcReduction="10000"/>
          </a:bodyPr>
          <a:lstStyle/>
          <a:p>
            <a:r>
              <a:rPr lang="en-US" dirty="0"/>
              <a:t>There exists a tradeoff between constraints and quality of output</a:t>
            </a:r>
          </a:p>
          <a:p>
            <a:r>
              <a:rPr lang="en-US" dirty="0"/>
              <a:t>Too few constraints:</a:t>
            </a:r>
          </a:p>
          <a:p>
            <a:pPr lvl="1"/>
            <a:r>
              <a:rPr lang="en-US" dirty="0"/>
              <a:t>Inconsistent output (format, tone, and/or content)</a:t>
            </a:r>
          </a:p>
          <a:p>
            <a:pPr lvl="1"/>
            <a:r>
              <a:rPr lang="en-US" dirty="0"/>
              <a:t>Hard-to-use output</a:t>
            </a:r>
          </a:p>
          <a:p>
            <a:pPr lvl="1"/>
            <a:r>
              <a:rPr lang="en-US" dirty="0"/>
              <a:t>Result in improper conclusions/output for given input</a:t>
            </a:r>
          </a:p>
          <a:p>
            <a:r>
              <a:rPr lang="en-US" dirty="0"/>
              <a:t>Too many / Overly rigid constraints:</a:t>
            </a:r>
          </a:p>
          <a:p>
            <a:pPr lvl="1"/>
            <a:r>
              <a:rPr lang="en-US" dirty="0"/>
              <a:t>Output that feels stilted</a:t>
            </a:r>
          </a:p>
          <a:p>
            <a:pPr lvl="1"/>
            <a:r>
              <a:rPr lang="en-US" dirty="0"/>
              <a:t>Force model to provide unnatural responses as compared to specific input</a:t>
            </a:r>
          </a:p>
          <a:p>
            <a:pPr lvl="1"/>
            <a:r>
              <a:rPr lang="en-US" dirty="0"/>
              <a:t>Overly complicate output for simple tasks</a:t>
            </a:r>
          </a:p>
          <a:p>
            <a:pPr lvl="1"/>
            <a:endParaRPr lang="en-US" dirty="0"/>
          </a:p>
        </p:txBody>
      </p:sp>
    </p:spTree>
    <p:extLst>
      <p:ext uri="{BB962C8B-B14F-4D97-AF65-F5344CB8AC3E}">
        <p14:creationId xmlns:p14="http://schemas.microsoft.com/office/powerpoint/2010/main" val="7435605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par>
                          <p:cTn id="11" fill="hold">
                            <p:stCondLst>
                              <p:cond delay="0"/>
                            </p:stCondLst>
                            <p:childTnLst>
                              <p:par>
                                <p:cTn id="12" presetID="10" presetClass="entr" presetSubtype="0" fill="hold" grpId="0" nodeType="afterEffect">
                                  <p:stCondLst>
                                    <p:cond delay="0"/>
                                  </p:stCondLst>
                                  <p:childTnLst>
                                    <p:set>
                                      <p:cBhvr>
                                        <p:cTn id="13" dur="1" fill="hold">
                                          <p:stCondLst>
                                            <p:cond delay="0"/>
                                          </p:stCondLst>
                                        </p:cTn>
                                        <p:tgtEl>
                                          <p:spTgt spid="3">
                                            <p:txEl>
                                              <p:pRg st="2" end="2"/>
                                            </p:txEl>
                                          </p:spTgt>
                                        </p:tgtEl>
                                        <p:attrNameLst>
                                          <p:attrName>style.visibility</p:attrName>
                                        </p:attrNameLst>
                                      </p:cBhvr>
                                      <p:to>
                                        <p:strVal val="visible"/>
                                      </p:to>
                                    </p:set>
                                    <p:animEffect transition="in" filter="fade">
                                      <p:cBhvr>
                                        <p:cTn id="14" dur="500"/>
                                        <p:tgtEl>
                                          <p:spTgt spid="3">
                                            <p:txEl>
                                              <p:pRg st="2" end="2"/>
                                            </p:txEl>
                                          </p:spTgt>
                                        </p:tgtEl>
                                      </p:cBhvr>
                                    </p:animEffect>
                                  </p:childTnLst>
                                </p:cTn>
                              </p:par>
                            </p:childTnLst>
                          </p:cTn>
                        </p:par>
                        <p:par>
                          <p:cTn id="15" fill="hold">
                            <p:stCondLst>
                              <p:cond delay="500"/>
                            </p:stCondLst>
                            <p:childTnLst>
                              <p:par>
                                <p:cTn id="16" presetID="10" presetClass="entr" presetSubtype="0" fill="hold" grpId="0" nodeType="afterEffect">
                                  <p:stCondLst>
                                    <p:cond delay="0"/>
                                  </p:stCondLst>
                                  <p:childTnLst>
                                    <p:set>
                                      <p:cBhvr>
                                        <p:cTn id="17" dur="1" fill="hold">
                                          <p:stCondLst>
                                            <p:cond delay="0"/>
                                          </p:stCondLst>
                                        </p:cTn>
                                        <p:tgtEl>
                                          <p:spTgt spid="3">
                                            <p:txEl>
                                              <p:pRg st="3" end="3"/>
                                            </p:txEl>
                                          </p:spTgt>
                                        </p:tgtEl>
                                        <p:attrNameLst>
                                          <p:attrName>style.visibility</p:attrName>
                                        </p:attrNameLst>
                                      </p:cBhvr>
                                      <p:to>
                                        <p:strVal val="visible"/>
                                      </p:to>
                                    </p:set>
                                    <p:animEffect transition="in" filter="fade">
                                      <p:cBhvr>
                                        <p:cTn id="18" dur="500"/>
                                        <p:tgtEl>
                                          <p:spTgt spid="3">
                                            <p:txEl>
                                              <p:pRg st="3" end="3"/>
                                            </p:txEl>
                                          </p:spTgt>
                                        </p:tgtEl>
                                      </p:cBhvr>
                                    </p:animEffect>
                                  </p:childTnLst>
                                </p:cTn>
                              </p:par>
                            </p:childTnLst>
                          </p:cTn>
                        </p:par>
                        <p:par>
                          <p:cTn id="19" fill="hold">
                            <p:stCondLst>
                              <p:cond delay="1000"/>
                            </p:stCondLst>
                            <p:childTnLst>
                              <p:par>
                                <p:cTn id="20" presetID="10" presetClass="entr" presetSubtype="0" fill="hold" grpId="0" nodeType="afterEffect">
                                  <p:stCondLst>
                                    <p:cond delay="0"/>
                                  </p:stCondLst>
                                  <p:childTnLst>
                                    <p:set>
                                      <p:cBhvr>
                                        <p:cTn id="21" dur="1" fill="hold">
                                          <p:stCondLst>
                                            <p:cond delay="0"/>
                                          </p:stCondLst>
                                        </p:cTn>
                                        <p:tgtEl>
                                          <p:spTgt spid="3">
                                            <p:txEl>
                                              <p:pRg st="4" end="4"/>
                                            </p:txEl>
                                          </p:spTgt>
                                        </p:tgtEl>
                                        <p:attrNameLst>
                                          <p:attrName>style.visibility</p:attrName>
                                        </p:attrNameLst>
                                      </p:cBhvr>
                                      <p:to>
                                        <p:strVal val="visible"/>
                                      </p:to>
                                    </p:set>
                                    <p:animEffect transition="in" filter="fade">
                                      <p:cBhvr>
                                        <p:cTn id="22" dur="500"/>
                                        <p:tgtEl>
                                          <p:spTgt spid="3">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par>
                          <p:cTn id="27" fill="hold">
                            <p:stCondLst>
                              <p:cond delay="0"/>
                            </p:stCondLst>
                            <p:childTnLst>
                              <p:par>
                                <p:cTn id="28" presetID="10" presetClass="entr" presetSubtype="0" fill="hold" grpId="0" nodeType="afterEffect">
                                  <p:stCondLst>
                                    <p:cond delay="0"/>
                                  </p:stCondLst>
                                  <p:childTnLst>
                                    <p:set>
                                      <p:cBhvr>
                                        <p:cTn id="29" dur="1" fill="hold">
                                          <p:stCondLst>
                                            <p:cond delay="0"/>
                                          </p:stCondLst>
                                        </p:cTn>
                                        <p:tgtEl>
                                          <p:spTgt spid="3">
                                            <p:txEl>
                                              <p:pRg st="6" end="6"/>
                                            </p:txEl>
                                          </p:spTgt>
                                        </p:tgtEl>
                                        <p:attrNameLst>
                                          <p:attrName>style.visibility</p:attrName>
                                        </p:attrNameLst>
                                      </p:cBhvr>
                                      <p:to>
                                        <p:strVal val="visible"/>
                                      </p:to>
                                    </p:set>
                                    <p:animEffect transition="in" filter="fade">
                                      <p:cBhvr>
                                        <p:cTn id="30" dur="500"/>
                                        <p:tgtEl>
                                          <p:spTgt spid="3">
                                            <p:txEl>
                                              <p:pRg st="6" end="6"/>
                                            </p:txEl>
                                          </p:spTgt>
                                        </p:tgtEl>
                                      </p:cBhvr>
                                    </p:animEffect>
                                  </p:childTnLst>
                                </p:cTn>
                              </p:par>
                            </p:childTnLst>
                          </p:cTn>
                        </p:par>
                        <p:par>
                          <p:cTn id="31" fill="hold">
                            <p:stCondLst>
                              <p:cond delay="500"/>
                            </p:stCondLst>
                            <p:childTnLst>
                              <p:par>
                                <p:cTn id="32" presetID="10" presetClass="entr" presetSubtype="0" fill="hold" grpId="0" nodeType="afterEffect">
                                  <p:stCondLst>
                                    <p:cond delay="0"/>
                                  </p:stCondLst>
                                  <p:childTnLst>
                                    <p:set>
                                      <p:cBhvr>
                                        <p:cTn id="33" dur="1" fill="hold">
                                          <p:stCondLst>
                                            <p:cond delay="0"/>
                                          </p:stCondLst>
                                        </p:cTn>
                                        <p:tgtEl>
                                          <p:spTgt spid="3">
                                            <p:txEl>
                                              <p:pRg st="7" end="7"/>
                                            </p:txEl>
                                          </p:spTgt>
                                        </p:tgtEl>
                                        <p:attrNameLst>
                                          <p:attrName>style.visibility</p:attrName>
                                        </p:attrNameLst>
                                      </p:cBhvr>
                                      <p:to>
                                        <p:strVal val="visible"/>
                                      </p:to>
                                    </p:set>
                                    <p:animEffect transition="in" filter="fade">
                                      <p:cBhvr>
                                        <p:cTn id="34" dur="500"/>
                                        <p:tgtEl>
                                          <p:spTgt spid="3">
                                            <p:txEl>
                                              <p:pRg st="7" end="7"/>
                                            </p:txEl>
                                          </p:spTgt>
                                        </p:tgtEl>
                                      </p:cBhvr>
                                    </p:animEffect>
                                  </p:childTnLst>
                                </p:cTn>
                              </p:par>
                            </p:childTnLst>
                          </p:cTn>
                        </p:par>
                        <p:par>
                          <p:cTn id="35" fill="hold">
                            <p:stCondLst>
                              <p:cond delay="1000"/>
                            </p:stCondLst>
                            <p:childTnLst>
                              <p:par>
                                <p:cTn id="36" presetID="10" presetClass="entr" presetSubtype="0" fill="hold" grpId="0" nodeType="afterEffect">
                                  <p:stCondLst>
                                    <p:cond delay="0"/>
                                  </p:stCondLst>
                                  <p:childTnLst>
                                    <p:set>
                                      <p:cBhvr>
                                        <p:cTn id="37" dur="1" fill="hold">
                                          <p:stCondLst>
                                            <p:cond delay="0"/>
                                          </p:stCondLst>
                                        </p:cTn>
                                        <p:tgtEl>
                                          <p:spTgt spid="3">
                                            <p:txEl>
                                              <p:pRg st="8" end="8"/>
                                            </p:txEl>
                                          </p:spTgt>
                                        </p:tgtEl>
                                        <p:attrNameLst>
                                          <p:attrName>style.visibility</p:attrName>
                                        </p:attrNameLst>
                                      </p:cBhvr>
                                      <p:to>
                                        <p:strVal val="visible"/>
                                      </p:to>
                                    </p:set>
                                    <p:animEffect transition="in" filter="fade">
                                      <p:cBhvr>
                                        <p:cTn id="38" dur="500"/>
                                        <p:tgtEl>
                                          <p:spTgt spid="3">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36173D-ADBE-16CB-8A26-2E8DC72FBC6D}"/>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F371CC6E-9C77-2932-DEEA-CD11C8E70D5A}"/>
              </a:ext>
            </a:extLst>
          </p:cNvPr>
          <p:cNvSpPr>
            <a:spLocks noGrp="1"/>
          </p:cNvSpPr>
          <p:nvPr>
            <p:ph type="sldNum" idx="12"/>
          </p:nvPr>
        </p:nvSpPr>
        <p:spPr>
          <a:xfrm>
            <a:off x="8122757" y="6363712"/>
            <a:ext cx="861671" cy="365125"/>
          </a:xfrm>
        </p:spPr>
        <p:txBody>
          <a:bodyPr spcFirstLastPara="1" wrap="square" lIns="91425" tIns="45700" rIns="91425" bIns="45700" anchor="ctr" anchorCtr="0">
            <a:normAutofit/>
          </a:bodyPr>
          <a:lstStyle/>
          <a:p>
            <a:pPr>
              <a:spcAft>
                <a:spcPts val="600"/>
              </a:spcAft>
            </a:pPr>
            <a:fld id="{00000000-1234-1234-1234-123412341234}" type="slidenum">
              <a:rPr lang="en-US" smtClean="0"/>
              <a:pPr>
                <a:spcAft>
                  <a:spcPts val="600"/>
                </a:spcAft>
              </a:pPr>
              <a:t>31</a:t>
            </a:fld>
            <a:endParaRPr lang="en-US"/>
          </a:p>
        </p:txBody>
      </p:sp>
      <p:sp>
        <p:nvSpPr>
          <p:cNvPr id="4" name="Google Shape;212;p15">
            <a:extLst>
              <a:ext uri="{FF2B5EF4-FFF2-40B4-BE49-F238E27FC236}">
                <a16:creationId xmlns:a16="http://schemas.microsoft.com/office/drawing/2014/main" id="{DDB5F7A8-AE2B-E45B-E743-B06056CDA597}"/>
              </a:ext>
            </a:extLst>
          </p:cNvPr>
          <p:cNvSpPr txBox="1">
            <a:spLocks/>
          </p:cNvSpPr>
          <p:nvPr/>
        </p:nvSpPr>
        <p:spPr>
          <a:xfrm>
            <a:off x="157163" y="2493034"/>
            <a:ext cx="8826500" cy="3591854"/>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457200" indent="-228600" algn="ctr">
              <a:spcBef>
                <a:spcPts val="560"/>
              </a:spcBef>
              <a:buClr>
                <a:schemeClr val="accent1"/>
              </a:buClr>
              <a:buSzPts val="2800"/>
            </a:pPr>
            <a:r>
              <a:rPr lang="en-US" sz="4000" b="0" i="0" u="none" strike="noStrike" cap="none" dirty="0">
                <a:solidFill>
                  <a:schemeClr val="dk2"/>
                </a:solidFill>
                <a:latin typeface="Arial"/>
                <a:ea typeface="Arial"/>
                <a:cs typeface="Arial"/>
                <a:sym typeface="Arial"/>
              </a:rPr>
              <a:t>Instructions &amp; Guidelines</a:t>
            </a:r>
          </a:p>
        </p:txBody>
      </p:sp>
      <p:pic>
        <p:nvPicPr>
          <p:cNvPr id="6" name="Picture 5">
            <a:extLst>
              <a:ext uri="{FF2B5EF4-FFF2-40B4-BE49-F238E27FC236}">
                <a16:creationId xmlns:a16="http://schemas.microsoft.com/office/drawing/2014/main" id="{5AA2E18A-96E3-6392-4021-D60C0BF894E2}"/>
              </a:ext>
            </a:extLst>
          </p:cNvPr>
          <p:cNvPicPr>
            <a:picLocks noChangeAspect="1"/>
          </p:cNvPicPr>
          <p:nvPr/>
        </p:nvPicPr>
        <p:blipFill>
          <a:blip r:embed="rId2"/>
          <a:stretch>
            <a:fillRect/>
          </a:stretch>
        </p:blipFill>
        <p:spPr>
          <a:xfrm>
            <a:off x="6788472" y="0"/>
            <a:ext cx="2355528" cy="864158"/>
          </a:xfrm>
          <a:prstGeom prst="rect">
            <a:avLst/>
          </a:prstGeom>
        </p:spPr>
      </p:pic>
    </p:spTree>
    <p:extLst>
      <p:ext uri="{BB962C8B-B14F-4D97-AF65-F5344CB8AC3E}">
        <p14:creationId xmlns:p14="http://schemas.microsoft.com/office/powerpoint/2010/main" val="383907371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A4F942-3EF6-396C-9384-CA753D04ADD8}"/>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8D2407F1-E09A-9757-2075-C5F4EAD5B787}"/>
              </a:ext>
            </a:extLst>
          </p:cNvPr>
          <p:cNvSpPr>
            <a:spLocks noGrp="1"/>
          </p:cNvSpPr>
          <p:nvPr>
            <p:ph type="sldNum" sz="quarter" idx="12"/>
          </p:nvPr>
        </p:nvSpPr>
        <p:spPr/>
        <p:txBody>
          <a:bodyPr/>
          <a:lstStyle/>
          <a:p>
            <a:fld id="{F6728BC2-ACA3-447C-A909-F3F49211C066}" type="slidenum">
              <a:rPr lang="en-US" smtClean="0"/>
              <a:pPr/>
              <a:t>32</a:t>
            </a:fld>
            <a:endParaRPr lang="en-US" dirty="0"/>
          </a:p>
        </p:txBody>
      </p:sp>
      <p:sp>
        <p:nvSpPr>
          <p:cNvPr id="8" name="Title 7">
            <a:extLst>
              <a:ext uri="{FF2B5EF4-FFF2-40B4-BE49-F238E27FC236}">
                <a16:creationId xmlns:a16="http://schemas.microsoft.com/office/drawing/2014/main" id="{18538D5A-F1DC-E199-F574-D9DA1E1F9648}"/>
              </a:ext>
            </a:extLst>
          </p:cNvPr>
          <p:cNvSpPr>
            <a:spLocks noGrp="1"/>
          </p:cNvSpPr>
          <p:nvPr>
            <p:ph type="title"/>
          </p:nvPr>
        </p:nvSpPr>
        <p:spPr/>
        <p:txBody>
          <a:bodyPr/>
          <a:lstStyle/>
          <a:p>
            <a:r>
              <a:rPr lang="en-US" dirty="0"/>
              <a:t>Instructions and Guidelines</a:t>
            </a:r>
          </a:p>
        </p:txBody>
      </p:sp>
      <p:sp>
        <p:nvSpPr>
          <p:cNvPr id="3" name="Content Placeholder 2">
            <a:extLst>
              <a:ext uri="{FF2B5EF4-FFF2-40B4-BE49-F238E27FC236}">
                <a16:creationId xmlns:a16="http://schemas.microsoft.com/office/drawing/2014/main" id="{6BB7F0EA-D486-1790-7E79-260D3276F96B}"/>
              </a:ext>
            </a:extLst>
          </p:cNvPr>
          <p:cNvSpPr>
            <a:spLocks noGrp="1"/>
          </p:cNvSpPr>
          <p:nvPr>
            <p:ph idx="1"/>
          </p:nvPr>
        </p:nvSpPr>
        <p:spPr>
          <a:xfrm>
            <a:off x="380010" y="1481446"/>
            <a:ext cx="8383980" cy="4882266"/>
          </a:xfrm>
        </p:spPr>
        <p:txBody>
          <a:bodyPr>
            <a:normAutofit fontScale="92500" lnSpcReduction="20000"/>
          </a:bodyPr>
          <a:lstStyle/>
          <a:p>
            <a:r>
              <a:rPr lang="en-US" b="1" dirty="0"/>
              <a:t>Instructions</a:t>
            </a:r>
            <a:r>
              <a:rPr lang="en-US" dirty="0"/>
              <a:t>: direct, imperative statements telling the model what to do.</a:t>
            </a:r>
          </a:p>
          <a:p>
            <a:pPr lvl="1"/>
            <a:r>
              <a:rPr lang="en-US" dirty="0"/>
              <a:t>E.g. “summarize the following document”</a:t>
            </a:r>
          </a:p>
          <a:p>
            <a:pPr lvl="1"/>
            <a:r>
              <a:rPr lang="en-US" dirty="0"/>
              <a:t>Typically treated as requirements</a:t>
            </a:r>
          </a:p>
          <a:p>
            <a:r>
              <a:rPr lang="en-US" b="1" dirty="0"/>
              <a:t>Guidelines</a:t>
            </a:r>
            <a:r>
              <a:rPr lang="en-US" dirty="0"/>
              <a:t>: softer, preference-oriented statements that shape </a:t>
            </a:r>
            <a:r>
              <a:rPr lang="en-US" i="1" dirty="0"/>
              <a:t>how</a:t>
            </a:r>
            <a:r>
              <a:rPr lang="en-US" dirty="0"/>
              <a:t> the model should approach a task</a:t>
            </a:r>
          </a:p>
          <a:p>
            <a:pPr lvl="1"/>
            <a:r>
              <a:rPr lang="en-US" dirty="0"/>
              <a:t>E.g. “prefer concise explanations where possible”</a:t>
            </a:r>
          </a:p>
          <a:p>
            <a:pPr lvl="1"/>
            <a:r>
              <a:rPr lang="en-US" dirty="0"/>
              <a:t>Doesn’t include strict pass/fail rules</a:t>
            </a:r>
          </a:p>
          <a:p>
            <a:pPr lvl="1"/>
            <a:r>
              <a:rPr lang="en-US" dirty="0"/>
              <a:t>Provide more flexibility than hard constraints</a:t>
            </a:r>
          </a:p>
          <a:p>
            <a:r>
              <a:rPr lang="en-US" dirty="0"/>
              <a:t>Models generally treat guidelines and instructions with different weight.</a:t>
            </a:r>
          </a:p>
          <a:p>
            <a:r>
              <a:rPr lang="en-US" dirty="0"/>
              <a:t>Direct, clear instructions and hard constraints are typically followed more reliably than soft preferences.</a:t>
            </a:r>
          </a:p>
        </p:txBody>
      </p:sp>
    </p:spTree>
    <p:extLst>
      <p:ext uri="{BB962C8B-B14F-4D97-AF65-F5344CB8AC3E}">
        <p14:creationId xmlns:p14="http://schemas.microsoft.com/office/powerpoint/2010/main" val="23525275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758587-6015-FE80-B9AE-738EF7555C8B}"/>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DF9D8BD0-4C07-78DB-E9AF-2D17E37CB617}"/>
              </a:ext>
            </a:extLst>
          </p:cNvPr>
          <p:cNvSpPr>
            <a:spLocks noGrp="1"/>
          </p:cNvSpPr>
          <p:nvPr>
            <p:ph type="sldNum" sz="quarter" idx="12"/>
          </p:nvPr>
        </p:nvSpPr>
        <p:spPr/>
        <p:txBody>
          <a:bodyPr/>
          <a:lstStyle/>
          <a:p>
            <a:fld id="{F6728BC2-ACA3-447C-A909-F3F49211C066}" type="slidenum">
              <a:rPr lang="en-US" smtClean="0"/>
              <a:pPr/>
              <a:t>33</a:t>
            </a:fld>
            <a:endParaRPr lang="en-US" dirty="0"/>
          </a:p>
        </p:txBody>
      </p:sp>
      <p:sp>
        <p:nvSpPr>
          <p:cNvPr id="8" name="Title 7">
            <a:extLst>
              <a:ext uri="{FF2B5EF4-FFF2-40B4-BE49-F238E27FC236}">
                <a16:creationId xmlns:a16="http://schemas.microsoft.com/office/drawing/2014/main" id="{DF893A3E-F363-C00F-35A8-39A2079F18FC}"/>
              </a:ext>
            </a:extLst>
          </p:cNvPr>
          <p:cNvSpPr>
            <a:spLocks noGrp="1"/>
          </p:cNvSpPr>
          <p:nvPr>
            <p:ph type="title"/>
          </p:nvPr>
        </p:nvSpPr>
        <p:spPr/>
        <p:txBody>
          <a:bodyPr/>
          <a:lstStyle/>
          <a:p>
            <a:r>
              <a:rPr lang="en-US" dirty="0"/>
              <a:t>Instruction Types</a:t>
            </a:r>
          </a:p>
        </p:txBody>
      </p:sp>
      <p:sp>
        <p:nvSpPr>
          <p:cNvPr id="3" name="Content Placeholder 2">
            <a:extLst>
              <a:ext uri="{FF2B5EF4-FFF2-40B4-BE49-F238E27FC236}">
                <a16:creationId xmlns:a16="http://schemas.microsoft.com/office/drawing/2014/main" id="{9FCB6AD0-A3A8-D2DC-7489-ACC62743B641}"/>
              </a:ext>
            </a:extLst>
          </p:cNvPr>
          <p:cNvSpPr>
            <a:spLocks noGrp="1"/>
          </p:cNvSpPr>
          <p:nvPr>
            <p:ph idx="1"/>
          </p:nvPr>
        </p:nvSpPr>
        <p:spPr>
          <a:xfrm>
            <a:off x="380010" y="1481446"/>
            <a:ext cx="8383980" cy="4882266"/>
          </a:xfrm>
        </p:spPr>
        <p:txBody>
          <a:bodyPr>
            <a:normAutofit/>
          </a:bodyPr>
          <a:lstStyle/>
          <a:p>
            <a:r>
              <a:rPr lang="en-US" dirty="0"/>
              <a:t>System-level instructions: </a:t>
            </a:r>
          </a:p>
          <a:p>
            <a:pPr lvl="1"/>
            <a:r>
              <a:rPr lang="en-US" dirty="0"/>
              <a:t>Instructions set once for the entire conversation/session</a:t>
            </a:r>
          </a:p>
          <a:p>
            <a:pPr lvl="1"/>
            <a:r>
              <a:rPr lang="en-US" dirty="0"/>
              <a:t>Defines overall behavior, persona and rules for AI-powered feature</a:t>
            </a:r>
          </a:p>
          <a:p>
            <a:pPr lvl="1"/>
            <a:r>
              <a:rPr lang="en-US" dirty="0"/>
              <a:t>Might be set as meta-data feature for certain LLMs</a:t>
            </a:r>
          </a:p>
          <a:p>
            <a:r>
              <a:rPr lang="en-US" dirty="0"/>
              <a:t>Turn-level instructions: </a:t>
            </a:r>
          </a:p>
          <a:p>
            <a:pPr lvl="1"/>
            <a:r>
              <a:rPr lang="en-US" dirty="0"/>
              <a:t>Given as part of a specific request</a:t>
            </a:r>
          </a:p>
          <a:p>
            <a:pPr lvl="1"/>
            <a:r>
              <a:rPr lang="en-US" dirty="0"/>
              <a:t>Addresses specific instructions for a particular task</a:t>
            </a:r>
          </a:p>
        </p:txBody>
      </p:sp>
    </p:spTree>
    <p:extLst>
      <p:ext uri="{BB962C8B-B14F-4D97-AF65-F5344CB8AC3E}">
        <p14:creationId xmlns:p14="http://schemas.microsoft.com/office/powerpoint/2010/main" val="38205393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ACB87C-666B-9A1C-20AE-61275BC31EFA}"/>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BB1EE6E8-1BF3-8E23-4587-B9F552964E0B}"/>
              </a:ext>
            </a:extLst>
          </p:cNvPr>
          <p:cNvSpPr>
            <a:spLocks noGrp="1"/>
          </p:cNvSpPr>
          <p:nvPr>
            <p:ph type="sldNum" sz="quarter" idx="12"/>
          </p:nvPr>
        </p:nvSpPr>
        <p:spPr/>
        <p:txBody>
          <a:bodyPr/>
          <a:lstStyle/>
          <a:p>
            <a:fld id="{F6728BC2-ACA3-447C-A909-F3F49211C066}" type="slidenum">
              <a:rPr lang="en-US" smtClean="0"/>
              <a:pPr/>
              <a:t>34</a:t>
            </a:fld>
            <a:endParaRPr lang="en-US" dirty="0"/>
          </a:p>
        </p:txBody>
      </p:sp>
      <p:sp>
        <p:nvSpPr>
          <p:cNvPr id="8" name="Title 7">
            <a:extLst>
              <a:ext uri="{FF2B5EF4-FFF2-40B4-BE49-F238E27FC236}">
                <a16:creationId xmlns:a16="http://schemas.microsoft.com/office/drawing/2014/main" id="{CD86A66C-C831-CC67-FFD3-D3E136389C21}"/>
              </a:ext>
            </a:extLst>
          </p:cNvPr>
          <p:cNvSpPr>
            <a:spLocks noGrp="1"/>
          </p:cNvSpPr>
          <p:nvPr>
            <p:ph type="title"/>
          </p:nvPr>
        </p:nvSpPr>
        <p:spPr/>
        <p:txBody>
          <a:bodyPr/>
          <a:lstStyle/>
          <a:p>
            <a:r>
              <a:rPr lang="en-US" dirty="0"/>
              <a:t>Instruction Management</a:t>
            </a:r>
          </a:p>
        </p:txBody>
      </p:sp>
      <p:sp>
        <p:nvSpPr>
          <p:cNvPr id="3" name="Content Placeholder 2">
            <a:extLst>
              <a:ext uri="{FF2B5EF4-FFF2-40B4-BE49-F238E27FC236}">
                <a16:creationId xmlns:a16="http://schemas.microsoft.com/office/drawing/2014/main" id="{31283F9E-F499-41F6-00E6-8A36B03BDDB9}"/>
              </a:ext>
            </a:extLst>
          </p:cNvPr>
          <p:cNvSpPr>
            <a:spLocks noGrp="1"/>
          </p:cNvSpPr>
          <p:nvPr>
            <p:ph idx="1"/>
          </p:nvPr>
        </p:nvSpPr>
        <p:spPr>
          <a:xfrm>
            <a:off x="380010" y="1481445"/>
            <a:ext cx="8383980" cy="5247391"/>
          </a:xfrm>
        </p:spPr>
        <p:txBody>
          <a:bodyPr>
            <a:normAutofit fontScale="77500" lnSpcReduction="20000"/>
          </a:bodyPr>
          <a:lstStyle/>
          <a:p>
            <a:r>
              <a:rPr lang="en-US" dirty="0"/>
              <a:t>Long and Complex instructions can cause inconsistent LLM outputs</a:t>
            </a:r>
          </a:p>
          <a:p>
            <a:r>
              <a:rPr lang="en-US" dirty="0"/>
              <a:t>Organizing instructions improves reliability:</a:t>
            </a:r>
          </a:p>
          <a:p>
            <a:pPr lvl="1"/>
            <a:r>
              <a:rPr lang="en-US" dirty="0"/>
              <a:t>Use clear delimiters of sections (headings, numbered lists, labeled blocks) </a:t>
            </a:r>
          </a:p>
          <a:p>
            <a:pPr lvl="1"/>
            <a:r>
              <a:rPr lang="en-US" dirty="0"/>
              <a:t>Place most important instructions prominently (first)</a:t>
            </a:r>
          </a:p>
          <a:p>
            <a:pPr lvl="1"/>
            <a:r>
              <a:rPr lang="en-US" dirty="0"/>
              <a:t>Avoid contradictory instructions within a prompt</a:t>
            </a:r>
          </a:p>
          <a:p>
            <a:r>
              <a:rPr lang="en-US" dirty="0"/>
              <a:t>Conflicts: When two instructions in the same prompt suggest different outputs</a:t>
            </a:r>
          </a:p>
          <a:p>
            <a:pPr lvl="1"/>
            <a:r>
              <a:rPr lang="en-US" dirty="0"/>
              <a:t>E.g. “be extremely detailed…keep it under two sentences”</a:t>
            </a:r>
          </a:p>
          <a:p>
            <a:r>
              <a:rPr lang="en-US" dirty="0"/>
              <a:t>The model must resolve the tension itself, often inconsistently</a:t>
            </a:r>
          </a:p>
          <a:p>
            <a:r>
              <a:rPr lang="en-US" dirty="0"/>
              <a:t>As prompts grow in complexity, short, single-purpose prompts rarely have organization problems</a:t>
            </a:r>
          </a:p>
          <a:p>
            <a:r>
              <a:rPr lang="en-US" dirty="0"/>
              <a:t>Real world prompts accumulate context, examples, constraints, persona instructions</a:t>
            </a:r>
          </a:p>
          <a:p>
            <a:r>
              <a:rPr lang="en-US" dirty="0"/>
              <a:t>Clear organization becomes essential to keeping the prompt understanding and debug-able</a:t>
            </a:r>
          </a:p>
        </p:txBody>
      </p:sp>
    </p:spTree>
    <p:extLst>
      <p:ext uri="{BB962C8B-B14F-4D97-AF65-F5344CB8AC3E}">
        <p14:creationId xmlns:p14="http://schemas.microsoft.com/office/powerpoint/2010/main" val="3569758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77D6DF-3DD4-DCA3-FB10-607883ED0D23}"/>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01E2223-DC8D-A12D-91DB-DB0ECE8FC6FE}"/>
              </a:ext>
            </a:extLst>
          </p:cNvPr>
          <p:cNvSpPr>
            <a:spLocks noGrp="1"/>
          </p:cNvSpPr>
          <p:nvPr>
            <p:ph type="sldNum" idx="12"/>
          </p:nvPr>
        </p:nvSpPr>
        <p:spPr>
          <a:xfrm>
            <a:off x="8122757" y="6363712"/>
            <a:ext cx="861671" cy="365125"/>
          </a:xfrm>
        </p:spPr>
        <p:txBody>
          <a:bodyPr spcFirstLastPara="1" wrap="square" lIns="91425" tIns="45700" rIns="91425" bIns="45700" anchor="ctr" anchorCtr="0">
            <a:normAutofit/>
          </a:bodyPr>
          <a:lstStyle/>
          <a:p>
            <a:pPr>
              <a:spcAft>
                <a:spcPts val="600"/>
              </a:spcAft>
            </a:pPr>
            <a:fld id="{00000000-1234-1234-1234-123412341234}" type="slidenum">
              <a:rPr lang="en-US" smtClean="0"/>
              <a:pPr>
                <a:spcAft>
                  <a:spcPts val="600"/>
                </a:spcAft>
              </a:pPr>
              <a:t>35</a:t>
            </a:fld>
            <a:endParaRPr lang="en-US"/>
          </a:p>
        </p:txBody>
      </p:sp>
      <p:sp>
        <p:nvSpPr>
          <p:cNvPr id="4" name="Google Shape;212;p15">
            <a:extLst>
              <a:ext uri="{FF2B5EF4-FFF2-40B4-BE49-F238E27FC236}">
                <a16:creationId xmlns:a16="http://schemas.microsoft.com/office/drawing/2014/main" id="{D1F3A634-AE92-CD7C-362C-4DA003FBC4EB}"/>
              </a:ext>
            </a:extLst>
          </p:cNvPr>
          <p:cNvSpPr txBox="1">
            <a:spLocks/>
          </p:cNvSpPr>
          <p:nvPr/>
        </p:nvSpPr>
        <p:spPr>
          <a:xfrm>
            <a:off x="157163" y="2493034"/>
            <a:ext cx="8826500" cy="3591854"/>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457200" indent="-228600" algn="ctr">
              <a:spcBef>
                <a:spcPts val="560"/>
              </a:spcBef>
              <a:buClr>
                <a:schemeClr val="accent1"/>
              </a:buClr>
              <a:buSzPts val="2800"/>
            </a:pPr>
            <a:r>
              <a:rPr lang="en-US" sz="4000" b="0" i="0" u="none" strike="noStrike" cap="none" dirty="0">
                <a:solidFill>
                  <a:schemeClr val="dk2"/>
                </a:solidFill>
                <a:latin typeface="Arial"/>
                <a:ea typeface="Arial"/>
                <a:cs typeface="Arial"/>
                <a:sym typeface="Arial"/>
              </a:rPr>
              <a:t>Interaction &amp; Dialogue State</a:t>
            </a:r>
          </a:p>
        </p:txBody>
      </p:sp>
      <p:pic>
        <p:nvPicPr>
          <p:cNvPr id="6" name="Picture 5">
            <a:extLst>
              <a:ext uri="{FF2B5EF4-FFF2-40B4-BE49-F238E27FC236}">
                <a16:creationId xmlns:a16="http://schemas.microsoft.com/office/drawing/2014/main" id="{76818252-4798-B075-2FF9-9375088F9EC2}"/>
              </a:ext>
            </a:extLst>
          </p:cNvPr>
          <p:cNvPicPr>
            <a:picLocks noChangeAspect="1"/>
          </p:cNvPicPr>
          <p:nvPr/>
        </p:nvPicPr>
        <p:blipFill>
          <a:blip r:embed="rId2"/>
          <a:stretch>
            <a:fillRect/>
          </a:stretch>
        </p:blipFill>
        <p:spPr>
          <a:xfrm>
            <a:off x="6788472" y="0"/>
            <a:ext cx="2355528" cy="864158"/>
          </a:xfrm>
          <a:prstGeom prst="rect">
            <a:avLst/>
          </a:prstGeom>
        </p:spPr>
      </p:pic>
    </p:spTree>
    <p:extLst>
      <p:ext uri="{BB962C8B-B14F-4D97-AF65-F5344CB8AC3E}">
        <p14:creationId xmlns:p14="http://schemas.microsoft.com/office/powerpoint/2010/main" val="366593378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0A79DD-7B70-ACB2-1F64-B49D89F1B10E}"/>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002FD4A3-53C1-EFDA-C381-EBD542E6EDB7}"/>
              </a:ext>
            </a:extLst>
          </p:cNvPr>
          <p:cNvSpPr>
            <a:spLocks noGrp="1"/>
          </p:cNvSpPr>
          <p:nvPr>
            <p:ph type="sldNum" sz="quarter" idx="12"/>
          </p:nvPr>
        </p:nvSpPr>
        <p:spPr/>
        <p:txBody>
          <a:bodyPr/>
          <a:lstStyle/>
          <a:p>
            <a:fld id="{F6728BC2-ACA3-447C-A909-F3F49211C066}" type="slidenum">
              <a:rPr lang="en-US" smtClean="0"/>
              <a:pPr/>
              <a:t>36</a:t>
            </a:fld>
            <a:endParaRPr lang="en-US" dirty="0"/>
          </a:p>
        </p:txBody>
      </p:sp>
      <p:sp>
        <p:nvSpPr>
          <p:cNvPr id="8" name="Title 7">
            <a:extLst>
              <a:ext uri="{FF2B5EF4-FFF2-40B4-BE49-F238E27FC236}">
                <a16:creationId xmlns:a16="http://schemas.microsoft.com/office/drawing/2014/main" id="{FFE20E20-BEE8-6243-C6F6-48F817A38026}"/>
              </a:ext>
            </a:extLst>
          </p:cNvPr>
          <p:cNvSpPr>
            <a:spLocks noGrp="1"/>
          </p:cNvSpPr>
          <p:nvPr>
            <p:ph type="title"/>
          </p:nvPr>
        </p:nvSpPr>
        <p:spPr/>
        <p:txBody>
          <a:bodyPr/>
          <a:lstStyle/>
          <a:p>
            <a:r>
              <a:rPr lang="en-US" dirty="0"/>
              <a:t>State</a:t>
            </a:r>
          </a:p>
        </p:txBody>
      </p:sp>
      <p:sp>
        <p:nvSpPr>
          <p:cNvPr id="3" name="Content Placeholder 2">
            <a:extLst>
              <a:ext uri="{FF2B5EF4-FFF2-40B4-BE49-F238E27FC236}">
                <a16:creationId xmlns:a16="http://schemas.microsoft.com/office/drawing/2014/main" id="{944688C1-2C00-6D60-8920-F2BF7ECBF866}"/>
              </a:ext>
            </a:extLst>
          </p:cNvPr>
          <p:cNvSpPr>
            <a:spLocks noGrp="1"/>
          </p:cNvSpPr>
          <p:nvPr>
            <p:ph idx="1"/>
          </p:nvPr>
        </p:nvSpPr>
        <p:spPr>
          <a:xfrm>
            <a:off x="380010" y="1481446"/>
            <a:ext cx="8383980" cy="4882266"/>
          </a:xfrm>
        </p:spPr>
        <p:txBody>
          <a:bodyPr>
            <a:normAutofit fontScale="70000" lnSpcReduction="20000"/>
          </a:bodyPr>
          <a:lstStyle/>
          <a:p>
            <a:r>
              <a:rPr lang="en-US" dirty="0"/>
              <a:t>LLMs are </a:t>
            </a:r>
            <a:r>
              <a:rPr lang="en-US" b="1" i="1" dirty="0"/>
              <a:t>stateless between requests</a:t>
            </a:r>
            <a:r>
              <a:rPr lang="en-US" dirty="0"/>
              <a:t>.</a:t>
            </a:r>
          </a:p>
          <a:p>
            <a:pPr lvl="1"/>
            <a:r>
              <a:rPr lang="en-US" dirty="0"/>
              <a:t>A model doesn’t inherently “remember” previous messages in a conversation</a:t>
            </a:r>
          </a:p>
          <a:p>
            <a:pPr lvl="1"/>
            <a:r>
              <a:rPr lang="en-US" dirty="0"/>
              <a:t>Each time you send a message, the </a:t>
            </a:r>
            <a:r>
              <a:rPr lang="en-US" b="1" i="1" dirty="0"/>
              <a:t>entire relevant conversation history</a:t>
            </a:r>
            <a:r>
              <a:rPr lang="en-US" dirty="0"/>
              <a:t> is sent along with it</a:t>
            </a:r>
          </a:p>
          <a:p>
            <a:r>
              <a:rPr lang="en-US" dirty="0"/>
              <a:t>An application making a multi-turn conversation (e.g. back-and-forth with a chatbot) is responsible for tracking and re-sending the conversation history</a:t>
            </a:r>
          </a:p>
          <a:p>
            <a:r>
              <a:rPr lang="en-US" dirty="0"/>
              <a:t>Recall </a:t>
            </a:r>
            <a:r>
              <a:rPr lang="en-US" b="1" i="1" dirty="0"/>
              <a:t>context window</a:t>
            </a:r>
            <a:r>
              <a:rPr lang="en-US" dirty="0"/>
              <a:t>. The full history being sent grows with the context window</a:t>
            </a:r>
          </a:p>
          <a:p>
            <a:r>
              <a:rPr lang="en-US" dirty="0"/>
              <a:t>Eventually, this can exceed the model’s context window limit.</a:t>
            </a:r>
          </a:p>
          <a:p>
            <a:r>
              <a:rPr lang="en-US" dirty="0"/>
              <a:t>As a conversation approaches context limits, certain strategies may be used. Below are common strategies:</a:t>
            </a:r>
          </a:p>
          <a:p>
            <a:pPr lvl="1"/>
            <a:r>
              <a:rPr lang="en-US" b="1" dirty="0"/>
              <a:t>Truncation</a:t>
            </a:r>
            <a:r>
              <a:rPr lang="en-US" dirty="0"/>
              <a:t>: dropping the oldest messages to make room for new ones</a:t>
            </a:r>
          </a:p>
          <a:p>
            <a:pPr lvl="1"/>
            <a:r>
              <a:rPr lang="en-US" b="1" dirty="0"/>
              <a:t>Summarization</a:t>
            </a:r>
            <a:r>
              <a:rPr lang="en-US" dirty="0"/>
              <a:t>: condensing earlier parts of the conversation into a short summary that preserves key information</a:t>
            </a:r>
          </a:p>
          <a:p>
            <a:pPr lvl="1"/>
            <a:r>
              <a:rPr lang="en-US" b="1" dirty="0"/>
              <a:t>Selective retention</a:t>
            </a:r>
            <a:r>
              <a:rPr lang="en-US" dirty="0"/>
              <a:t>: keeping certain important messages while dropping less relevant ones.</a:t>
            </a:r>
          </a:p>
        </p:txBody>
      </p:sp>
    </p:spTree>
    <p:extLst>
      <p:ext uri="{BB962C8B-B14F-4D97-AF65-F5344CB8AC3E}">
        <p14:creationId xmlns:p14="http://schemas.microsoft.com/office/powerpoint/2010/main" val="10708522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3B72E2-6CB5-4EDB-5090-4E38D7CB373E}"/>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6A8654F4-BDF9-B40D-3FB5-10ACE125873E}"/>
              </a:ext>
            </a:extLst>
          </p:cNvPr>
          <p:cNvSpPr>
            <a:spLocks noGrp="1"/>
          </p:cNvSpPr>
          <p:nvPr>
            <p:ph type="sldNum" sz="quarter" idx="12"/>
          </p:nvPr>
        </p:nvSpPr>
        <p:spPr/>
        <p:txBody>
          <a:bodyPr/>
          <a:lstStyle/>
          <a:p>
            <a:fld id="{F6728BC2-ACA3-447C-A909-F3F49211C066}" type="slidenum">
              <a:rPr lang="en-US" smtClean="0"/>
              <a:pPr/>
              <a:t>37</a:t>
            </a:fld>
            <a:endParaRPr lang="en-US" dirty="0"/>
          </a:p>
        </p:txBody>
      </p:sp>
      <p:sp>
        <p:nvSpPr>
          <p:cNvPr id="8" name="Title 7">
            <a:extLst>
              <a:ext uri="{FF2B5EF4-FFF2-40B4-BE49-F238E27FC236}">
                <a16:creationId xmlns:a16="http://schemas.microsoft.com/office/drawing/2014/main" id="{A87A6908-140C-0935-7C6F-28BD1875EFE4}"/>
              </a:ext>
            </a:extLst>
          </p:cNvPr>
          <p:cNvSpPr>
            <a:spLocks noGrp="1"/>
          </p:cNvSpPr>
          <p:nvPr>
            <p:ph type="title"/>
          </p:nvPr>
        </p:nvSpPr>
        <p:spPr/>
        <p:txBody>
          <a:bodyPr/>
          <a:lstStyle/>
          <a:p>
            <a:r>
              <a:rPr lang="en-US" dirty="0"/>
              <a:t>LLM Memory</a:t>
            </a:r>
          </a:p>
        </p:txBody>
      </p:sp>
      <p:sp>
        <p:nvSpPr>
          <p:cNvPr id="3" name="Content Placeholder 2">
            <a:extLst>
              <a:ext uri="{FF2B5EF4-FFF2-40B4-BE49-F238E27FC236}">
                <a16:creationId xmlns:a16="http://schemas.microsoft.com/office/drawing/2014/main" id="{CE923175-4175-A709-0BE9-C5304BE9AE78}"/>
              </a:ext>
            </a:extLst>
          </p:cNvPr>
          <p:cNvSpPr>
            <a:spLocks noGrp="1"/>
          </p:cNvSpPr>
          <p:nvPr>
            <p:ph idx="1"/>
          </p:nvPr>
        </p:nvSpPr>
        <p:spPr>
          <a:xfrm>
            <a:off x="380010" y="1481446"/>
            <a:ext cx="8383980" cy="4882266"/>
          </a:xfrm>
        </p:spPr>
        <p:txBody>
          <a:bodyPr>
            <a:normAutofit fontScale="85000" lnSpcReduction="20000"/>
          </a:bodyPr>
          <a:lstStyle/>
          <a:p>
            <a:r>
              <a:rPr lang="en-US" dirty="0"/>
              <a:t>Major LLM Players have certain features that are used, natively to “remember” chat context.</a:t>
            </a:r>
          </a:p>
          <a:p>
            <a:r>
              <a:rPr lang="en-US" dirty="0"/>
              <a:t>Claude:</a:t>
            </a:r>
          </a:p>
          <a:p>
            <a:pPr lvl="1"/>
            <a:r>
              <a:rPr lang="en-US" b="1" dirty="0"/>
              <a:t>Context Compaction</a:t>
            </a:r>
            <a:r>
              <a:rPr lang="en-US" dirty="0"/>
              <a:t>: automatic summarization and updation of context as conversations approach configured token threshold.</a:t>
            </a:r>
          </a:p>
          <a:p>
            <a:r>
              <a:rPr lang="en-US" dirty="0"/>
              <a:t>ChatGPT:</a:t>
            </a:r>
          </a:p>
          <a:p>
            <a:pPr lvl="1"/>
            <a:r>
              <a:rPr lang="en-US" dirty="0"/>
              <a:t>ChatGPT uses a combination of “saved memory” – details a user explicitly ask ChatGPT to remember, and “chat history reference” which lets ChatGPT draw on information from past chats. Note that previously referenced chats likely use a form of selective retention</a:t>
            </a:r>
          </a:p>
          <a:p>
            <a:r>
              <a:rPr lang="en-US" dirty="0"/>
              <a:t>Gemini:</a:t>
            </a:r>
          </a:p>
          <a:p>
            <a:pPr lvl="1"/>
            <a:r>
              <a:rPr lang="en-US" b="1" dirty="0"/>
              <a:t>Context caching</a:t>
            </a:r>
            <a:r>
              <a:rPr lang="en-US" dirty="0"/>
              <a:t>: storing of frequently reused context on the server</a:t>
            </a:r>
          </a:p>
          <a:p>
            <a:pPr lvl="1"/>
            <a:r>
              <a:rPr lang="en-US" b="1" dirty="0"/>
              <a:t>Large context windows</a:t>
            </a:r>
            <a:r>
              <a:rPr lang="en-US" dirty="0"/>
              <a:t>: Up to 2 million tokens</a:t>
            </a:r>
          </a:p>
        </p:txBody>
      </p:sp>
    </p:spTree>
    <p:extLst>
      <p:ext uri="{BB962C8B-B14F-4D97-AF65-F5344CB8AC3E}">
        <p14:creationId xmlns:p14="http://schemas.microsoft.com/office/powerpoint/2010/main" val="34506110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
                                            <p:txEl>
                                              <p:pRg st="6" end="6"/>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BD55DD-1524-D8D4-7514-85089B1504C2}"/>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A6956AEF-B06A-1276-20C3-C979F1F7837A}"/>
              </a:ext>
            </a:extLst>
          </p:cNvPr>
          <p:cNvSpPr>
            <a:spLocks noGrp="1"/>
          </p:cNvSpPr>
          <p:nvPr>
            <p:ph type="sldNum" sz="quarter" idx="12"/>
          </p:nvPr>
        </p:nvSpPr>
        <p:spPr/>
        <p:txBody>
          <a:bodyPr/>
          <a:lstStyle/>
          <a:p>
            <a:fld id="{F6728BC2-ACA3-447C-A909-F3F49211C066}" type="slidenum">
              <a:rPr lang="en-US" smtClean="0"/>
              <a:pPr/>
              <a:t>38</a:t>
            </a:fld>
            <a:endParaRPr lang="en-US" dirty="0"/>
          </a:p>
        </p:txBody>
      </p:sp>
      <p:sp>
        <p:nvSpPr>
          <p:cNvPr id="8" name="Title 7">
            <a:extLst>
              <a:ext uri="{FF2B5EF4-FFF2-40B4-BE49-F238E27FC236}">
                <a16:creationId xmlns:a16="http://schemas.microsoft.com/office/drawing/2014/main" id="{133CFE24-449C-2382-F4D1-964AAC22B84E}"/>
              </a:ext>
            </a:extLst>
          </p:cNvPr>
          <p:cNvSpPr>
            <a:spLocks noGrp="1"/>
          </p:cNvSpPr>
          <p:nvPr>
            <p:ph type="title"/>
          </p:nvPr>
        </p:nvSpPr>
        <p:spPr/>
        <p:txBody>
          <a:bodyPr/>
          <a:lstStyle/>
          <a:p>
            <a:r>
              <a:rPr lang="en-US" dirty="0"/>
              <a:t>Dialogue State</a:t>
            </a:r>
          </a:p>
        </p:txBody>
      </p:sp>
      <p:sp>
        <p:nvSpPr>
          <p:cNvPr id="3" name="Content Placeholder 2">
            <a:extLst>
              <a:ext uri="{FF2B5EF4-FFF2-40B4-BE49-F238E27FC236}">
                <a16:creationId xmlns:a16="http://schemas.microsoft.com/office/drawing/2014/main" id="{C451F554-2522-DE89-7765-AE71643DC571}"/>
              </a:ext>
            </a:extLst>
          </p:cNvPr>
          <p:cNvSpPr>
            <a:spLocks noGrp="1"/>
          </p:cNvSpPr>
          <p:nvPr>
            <p:ph idx="1"/>
          </p:nvPr>
        </p:nvSpPr>
        <p:spPr>
          <a:xfrm>
            <a:off x="380010" y="1481446"/>
            <a:ext cx="8383980" cy="4882266"/>
          </a:xfrm>
        </p:spPr>
        <p:txBody>
          <a:bodyPr>
            <a:normAutofit fontScale="92500" lnSpcReduction="20000"/>
          </a:bodyPr>
          <a:lstStyle/>
          <a:p>
            <a:r>
              <a:rPr lang="en-US" b="1" dirty="0"/>
              <a:t>Dialogue State</a:t>
            </a:r>
            <a:r>
              <a:rPr lang="en-US" dirty="0"/>
              <a:t> refers to the relevant information a conversation needs to “remember” to behave coherently</a:t>
            </a:r>
          </a:p>
          <a:p>
            <a:pPr lvl="1"/>
            <a:r>
              <a:rPr lang="en-US" dirty="0"/>
              <a:t>Things like: The user’s overall goal, decisions already made, facts already established, any preferences expressed earlier in the conversation</a:t>
            </a:r>
          </a:p>
          <a:p>
            <a:r>
              <a:rPr lang="en-US" dirty="0"/>
              <a:t>If you’re building an AI-powered feature with multi-turn interaction, decisions about what to retain, summarize, or drop as a conversation grows directly affect whether the experience feels coherent, or feels like the model has “forgotten” something.</a:t>
            </a:r>
          </a:p>
          <a:p>
            <a:r>
              <a:rPr lang="en-US" dirty="0"/>
              <a:t>Topic shifts within a conversation can affect output quality – older irrelevant context can impact new topic responses.</a:t>
            </a:r>
          </a:p>
        </p:txBody>
      </p:sp>
    </p:spTree>
    <p:extLst>
      <p:ext uri="{BB962C8B-B14F-4D97-AF65-F5344CB8AC3E}">
        <p14:creationId xmlns:p14="http://schemas.microsoft.com/office/powerpoint/2010/main" val="16251384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EF60DA-B83B-853D-3B46-C4B49D4E600F}"/>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1632FDB-9709-224A-B2B6-FFC24409CAE9}"/>
              </a:ext>
            </a:extLst>
          </p:cNvPr>
          <p:cNvSpPr>
            <a:spLocks noGrp="1"/>
          </p:cNvSpPr>
          <p:nvPr>
            <p:ph type="sldNum" idx="12"/>
          </p:nvPr>
        </p:nvSpPr>
        <p:spPr>
          <a:xfrm>
            <a:off x="8122757" y="6363712"/>
            <a:ext cx="861671" cy="365125"/>
          </a:xfrm>
        </p:spPr>
        <p:txBody>
          <a:bodyPr spcFirstLastPara="1" wrap="square" lIns="91425" tIns="45700" rIns="91425" bIns="45700" anchor="ctr" anchorCtr="0">
            <a:normAutofit/>
          </a:bodyPr>
          <a:lstStyle/>
          <a:p>
            <a:pPr>
              <a:spcAft>
                <a:spcPts val="600"/>
              </a:spcAft>
            </a:pPr>
            <a:fld id="{00000000-1234-1234-1234-123412341234}" type="slidenum">
              <a:rPr lang="en-US" smtClean="0"/>
              <a:pPr>
                <a:spcAft>
                  <a:spcPts val="600"/>
                </a:spcAft>
              </a:pPr>
              <a:t>39</a:t>
            </a:fld>
            <a:endParaRPr lang="en-US"/>
          </a:p>
        </p:txBody>
      </p:sp>
      <p:sp>
        <p:nvSpPr>
          <p:cNvPr id="4" name="Google Shape;212;p15">
            <a:extLst>
              <a:ext uri="{FF2B5EF4-FFF2-40B4-BE49-F238E27FC236}">
                <a16:creationId xmlns:a16="http://schemas.microsoft.com/office/drawing/2014/main" id="{B735DC14-A1AD-7509-8DD2-FFD41EE1FC77}"/>
              </a:ext>
            </a:extLst>
          </p:cNvPr>
          <p:cNvSpPr txBox="1">
            <a:spLocks/>
          </p:cNvSpPr>
          <p:nvPr/>
        </p:nvSpPr>
        <p:spPr>
          <a:xfrm>
            <a:off x="157163" y="2493034"/>
            <a:ext cx="8826500" cy="3591854"/>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457200" indent="-228600" algn="ctr">
              <a:spcBef>
                <a:spcPts val="560"/>
              </a:spcBef>
              <a:buClr>
                <a:schemeClr val="accent1"/>
              </a:buClr>
              <a:buSzPts val="2800"/>
            </a:pPr>
            <a:r>
              <a:rPr lang="en-US" sz="4000" b="0" i="0" u="none" strike="noStrike" cap="none" dirty="0">
                <a:solidFill>
                  <a:schemeClr val="dk2"/>
                </a:solidFill>
                <a:latin typeface="Arial"/>
                <a:ea typeface="Arial"/>
                <a:cs typeface="Arial"/>
                <a:sym typeface="Arial"/>
              </a:rPr>
              <a:t>Fine-Tuning Conditioning</a:t>
            </a:r>
          </a:p>
        </p:txBody>
      </p:sp>
      <p:pic>
        <p:nvPicPr>
          <p:cNvPr id="6" name="Picture 5">
            <a:extLst>
              <a:ext uri="{FF2B5EF4-FFF2-40B4-BE49-F238E27FC236}">
                <a16:creationId xmlns:a16="http://schemas.microsoft.com/office/drawing/2014/main" id="{4D83C419-5B1B-C14C-BBFB-3221D807DD95}"/>
              </a:ext>
            </a:extLst>
          </p:cNvPr>
          <p:cNvPicPr>
            <a:picLocks noChangeAspect="1"/>
          </p:cNvPicPr>
          <p:nvPr/>
        </p:nvPicPr>
        <p:blipFill>
          <a:blip r:embed="rId2"/>
          <a:stretch>
            <a:fillRect/>
          </a:stretch>
        </p:blipFill>
        <p:spPr>
          <a:xfrm>
            <a:off x="6788472" y="0"/>
            <a:ext cx="2355528" cy="864158"/>
          </a:xfrm>
          <a:prstGeom prst="rect">
            <a:avLst/>
          </a:prstGeom>
        </p:spPr>
      </p:pic>
    </p:spTree>
    <p:extLst>
      <p:ext uri="{BB962C8B-B14F-4D97-AF65-F5344CB8AC3E}">
        <p14:creationId xmlns:p14="http://schemas.microsoft.com/office/powerpoint/2010/main" val="315943397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454636-3DF3-C064-DC69-2D429DEDF175}"/>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39532F30-81A2-6086-FF69-6ECD704718DE}"/>
              </a:ext>
            </a:extLst>
          </p:cNvPr>
          <p:cNvSpPr>
            <a:spLocks noGrp="1"/>
          </p:cNvSpPr>
          <p:nvPr>
            <p:ph type="sldNum" sz="quarter" idx="12"/>
          </p:nvPr>
        </p:nvSpPr>
        <p:spPr/>
        <p:txBody>
          <a:bodyPr/>
          <a:lstStyle/>
          <a:p>
            <a:fld id="{F6728BC2-ACA3-447C-A909-F3F49211C066}" type="slidenum">
              <a:rPr lang="en-US" smtClean="0"/>
              <a:pPr/>
              <a:t>40</a:t>
            </a:fld>
            <a:endParaRPr lang="en-US" dirty="0"/>
          </a:p>
        </p:txBody>
      </p:sp>
      <p:sp>
        <p:nvSpPr>
          <p:cNvPr id="8" name="Title 7">
            <a:extLst>
              <a:ext uri="{FF2B5EF4-FFF2-40B4-BE49-F238E27FC236}">
                <a16:creationId xmlns:a16="http://schemas.microsoft.com/office/drawing/2014/main" id="{F39758F0-F2F2-32D3-E9DF-C1155D95CB83}"/>
              </a:ext>
            </a:extLst>
          </p:cNvPr>
          <p:cNvSpPr>
            <a:spLocks noGrp="1"/>
          </p:cNvSpPr>
          <p:nvPr>
            <p:ph type="title"/>
          </p:nvPr>
        </p:nvSpPr>
        <p:spPr/>
        <p:txBody>
          <a:bodyPr/>
          <a:lstStyle/>
          <a:p>
            <a:r>
              <a:rPr lang="en-US" dirty="0"/>
              <a:t>Fine-Tuning</a:t>
            </a:r>
          </a:p>
        </p:txBody>
      </p:sp>
      <p:sp>
        <p:nvSpPr>
          <p:cNvPr id="3" name="Content Placeholder 2">
            <a:extLst>
              <a:ext uri="{FF2B5EF4-FFF2-40B4-BE49-F238E27FC236}">
                <a16:creationId xmlns:a16="http://schemas.microsoft.com/office/drawing/2014/main" id="{7E854BA8-16FD-C4F3-A6A5-B85D85BDD6D0}"/>
              </a:ext>
            </a:extLst>
          </p:cNvPr>
          <p:cNvSpPr>
            <a:spLocks noGrp="1"/>
          </p:cNvSpPr>
          <p:nvPr>
            <p:ph idx="1"/>
          </p:nvPr>
        </p:nvSpPr>
        <p:spPr>
          <a:xfrm>
            <a:off x="380010" y="1481446"/>
            <a:ext cx="8383980" cy="4882266"/>
          </a:xfrm>
        </p:spPr>
        <p:txBody>
          <a:bodyPr>
            <a:normAutofit fontScale="85000" lnSpcReduction="10000"/>
          </a:bodyPr>
          <a:lstStyle/>
          <a:p>
            <a:r>
              <a:rPr lang="en-US" dirty="0"/>
              <a:t>Prompt types, examples, chain-of-thought, persona, constraints, instructions and dialogue state shape model behavior </a:t>
            </a:r>
            <a:r>
              <a:rPr lang="en-US" i="1" dirty="0"/>
              <a:t>at the prompt level</a:t>
            </a:r>
            <a:endParaRPr lang="en-US" dirty="0"/>
          </a:p>
          <a:p>
            <a:r>
              <a:rPr lang="en-US" b="1" dirty="0"/>
              <a:t>Fine-tuning </a:t>
            </a:r>
            <a:r>
              <a:rPr lang="en-US" dirty="0"/>
              <a:t>is a different, more durable approach to shaping behavior</a:t>
            </a:r>
          </a:p>
          <a:p>
            <a:r>
              <a:rPr lang="en-US" b="1" dirty="0"/>
              <a:t>Fine-tuning</a:t>
            </a:r>
            <a:r>
              <a:rPr lang="en-US" dirty="0"/>
              <a:t> is the process of further training an existing, pre-trained model on a smaller, specific dataset</a:t>
            </a:r>
          </a:p>
          <a:p>
            <a:r>
              <a:rPr lang="en-US" dirty="0"/>
              <a:t>Fine-tuning also adjusts the model’s internal parameters (its weights) so that certain behaviors, styles or knowledge become built into the model itself.</a:t>
            </a:r>
          </a:p>
          <a:p>
            <a:r>
              <a:rPr lang="en-US" b="1" dirty="0"/>
              <a:t>Key distinction:</a:t>
            </a:r>
          </a:p>
          <a:p>
            <a:pPr lvl="1"/>
            <a:r>
              <a:rPr lang="en-US" dirty="0"/>
              <a:t>Prompt shapes behavior </a:t>
            </a:r>
            <a:r>
              <a:rPr lang="en-US" b="1" i="1" dirty="0"/>
              <a:t>temporarily</a:t>
            </a:r>
          </a:p>
          <a:p>
            <a:pPr lvl="1"/>
            <a:r>
              <a:rPr lang="en-US" dirty="0"/>
              <a:t>Fine-tuning shapes behavior </a:t>
            </a:r>
            <a:r>
              <a:rPr lang="en-US" b="1" i="1" dirty="0"/>
              <a:t>durably</a:t>
            </a:r>
          </a:p>
        </p:txBody>
      </p:sp>
    </p:spTree>
    <p:extLst>
      <p:ext uri="{BB962C8B-B14F-4D97-AF65-F5344CB8AC3E}">
        <p14:creationId xmlns:p14="http://schemas.microsoft.com/office/powerpoint/2010/main" val="34415683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
                                            <p:txEl>
                                              <p:pRg st="5" end="5"/>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9B915A-4C85-FE89-FE5F-296C9B809D64}"/>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6CE77C99-83CA-0B7A-0814-B7F8784D4385}"/>
              </a:ext>
            </a:extLst>
          </p:cNvPr>
          <p:cNvSpPr>
            <a:spLocks noGrp="1"/>
          </p:cNvSpPr>
          <p:nvPr>
            <p:ph type="sldNum" sz="quarter" idx="12"/>
          </p:nvPr>
        </p:nvSpPr>
        <p:spPr/>
        <p:txBody>
          <a:bodyPr/>
          <a:lstStyle/>
          <a:p>
            <a:fld id="{F6728BC2-ACA3-447C-A909-F3F49211C066}" type="slidenum">
              <a:rPr lang="en-US" smtClean="0"/>
              <a:pPr/>
              <a:t>41</a:t>
            </a:fld>
            <a:endParaRPr lang="en-US" dirty="0"/>
          </a:p>
        </p:txBody>
      </p:sp>
      <p:sp>
        <p:nvSpPr>
          <p:cNvPr id="8" name="Title 7">
            <a:extLst>
              <a:ext uri="{FF2B5EF4-FFF2-40B4-BE49-F238E27FC236}">
                <a16:creationId xmlns:a16="http://schemas.microsoft.com/office/drawing/2014/main" id="{E5CAA163-6AF9-8217-1362-7E23F13EEFD2}"/>
              </a:ext>
            </a:extLst>
          </p:cNvPr>
          <p:cNvSpPr>
            <a:spLocks noGrp="1"/>
          </p:cNvSpPr>
          <p:nvPr>
            <p:ph type="title"/>
          </p:nvPr>
        </p:nvSpPr>
        <p:spPr/>
        <p:txBody>
          <a:bodyPr/>
          <a:lstStyle/>
          <a:p>
            <a:r>
              <a:rPr lang="en-US" dirty="0"/>
              <a:t>Why Fine-tune?</a:t>
            </a:r>
          </a:p>
        </p:txBody>
      </p:sp>
      <p:sp>
        <p:nvSpPr>
          <p:cNvPr id="3" name="Content Placeholder 2">
            <a:extLst>
              <a:ext uri="{FF2B5EF4-FFF2-40B4-BE49-F238E27FC236}">
                <a16:creationId xmlns:a16="http://schemas.microsoft.com/office/drawing/2014/main" id="{206288CE-156F-FABD-6F44-D64CF8FF0A1E}"/>
              </a:ext>
            </a:extLst>
          </p:cNvPr>
          <p:cNvSpPr>
            <a:spLocks noGrp="1"/>
          </p:cNvSpPr>
          <p:nvPr>
            <p:ph idx="1"/>
          </p:nvPr>
        </p:nvSpPr>
        <p:spPr>
          <a:xfrm>
            <a:off x="380010" y="1481446"/>
            <a:ext cx="8383980" cy="4882266"/>
          </a:xfrm>
        </p:spPr>
        <p:txBody>
          <a:bodyPr>
            <a:normAutofit fontScale="85000" lnSpcReduction="20000"/>
          </a:bodyPr>
          <a:lstStyle/>
          <a:p>
            <a:r>
              <a:rPr lang="en-US" dirty="0"/>
              <a:t>Fine-tuning is a very expensive process (resources, time and cost)</a:t>
            </a:r>
          </a:p>
          <a:p>
            <a:r>
              <a:rPr lang="en-US" dirty="0"/>
              <a:t>The investment may be worth it in certain scenarios:</a:t>
            </a:r>
          </a:p>
          <a:p>
            <a:r>
              <a:rPr lang="en-US" b="1" dirty="0"/>
              <a:t>Highly repetitive, specialized tasks</a:t>
            </a:r>
            <a:r>
              <a:rPr lang="en-US" dirty="0"/>
              <a:t>: If the same complex persona/instructions would need to be repeated in every request</a:t>
            </a:r>
          </a:p>
          <a:p>
            <a:r>
              <a:rPr lang="en-US" b="1" dirty="0"/>
              <a:t>Domain-specific knowledge/vocabulary</a:t>
            </a:r>
            <a:r>
              <a:rPr lang="en-US" dirty="0"/>
              <a:t>: If domain-specific information is not well represented in the base model’s general training</a:t>
            </a:r>
            <a:endParaRPr lang="en-US" b="1" dirty="0"/>
          </a:p>
          <a:p>
            <a:r>
              <a:rPr lang="en-US" b="1" dirty="0"/>
              <a:t>Reducing prompt length and cost at scale</a:t>
            </a:r>
            <a:r>
              <a:rPr lang="en-US" dirty="0"/>
              <a:t>: If a very long, structured prompt is required for consistent results</a:t>
            </a:r>
          </a:p>
          <a:p>
            <a:r>
              <a:rPr lang="en-US" b="1" dirty="0"/>
              <a:t>Fine-tuning</a:t>
            </a:r>
            <a:r>
              <a:rPr lang="en-US" dirty="0"/>
              <a:t> is not always the right-choice. Most day-to-day tasks are faster and cheaper to complete with well engineered prompting</a:t>
            </a:r>
            <a:endParaRPr lang="en-US" b="1" dirty="0"/>
          </a:p>
        </p:txBody>
      </p:sp>
    </p:spTree>
    <p:extLst>
      <p:ext uri="{BB962C8B-B14F-4D97-AF65-F5344CB8AC3E}">
        <p14:creationId xmlns:p14="http://schemas.microsoft.com/office/powerpoint/2010/main" val="18045690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445CC3-958A-BAF6-7E9D-C2E00E6002E5}"/>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1B9EABBB-6C2B-06C8-257C-E25939BAE3FE}"/>
              </a:ext>
            </a:extLst>
          </p:cNvPr>
          <p:cNvSpPr>
            <a:spLocks noGrp="1"/>
          </p:cNvSpPr>
          <p:nvPr>
            <p:ph type="sldNum" sz="quarter" idx="12"/>
          </p:nvPr>
        </p:nvSpPr>
        <p:spPr/>
        <p:txBody>
          <a:bodyPr/>
          <a:lstStyle/>
          <a:p>
            <a:fld id="{F6728BC2-ACA3-447C-A909-F3F49211C066}" type="slidenum">
              <a:rPr lang="en-US" smtClean="0"/>
              <a:pPr/>
              <a:t>42</a:t>
            </a:fld>
            <a:endParaRPr lang="en-US" dirty="0"/>
          </a:p>
        </p:txBody>
      </p:sp>
      <p:sp>
        <p:nvSpPr>
          <p:cNvPr id="8" name="Title 7">
            <a:extLst>
              <a:ext uri="{FF2B5EF4-FFF2-40B4-BE49-F238E27FC236}">
                <a16:creationId xmlns:a16="http://schemas.microsoft.com/office/drawing/2014/main" id="{F195E88B-D1AE-08F3-130E-35D1ACD02E94}"/>
              </a:ext>
            </a:extLst>
          </p:cNvPr>
          <p:cNvSpPr>
            <a:spLocks noGrp="1"/>
          </p:cNvSpPr>
          <p:nvPr>
            <p:ph type="title"/>
          </p:nvPr>
        </p:nvSpPr>
        <p:spPr/>
        <p:txBody>
          <a:bodyPr/>
          <a:lstStyle/>
          <a:p>
            <a:r>
              <a:rPr lang="en-US" dirty="0"/>
              <a:t>Fine-Tuning | High-level Overview</a:t>
            </a:r>
          </a:p>
        </p:txBody>
      </p:sp>
      <p:sp>
        <p:nvSpPr>
          <p:cNvPr id="3" name="Content Placeholder 2">
            <a:extLst>
              <a:ext uri="{FF2B5EF4-FFF2-40B4-BE49-F238E27FC236}">
                <a16:creationId xmlns:a16="http://schemas.microsoft.com/office/drawing/2014/main" id="{9B99A62E-99C2-141A-389F-D28F3A3291E8}"/>
              </a:ext>
            </a:extLst>
          </p:cNvPr>
          <p:cNvSpPr>
            <a:spLocks noGrp="1"/>
          </p:cNvSpPr>
          <p:nvPr>
            <p:ph idx="1"/>
          </p:nvPr>
        </p:nvSpPr>
        <p:spPr>
          <a:xfrm>
            <a:off x="380010" y="1391009"/>
            <a:ext cx="8383980" cy="5247391"/>
          </a:xfrm>
        </p:spPr>
        <p:txBody>
          <a:bodyPr>
            <a:normAutofit fontScale="62500" lnSpcReduction="20000"/>
          </a:bodyPr>
          <a:lstStyle/>
          <a:p>
            <a:pPr marL="514350" indent="-514350">
              <a:buFont typeface="+mj-lt"/>
              <a:buAutoNum type="arabicPeriod"/>
            </a:pPr>
            <a:r>
              <a:rPr lang="en-US" b="1" dirty="0"/>
              <a:t>Define the objective clearly</a:t>
            </a:r>
          </a:p>
          <a:p>
            <a:pPr lvl="1"/>
            <a:r>
              <a:rPr lang="en-US" dirty="0"/>
              <a:t>You should answer the question “what specific behavior am I trying to instill, and why can’t prompting achieve it well enough?”</a:t>
            </a:r>
          </a:p>
          <a:p>
            <a:pPr marL="514350" indent="-514350">
              <a:buFont typeface="+mj-lt"/>
              <a:buAutoNum type="arabicPeriod"/>
            </a:pPr>
            <a:r>
              <a:rPr lang="en-US" b="1" dirty="0"/>
              <a:t>Collect and curate training data</a:t>
            </a:r>
          </a:p>
          <a:p>
            <a:pPr lvl="1"/>
            <a:r>
              <a:rPr lang="en-US" dirty="0"/>
              <a:t>A large dataset of examples demonstrating the exact desired behavior is required. This is typically the most labor-intensive step.</a:t>
            </a:r>
          </a:p>
          <a:p>
            <a:pPr marL="514350" indent="-514350">
              <a:buFont typeface="+mj-lt"/>
              <a:buAutoNum type="arabicPeriod"/>
            </a:pPr>
            <a:r>
              <a:rPr lang="en-US" b="1" dirty="0"/>
              <a:t>Clean and format data</a:t>
            </a:r>
          </a:p>
          <a:p>
            <a:pPr lvl="1"/>
            <a:r>
              <a:rPr lang="en-US" dirty="0"/>
              <a:t>Raw examples typically need to be structured into a specific format (based on the base model &amp; training type). Additionally, duplicates, errors and inconsistencies should be removed.</a:t>
            </a:r>
          </a:p>
          <a:p>
            <a:pPr marL="514350" indent="-514350">
              <a:buFont typeface="+mj-lt"/>
              <a:buAutoNum type="arabicPeriod"/>
            </a:pPr>
            <a:r>
              <a:rPr lang="en-US" b="1" dirty="0"/>
              <a:t>Choose a base model</a:t>
            </a:r>
          </a:p>
          <a:p>
            <a:pPr lvl="1"/>
            <a:r>
              <a:rPr lang="en-US" dirty="0"/>
              <a:t>You don’t train a model from scratch, rather you start with a pre-existing, pre-trained model and adapt it. </a:t>
            </a:r>
          </a:p>
          <a:p>
            <a:pPr marL="514350" indent="-514350">
              <a:buFont typeface="+mj-lt"/>
              <a:buAutoNum type="arabicPeriod"/>
            </a:pPr>
            <a:r>
              <a:rPr lang="en-US" b="1" dirty="0"/>
              <a:t>Run the training process</a:t>
            </a:r>
          </a:p>
          <a:p>
            <a:pPr lvl="1"/>
            <a:r>
              <a:rPr lang="en-US" dirty="0"/>
              <a:t>Feed your curated training data through the training process. Typically requires specialized infrastructure (GPUs) or using a provider’s managed fine-tuning service.</a:t>
            </a:r>
          </a:p>
          <a:p>
            <a:pPr marL="514350" indent="-514350">
              <a:buFont typeface="+mj-lt"/>
              <a:buAutoNum type="arabicPeriod"/>
            </a:pPr>
            <a:r>
              <a:rPr lang="en-US" b="1" dirty="0"/>
              <a:t>Evaluate the result</a:t>
            </a:r>
          </a:p>
          <a:p>
            <a:pPr lvl="1"/>
            <a:r>
              <a:rPr lang="en-US" dirty="0"/>
              <a:t>Test the fine-tuned model on examples not used in the training, and check if the desired behavior has been achieved without unintended side effects. This often leads to repeated trainings (and additional curated data)</a:t>
            </a:r>
          </a:p>
          <a:p>
            <a:pPr marL="514350" indent="-514350">
              <a:buFont typeface="+mj-lt"/>
              <a:buAutoNum type="arabicPeriod"/>
            </a:pPr>
            <a:r>
              <a:rPr lang="en-US" b="1" dirty="0"/>
              <a:t>Deploy and monitor</a:t>
            </a:r>
            <a:endParaRPr lang="en-US" dirty="0"/>
          </a:p>
          <a:p>
            <a:pPr lvl="1"/>
            <a:r>
              <a:rPr lang="en-US" dirty="0"/>
              <a:t>Once deployed, the model should be monitored continuously for any gaps the evaluation didn’t catch.</a:t>
            </a:r>
          </a:p>
        </p:txBody>
      </p:sp>
    </p:spTree>
    <p:extLst>
      <p:ext uri="{BB962C8B-B14F-4D97-AF65-F5344CB8AC3E}">
        <p14:creationId xmlns:p14="http://schemas.microsoft.com/office/powerpoint/2010/main" val="27656426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3">
                                            <p:txEl>
                                              <p:pRg st="6" end="6"/>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8" end="8"/>
                                            </p:txEl>
                                          </p:spTgt>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3">
                                            <p:txEl>
                                              <p:pRg st="10" end="10"/>
                                            </p:txEl>
                                          </p:spTgt>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3">
                                            <p:txEl>
                                              <p:pRg st="12" end="12"/>
                                            </p:txEl>
                                          </p:spTgt>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3">
                                            <p:txEl>
                                              <p:pRg st="13" end="1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4A9EDF-382F-EE1C-A7CA-CC9FC3F7BED1}"/>
              </a:ext>
            </a:extLst>
          </p:cNvPr>
          <p:cNvSpPr>
            <a:spLocks noGrp="1"/>
          </p:cNvSpPr>
          <p:nvPr>
            <p:ph type="title"/>
          </p:nvPr>
        </p:nvSpPr>
        <p:spPr/>
        <p:txBody>
          <a:bodyPr/>
          <a:lstStyle/>
          <a:p>
            <a:endParaRPr lang="en-US"/>
          </a:p>
        </p:txBody>
      </p:sp>
      <p:sp>
        <p:nvSpPr>
          <p:cNvPr id="3" name="Slide Number Placeholder 2">
            <a:extLst>
              <a:ext uri="{FF2B5EF4-FFF2-40B4-BE49-F238E27FC236}">
                <a16:creationId xmlns:a16="http://schemas.microsoft.com/office/drawing/2014/main" id="{DF088C61-DF83-CB44-918B-A450204E5FFC}"/>
              </a:ext>
            </a:extLst>
          </p:cNvPr>
          <p:cNvSpPr>
            <a:spLocks noGrp="1"/>
          </p:cNvSpPr>
          <p:nvPr>
            <p:ph type="sldNum" sz="quarter" idx="12"/>
          </p:nvPr>
        </p:nvSpPr>
        <p:spPr/>
        <p:txBody>
          <a:bodyPr/>
          <a:lstStyle/>
          <a:p>
            <a:fld id="{F6728BC2-ACA3-447C-A909-F3F49211C066}" type="slidenum">
              <a:rPr lang="en-US" smtClean="0"/>
              <a:pPr/>
              <a:t>43</a:t>
            </a:fld>
            <a:endParaRPr lang="en-US" dirty="0"/>
          </a:p>
        </p:txBody>
      </p:sp>
    </p:spTree>
    <p:extLst>
      <p:ext uri="{BB962C8B-B14F-4D97-AF65-F5344CB8AC3E}">
        <p14:creationId xmlns:p14="http://schemas.microsoft.com/office/powerpoint/2010/main" val="1903401793"/>
      </p:ext>
    </p:extLst>
  </p:cSld>
  <p:clrMapOvr>
    <a:masterClrMapping/>
  </p:clrMapOvr>
</p:sld>
</file>

<file path=ppt/theme/theme1.xml><?xml version="1.0" encoding="utf-8"?>
<a:theme xmlns:a="http://schemas.openxmlformats.org/drawingml/2006/main" name="2_Custom Design">
  <a:themeElements>
    <a:clrScheme name="Revature">
      <a:dk1>
        <a:sysClr val="windowText" lastClr="000000"/>
      </a:dk1>
      <a:lt1>
        <a:srgbClr val="FFFFFF"/>
      </a:lt1>
      <a:dk2>
        <a:srgbClr val="474C55"/>
      </a:dk2>
      <a:lt2>
        <a:srgbClr val="F2F2F2"/>
      </a:lt2>
      <a:accent1>
        <a:srgbClr val="F36A25"/>
      </a:accent1>
      <a:accent2>
        <a:srgbClr val="A0A1A0"/>
      </a:accent2>
      <a:accent3>
        <a:srgbClr val="474C55"/>
      </a:accent3>
      <a:accent4>
        <a:srgbClr val="F7A528"/>
      </a:accent4>
      <a:accent5>
        <a:srgbClr val="73A5C2"/>
      </a:accent5>
      <a:accent6>
        <a:srgbClr val="F36A25"/>
      </a:accent6>
      <a:hlink>
        <a:srgbClr val="F36A25"/>
      </a:hlink>
      <a:folHlink>
        <a:srgbClr val="F36A25"/>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Revature Template  101416" id="{E7AE9B54-ECDF-468C-BAC8-D7E5033F34EC}" vid="{F6400A2A-47B1-4620-B2AC-EFF1DCD888C5}"/>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Revature Template  101416</Template>
  <TotalTime>10128</TotalTime>
  <Words>3550</Words>
  <Application>Microsoft Office PowerPoint</Application>
  <PresentationFormat>On-screen Show (4:3)</PresentationFormat>
  <Paragraphs>361</Paragraphs>
  <Slides>44</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44</vt:i4>
      </vt:variant>
    </vt:vector>
  </HeadingPairs>
  <TitlesOfParts>
    <vt:vector size="48" baseType="lpstr">
      <vt:lpstr>Arial</vt:lpstr>
      <vt:lpstr>Calibri</vt:lpstr>
      <vt:lpstr>Courier New</vt:lpstr>
      <vt:lpstr>2_Custom Design</vt:lpstr>
      <vt:lpstr>Prompt Engineering</vt:lpstr>
      <vt:lpstr>Outline</vt:lpstr>
      <vt:lpstr>PowerPoint Presentation</vt:lpstr>
      <vt:lpstr>Prompt Engineering</vt:lpstr>
      <vt:lpstr>Prompt Engineering</vt:lpstr>
      <vt:lpstr>PowerPoint Presentation</vt:lpstr>
      <vt:lpstr>Prompt Types</vt:lpstr>
      <vt:lpstr>Prompt Types</vt:lpstr>
      <vt:lpstr>Prompt Types</vt:lpstr>
      <vt:lpstr>PowerPoint Presentation</vt:lpstr>
      <vt:lpstr>Zero-shot Prompting</vt:lpstr>
      <vt:lpstr>Few-Shot (multi-shot) Prompting</vt:lpstr>
      <vt:lpstr>Few-Shot (multi-shot) Prompting</vt:lpstr>
      <vt:lpstr>PowerPoint Presentation</vt:lpstr>
      <vt:lpstr>Chain of Thought (CoT) Prompting</vt:lpstr>
      <vt:lpstr>Generic Zero-shot CoT</vt:lpstr>
      <vt:lpstr>Structured Zero-shot CoT</vt:lpstr>
      <vt:lpstr>Few-shot CoT</vt:lpstr>
      <vt:lpstr>Structured Few-shot CoT</vt:lpstr>
      <vt:lpstr>Chain-of-thought Comparisons</vt:lpstr>
      <vt:lpstr>Chain-of-thought Comparisons</vt:lpstr>
      <vt:lpstr>PowerPoint Presentation</vt:lpstr>
      <vt:lpstr>Roles &amp; Personas</vt:lpstr>
      <vt:lpstr>Personas Components</vt:lpstr>
      <vt:lpstr>Personas Limitation &amp; Considerations</vt:lpstr>
      <vt:lpstr>Role vs Persona</vt:lpstr>
      <vt:lpstr>PowerPoint Presentation</vt:lpstr>
      <vt:lpstr>Constraints</vt:lpstr>
      <vt:lpstr>Constraint Categories</vt:lpstr>
      <vt:lpstr>Constraints</vt:lpstr>
      <vt:lpstr>Constraints and Quality</vt:lpstr>
      <vt:lpstr>PowerPoint Presentation</vt:lpstr>
      <vt:lpstr>Instructions and Guidelines</vt:lpstr>
      <vt:lpstr>Instruction Types</vt:lpstr>
      <vt:lpstr>Instruction Management</vt:lpstr>
      <vt:lpstr>PowerPoint Presentation</vt:lpstr>
      <vt:lpstr>State</vt:lpstr>
      <vt:lpstr>LLM Memory</vt:lpstr>
      <vt:lpstr>Dialogue State</vt:lpstr>
      <vt:lpstr>PowerPoint Presentation</vt:lpstr>
      <vt:lpstr>Fine-Tuning</vt:lpstr>
      <vt:lpstr>Why Fine-tune?</vt:lpstr>
      <vt:lpstr>Fine-Tuning | High-level Overview</vt:lpstr>
      <vt:lpstr>PowerPoint Presentation</vt:lpstr>
    </vt:vector>
  </TitlesOfParts>
  <Company>Persistence Holdings, LLC</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account 10</dc:creator>
  <cp:lastModifiedBy>Joseph Highe</cp:lastModifiedBy>
  <cp:revision>16</cp:revision>
  <cp:lastPrinted>2016-06-20T20:58:50Z</cp:lastPrinted>
  <dcterms:created xsi:type="dcterms:W3CDTF">2016-11-09T18:19:08Z</dcterms:created>
  <dcterms:modified xsi:type="dcterms:W3CDTF">2026-07-21T20:04:44Z</dcterms:modified>
</cp:coreProperties>
</file>