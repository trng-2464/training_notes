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357" r:id="rId4"/>
    <p:sldId id="343" r:id="rId5"/>
    <p:sldId id="446" r:id="rId6"/>
    <p:sldId id="447" r:id="rId7"/>
    <p:sldId id="442" r:id="rId8"/>
    <p:sldId id="450" r:id="rId9"/>
    <p:sldId id="449" r:id="rId10"/>
    <p:sldId id="443" r:id="rId11"/>
    <p:sldId id="448" r:id="rId12"/>
    <p:sldId id="452" r:id="rId13"/>
    <p:sldId id="451" r:id="rId14"/>
    <p:sldId id="444" r:id="rId15"/>
    <p:sldId id="445" r:id="rId16"/>
    <p:sldId id="454" r:id="rId17"/>
    <p:sldId id="453" r:id="rId18"/>
    <p:sldId id="358" r:id="rId1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389" autoAdjust="0"/>
  </p:normalViewPr>
  <p:slideViewPr>
    <p:cSldViewPr snapToGrid="0">
      <p:cViewPr varScale="1">
        <p:scale>
          <a:sx n="69" d="100"/>
          <a:sy n="69" d="100"/>
        </p:scale>
        <p:origin x="1398" y="6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I/O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Scanner</a:t>
            </a:r>
          </a:p>
          <a:p>
            <a:r>
              <a:rPr lang="en-US" dirty="0"/>
              <a:t>File I/O</a:t>
            </a:r>
          </a:p>
          <a:p>
            <a:r>
              <a:rPr lang="en-US" dirty="0"/>
              <a:t>Serialization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Scanner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I/O (Input/Output) is the concept of reading and writing data from a source location, to a target location</a:t>
            </a:r>
          </a:p>
          <a:p>
            <a:r>
              <a:rPr lang="en-US" dirty="0"/>
              <a:t>The Scanner class is used to read and parse input from a variety of sources</a:t>
            </a:r>
          </a:p>
          <a:p>
            <a:pPr lvl="1"/>
            <a:r>
              <a:rPr lang="en-US" dirty="0"/>
              <a:t>Most commonly, the console (System.in)</a:t>
            </a:r>
          </a:p>
          <a:p>
            <a:pPr lvl="1"/>
            <a:r>
              <a:rPr lang="en-US" dirty="0"/>
              <a:t>Used as a quick and simple way to create console-based Java applications</a:t>
            </a:r>
          </a:p>
          <a:p>
            <a:r>
              <a:rPr lang="en-US" dirty="0"/>
              <a:t>Scanner exists in the </a:t>
            </a:r>
            <a:r>
              <a:rPr lang="en-US" dirty="0" err="1"/>
              <a:t>java.util</a:t>
            </a:r>
            <a:r>
              <a:rPr lang="en-US" dirty="0"/>
              <a:t> package, since it’s primary job is parsing text into usable data rather than raw </a:t>
            </a:r>
            <a:r>
              <a:rPr lang="en-US" dirty="0" err="1"/>
              <a:t>i</a:t>
            </a:r>
            <a:r>
              <a:rPr lang="en-US" dirty="0"/>
              <a:t>/o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5E90-11AA-B4A3-A5E4-747D3DCC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C9B5F-E4F4-B426-44F6-518ED13E12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BF3AE8-7CEF-5E08-49B6-751F188BE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reads an entire line of text as a String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next()</a:t>
            </a:r>
            <a:r>
              <a:rPr lang="en-US" dirty="0"/>
              <a:t>: read a single “token” (up to the next whitespace) as a String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read and parse the next token as a specific primitive type</a:t>
            </a:r>
          </a:p>
          <a:p>
            <a:pPr lvl="1"/>
            <a:r>
              <a:rPr lang="en-US" dirty="0"/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nextDouble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nextBoolean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used to check whether more input is available </a:t>
            </a:r>
            <a:r>
              <a:rPr lang="en-US" b="1" dirty="0"/>
              <a:t>before</a:t>
            </a:r>
            <a:r>
              <a:rPr lang="en-US" dirty="0"/>
              <a:t> attempting to read it</a:t>
            </a:r>
            <a:endParaRPr lang="en-US" b="1" dirty="0"/>
          </a:p>
          <a:p>
            <a:pPr lvl="1"/>
            <a:r>
              <a:rPr lang="en-US" dirty="0"/>
              <a:t>There are also type-specific variants such as: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A4BEE31-3CA3-47E6-BD59-AE77A8FB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| Common Methods</a:t>
            </a:r>
          </a:p>
        </p:txBody>
      </p:sp>
    </p:spTree>
    <p:extLst>
      <p:ext uri="{BB962C8B-B14F-4D97-AF65-F5344CB8AC3E}">
        <p14:creationId xmlns:p14="http://schemas.microsoft.com/office/powerpoint/2010/main" val="401622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414DF-8AA7-60F3-FB1E-9FA46D27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8BEA-8D68-8BC2-E06A-F840B3D5E6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6EBF6-AE6B-6CFC-1A0B-29BB23840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512661"/>
            <a:ext cx="8383980" cy="485105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Attempting to read a type that doesn’t match the actual input throws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InputMismatchException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 classic pitfall to keep in mind: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nextBoolean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/etc… often leave a newline character which is </a:t>
            </a:r>
            <a:r>
              <a:rPr lang="en-US" b="1" i="1" dirty="0"/>
              <a:t>not read/parsed</a:t>
            </a:r>
            <a:r>
              <a:rPr lang="en-US" dirty="0"/>
              <a:t> – as such, calling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after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call often produces an unexpected empty String for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.</a:t>
            </a:r>
          </a:p>
          <a:p>
            <a:r>
              <a:rPr lang="en-US" dirty="0"/>
              <a:t>I/O resources (and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dirty="0"/>
              <a:t>) should be </a:t>
            </a:r>
            <a:r>
              <a:rPr lang="en-US" b="1" i="1" dirty="0"/>
              <a:t>closed</a:t>
            </a:r>
            <a:r>
              <a:rPr lang="en-US" dirty="0"/>
              <a:t> when no longer needed.</a:t>
            </a:r>
          </a:p>
          <a:p>
            <a:r>
              <a:rPr lang="en-US" dirty="0"/>
              <a:t>Resources that ‘open/close’ are often resource heavy, and therefore may cause an application to continuously allocate memory resources that are no being used (</a:t>
            </a:r>
            <a:r>
              <a:rPr lang="en-US" b="1" i="1" dirty="0"/>
              <a:t>memory leak</a:t>
            </a:r>
            <a:r>
              <a:rPr lang="en-US" dirty="0"/>
              <a:t>)</a:t>
            </a:r>
          </a:p>
          <a:p>
            <a:r>
              <a:rPr lang="en-US" dirty="0"/>
              <a:t>Closeable resources (like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dirty="0"/>
              <a:t>) are closed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.close()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You can also wrap the resource in a ‘try-with-resources’ block as a best practice.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E0977E-B55D-CE46-C040-29AD0161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|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70432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FB2EF-34DE-C88E-7320-929D9F56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2F2C00-A253-E06E-D4D0-D27A19796F0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8B9355D-0129-D6CF-4D5D-141DC8D607E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File I/O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6EF1B-012A-9CF9-523A-D9B9C30F3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1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4222-3974-6CE6-397B-BDD18920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BD559-E757-4A6E-C7F7-22D1CD9C8B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24695-60C8-056F-967E-C8D81008A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r>
              <a:rPr lang="en-US" dirty="0"/>
              <a:t> is a </a:t>
            </a:r>
            <a:r>
              <a:rPr lang="en-US" b="1" dirty="0"/>
              <a:t>character stream</a:t>
            </a:r>
            <a:r>
              <a:rPr lang="en-US" dirty="0"/>
              <a:t> class used to write text data to a file. </a:t>
            </a:r>
          </a:p>
          <a:p>
            <a:pPr lvl="1"/>
            <a:r>
              <a:rPr lang="en-US" dirty="0"/>
              <a:t>Natural counterpart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r>
              <a:rPr lang="en-US" dirty="0"/>
              <a:t> exists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java.io</a:t>
            </a:r>
            <a:r>
              <a:rPr lang="en-US" dirty="0"/>
              <a:t> package, and extends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OutputStreamWriter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Like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r>
              <a:rPr lang="en-US" dirty="0"/>
              <a:t> is quite low-level. It is commonly wrapped in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BufferedWriter</a:t>
            </a:r>
            <a:r>
              <a:rPr lang="en-US" dirty="0"/>
              <a:t>, which adds buffering, and a convenience method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.newline()</a:t>
            </a:r>
            <a:r>
              <a:rPr lang="en-US" dirty="0"/>
              <a:t> for platform-independent line breaks.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E954B5-B746-2D06-F98F-88D91619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 | </a:t>
            </a:r>
            <a:r>
              <a:rPr lang="en-US" dirty="0" err="1"/>
              <a:t>FileWriter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63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7DE04-DA19-DEC1-7C3E-0F866524B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3472C-874E-E9E1-44C9-C59B53DD7D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E73CB-A326-3A63-5783-6E23D0DE7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By default, opening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r>
              <a:rPr lang="en-US" dirty="0"/>
              <a:t> on an existing file overwrites its contents.</a:t>
            </a:r>
          </a:p>
          <a:p>
            <a:r>
              <a:rPr lang="en-US" dirty="0"/>
              <a:t>Passing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as a second constructor argument enables </a:t>
            </a:r>
            <a:r>
              <a:rPr lang="en-US" b="1" dirty="0"/>
              <a:t>append mode</a:t>
            </a:r>
            <a:r>
              <a:rPr lang="en-US" dirty="0"/>
              <a:t> which adds to the end of the file instead.</a:t>
            </a:r>
          </a:p>
          <a:p>
            <a:r>
              <a:rPr lang="en-US" dirty="0"/>
              <a:t>If the target file doesn’t exist,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r>
              <a:rPr lang="en-US" dirty="0"/>
              <a:t> will create it automatically, so there is no risk of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FileNotFoundException</a:t>
            </a:r>
            <a:r>
              <a:rPr lang="en-US" dirty="0"/>
              <a:t>.</a:t>
            </a:r>
          </a:p>
          <a:p>
            <a:r>
              <a:rPr lang="en-US" dirty="0"/>
              <a:t>Writing can still throw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dirty="0"/>
              <a:t> (e.g. if the disk is full, or permissions are denied), so the same exception-handling considerations exist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Use try-with-resources to automatically close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/>
              <a:t>Flushing</a:t>
            </a:r>
            <a:r>
              <a:rPr lang="en-US" dirty="0"/>
              <a:t>: data written through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BufferedWriter</a:t>
            </a:r>
            <a:r>
              <a:rPr lang="en-US" dirty="0"/>
              <a:t> may sit in an internal buffer until it’s flushed, or the stream is closed.</a:t>
            </a:r>
          </a:p>
          <a:p>
            <a:pPr lvl="1"/>
            <a:r>
              <a:rPr lang="en-US" dirty="0"/>
              <a:t>Calling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.flush()</a:t>
            </a:r>
            <a:r>
              <a:rPr lang="en-US" dirty="0"/>
              <a:t> method manually forces buffered data to disk immediately without closing the stream.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0F69AB-A8A7-9A00-1F1A-ADFE0B24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 | </a:t>
            </a:r>
            <a:r>
              <a:rPr lang="en-US" dirty="0" err="1"/>
              <a:t>FileWriter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5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D262-9F7D-E779-04B4-1E7AA062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ADBAE-01EB-62E8-C290-F62CC2979E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6A52E6-5B68-7CCB-4BDF-E8C1F4577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r>
              <a:rPr lang="en-US" dirty="0"/>
              <a:t> is a </a:t>
            </a:r>
            <a:r>
              <a:rPr lang="en-US" b="1" dirty="0"/>
              <a:t>character stream</a:t>
            </a:r>
            <a:r>
              <a:rPr lang="en-US" dirty="0"/>
              <a:t> class used to read text data from a file, one character (or a block of characters) at a time.</a:t>
            </a:r>
          </a:p>
          <a:p>
            <a:pPr lvl="1"/>
            <a:r>
              <a:rPr lang="en-US" dirty="0"/>
              <a:t>Natural counterpart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r>
              <a:rPr lang="en-US" dirty="0"/>
              <a:t> exists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java.io</a:t>
            </a:r>
            <a:r>
              <a:rPr lang="en-US" dirty="0"/>
              <a:t> package, and extends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InputStreamReader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r>
              <a:rPr lang="en-US" dirty="0"/>
              <a:t> alone is quite low-level, it is almost always wrapped in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BufferedReader</a:t>
            </a:r>
            <a:r>
              <a:rPr lang="en-US" dirty="0"/>
              <a:t>, which adds efficient buffering, and importantly,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for reading a full line at a time.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r>
              <a:rPr lang="en-US" dirty="0"/>
              <a:t> is best suited for reading plain text files (.txt, .csv, .log, etc…)</a:t>
            </a:r>
          </a:p>
          <a:p>
            <a:pPr lvl="1"/>
            <a:r>
              <a:rPr lang="en-US" dirty="0"/>
              <a:t>Not appropriate for binary data, like images or serialized objects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36F467-C3BF-FC5F-4DC0-696D0FE8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 | </a:t>
            </a:r>
            <a:r>
              <a:rPr lang="en-US" dirty="0" err="1"/>
              <a:t>FileReader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9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68BAE-671A-889A-949F-D8C0FBB6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EAC95-D0B3-12BA-6EDF-77A9D46C22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649A4-5E14-75C1-E674-3731DFF36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Constructing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r>
              <a:rPr lang="en-US" dirty="0"/>
              <a:t> requires a valid file path; if the file doesn’t exist, it throws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General reading during I/O operations can throw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As such, using try-with-resources is the standard, recommended pattern when working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BufferedReader</a:t>
            </a:r>
            <a:r>
              <a:rPr lang="en-US" dirty="0"/>
              <a:t> since it guarantees the stream is closed automatically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F7EA12-673C-26CC-6387-E196D401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 | </a:t>
            </a:r>
            <a:r>
              <a:rPr lang="en-US" dirty="0" err="1"/>
              <a:t>FileReader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22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105F5-A154-29D5-6876-48C6D6900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064BC-D3F0-850F-4FB6-39A94C3F3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63B84-D659-FA2E-02BB-7A0902204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FileOutputStream</a:t>
            </a:r>
            <a:r>
              <a:rPr lang="en-US" dirty="0"/>
              <a:t> is also a byte stream class which writes raw binary data to a file.</a:t>
            </a:r>
          </a:p>
          <a:p>
            <a:pPr lvl="1"/>
            <a:r>
              <a:rPr lang="en-US" dirty="0"/>
              <a:t>Counterpart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FileInputStream</a:t>
            </a:r>
            <a:r>
              <a:rPr lang="en-US" dirty="0"/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Like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FileWriter</a:t>
            </a:r>
            <a:r>
              <a:rPr lang="en-US" dirty="0"/>
              <a:t>,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FileOutputStream</a:t>
            </a:r>
            <a:r>
              <a:rPr lang="en-US" dirty="0"/>
              <a:t> overwrites a file’s contents by default, and automatically creates a new file when supplied a path for a file that does not already exist.</a:t>
            </a:r>
          </a:p>
          <a:p>
            <a:pPr lvl="1"/>
            <a:r>
              <a:rPr lang="en-US" dirty="0"/>
              <a:t>Passing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as the second argument to the constructor also enables append mode.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BufferedOutputStream</a:t>
            </a:r>
            <a:r>
              <a:rPr lang="en-US" dirty="0"/>
              <a:t> is the buffered, wrapper for improved performance.</a:t>
            </a:r>
          </a:p>
          <a:p>
            <a:r>
              <a:rPr lang="en-US" dirty="0"/>
              <a:t>Remember that buffered data may need to be flushed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.flush()</a:t>
            </a:r>
            <a:r>
              <a:rPr lang="en-US" dirty="0"/>
              <a:t> before it is written to disk.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6D140C-1925-7167-128D-982950E3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 | </a:t>
            </a:r>
            <a:r>
              <a:rPr lang="en-US" dirty="0" err="1"/>
              <a:t>FileOutputStream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05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05DA0-293A-555C-924C-E8E74EFE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CC22E-5EE3-34D6-23BD-84A2E8F127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3DAAD-9581-E7E8-2BD9-EB2ED283A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FileInputStream</a:t>
            </a:r>
            <a:r>
              <a:rPr lang="en-US" dirty="0"/>
              <a:t> is a byte stream class which reads raw bytes with no interpretation. This means it is best suited for binary files (images, audio, video, PDFs)</a:t>
            </a:r>
          </a:p>
          <a:p>
            <a:pPr lvl="1"/>
            <a:r>
              <a:rPr lang="en-US" dirty="0"/>
              <a:t>Also exists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java.io</a:t>
            </a:r>
            <a:r>
              <a:rPr lang="en-US" dirty="0"/>
              <a:t> package. Counterpart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FileOutputStream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Throws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FileNotFoundException</a:t>
            </a:r>
            <a:r>
              <a:rPr lang="en-US" dirty="0"/>
              <a:t> if the target file doesn’t exist.</a:t>
            </a:r>
          </a:p>
          <a:p>
            <a:r>
              <a:rPr lang="en-US" dirty="0"/>
              <a:t>Other general read failures throw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Similar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FileReader</a:t>
            </a:r>
            <a:r>
              <a:rPr lang="en-US" dirty="0"/>
              <a:t>, wrapping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FileInputStream</a:t>
            </a:r>
            <a:r>
              <a:rPr lang="en-US" dirty="0"/>
              <a:t> around a buffered equivalent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BufferedInputStream</a:t>
            </a:r>
            <a:r>
              <a:rPr lang="en-US" dirty="0"/>
              <a:t>) improves performance.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D0C932-EB24-0520-946A-5D4211D0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 | </a:t>
            </a:r>
            <a:r>
              <a:rPr lang="en-US" dirty="0" err="1"/>
              <a:t>FileInputStream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51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286A6-3FBE-4D8E-3B5F-AF1278F84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D5DEE6-2B2F-FFCF-F300-CD87D3E504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8700EA6-9842-B1E7-E3ED-170763975E7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Serialization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4F70CD-0E8C-CE54-1AB7-1FE306638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1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DA5D5-1916-53A7-E2DC-4D4E80A0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2588A-3271-EA6F-7767-4DE67465D1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81394-5623-8730-439C-A9139B4A2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Serialization</a:t>
            </a:r>
            <a:r>
              <a:rPr lang="en-US" dirty="0"/>
              <a:t> is the process of converting entities in your code (Java objects) into byte streams so it can be saved to a file, sent over a network or otherwise transmitted.</a:t>
            </a:r>
          </a:p>
          <a:p>
            <a:r>
              <a:rPr lang="en-US" b="1" dirty="0"/>
              <a:t>Deserialization</a:t>
            </a:r>
            <a:r>
              <a:rPr lang="en-US" dirty="0"/>
              <a:t> is the reverse process – reconstructing a Java objects from a previously serialized byte stream</a:t>
            </a:r>
          </a:p>
          <a:p>
            <a:r>
              <a:rPr lang="en-US" dirty="0"/>
              <a:t>A class must implement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Serializable</a:t>
            </a:r>
            <a:r>
              <a:rPr lang="en-US" dirty="0"/>
              <a:t> marker interface to be eligible for serialization.</a:t>
            </a:r>
          </a:p>
          <a:p>
            <a:pPr lvl="1"/>
            <a:r>
              <a:rPr lang="en-US" dirty="0"/>
              <a:t>A marker interface has no methods, it simply signals intent to the JVM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D92C1D-8528-4180-FC6B-C640BFAF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</a:t>
            </a:r>
          </a:p>
        </p:txBody>
      </p:sp>
    </p:spTree>
    <p:extLst>
      <p:ext uri="{BB962C8B-B14F-4D97-AF65-F5344CB8AC3E}">
        <p14:creationId xmlns:p14="http://schemas.microsoft.com/office/powerpoint/2010/main" val="375571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C4536-1814-6C85-4BC0-171633ED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078A5-1293-FEBA-3F1B-E9D834F10B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473CE-13EE-BD1A-C37F-B37CC1BA6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10000"/>
          </a:bodyPr>
          <a:lstStyle/>
          <a:p>
            <a:r>
              <a:rPr lang="en-US" b="1" i="1" dirty="0"/>
              <a:t>Serialization</a:t>
            </a:r>
            <a:r>
              <a:rPr lang="en-US" dirty="0"/>
              <a:t> is performed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ObjectOutputStream</a:t>
            </a:r>
            <a:r>
              <a:rPr lang="en-US" dirty="0"/>
              <a:t>, which wraps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FileOutputStream</a:t>
            </a:r>
            <a:r>
              <a:rPr lang="en-US" dirty="0"/>
              <a:t> and provides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writeObject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method.</a:t>
            </a:r>
          </a:p>
          <a:p>
            <a:pPr lvl="1"/>
            <a:r>
              <a:rPr lang="en-US" dirty="0"/>
              <a:t>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transient</a:t>
            </a:r>
            <a:r>
              <a:rPr lang="en-US" dirty="0"/>
              <a:t> marks a field that should be excluded from serialization </a:t>
            </a:r>
          </a:p>
          <a:p>
            <a:pPr lvl="1"/>
            <a:r>
              <a:rPr lang="en-US" dirty="0"/>
              <a:t>E.g. sensitive data like passwords, or fields that meaningfully cannot be serialized such as network connections</a:t>
            </a:r>
          </a:p>
          <a:p>
            <a:pPr lvl="1"/>
            <a:r>
              <a:rPr lang="en-US" dirty="0"/>
              <a:t>Note: all fields in a serializable class must be serializable or marked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transient</a:t>
            </a:r>
            <a:r>
              <a:rPr lang="en-US" dirty="0"/>
              <a:t>. Otherwise, the serialization attempt throws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NotSerializableException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i="1" dirty="0"/>
              <a:t>Deserialization</a:t>
            </a:r>
            <a:r>
              <a:rPr lang="en-US" dirty="0"/>
              <a:t> uses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ObjectInputStream</a:t>
            </a:r>
            <a:r>
              <a:rPr lang="en-US" dirty="0"/>
              <a:t>, which wraps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FileInputStream</a:t>
            </a:r>
            <a:r>
              <a:rPr lang="en-US" dirty="0"/>
              <a:t> and provides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readObject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readObject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returns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dirty="0"/>
              <a:t> and requires a cast to change back to the original type.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0F7C54-B7CA-8413-EF84-B144DA089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</a:t>
            </a:r>
          </a:p>
        </p:txBody>
      </p:sp>
    </p:spTree>
    <p:extLst>
      <p:ext uri="{BB962C8B-B14F-4D97-AF65-F5344CB8AC3E}">
        <p14:creationId xmlns:p14="http://schemas.microsoft.com/office/powerpoint/2010/main" val="421246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F5E7-2F2F-7E03-586E-21A96CA25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CD66D-9A1A-80D8-870C-2EDFD76B6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674A8-17B0-891C-2507-3E810E701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serialVersionUID</a:t>
            </a:r>
            <a:r>
              <a:rPr lang="en-US" dirty="0"/>
              <a:t> is a version identifier for a serializable class.</a:t>
            </a:r>
          </a:p>
          <a:p>
            <a:pPr lvl="1"/>
            <a:r>
              <a:rPr lang="en-US" dirty="0"/>
              <a:t>Used to confirm that a serialized object matches the structure of the class attempting to deserialize it.</a:t>
            </a:r>
          </a:p>
          <a:p>
            <a:pPr lvl="1"/>
            <a:r>
              <a:rPr lang="en-US" dirty="0"/>
              <a:t>Mismatched classes throw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InvalidClassException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If you do not provide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serialVersionUID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java will automatically generate one based on the class’s structure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This means that any change (even a trivial one) will break serialization.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Managing this value gives you greater control over compatibility of serialized objects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352481-C472-8526-6C52-0ADE7E08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</a:t>
            </a:r>
          </a:p>
        </p:txBody>
      </p:sp>
    </p:spTree>
    <p:extLst>
      <p:ext uri="{BB962C8B-B14F-4D97-AF65-F5344CB8AC3E}">
        <p14:creationId xmlns:p14="http://schemas.microsoft.com/office/powerpoint/2010/main" val="231283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8673</TotalTime>
  <Words>1189</Words>
  <Application>Microsoft Office PowerPoint</Application>
  <PresentationFormat>On-screen Show (4:3)</PresentationFormat>
  <Paragraphs>101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2_Custom Design</vt:lpstr>
      <vt:lpstr>Java I/O</vt:lpstr>
      <vt:lpstr>Outline</vt:lpstr>
      <vt:lpstr>PowerPoint Presentation</vt:lpstr>
      <vt:lpstr>Scanner</vt:lpstr>
      <vt:lpstr>Scanner | Common Methods</vt:lpstr>
      <vt:lpstr>Scanner | Considerations</vt:lpstr>
      <vt:lpstr>PowerPoint Presentation</vt:lpstr>
      <vt:lpstr>File I/O | FileWriter</vt:lpstr>
      <vt:lpstr>File I/O | FileWriter</vt:lpstr>
      <vt:lpstr>File I/O | FileReader</vt:lpstr>
      <vt:lpstr>File I/O | FileReader</vt:lpstr>
      <vt:lpstr>File I/O | FileOutputStream</vt:lpstr>
      <vt:lpstr>File I/O | FileInputStream</vt:lpstr>
      <vt:lpstr>PowerPoint Presentation</vt:lpstr>
      <vt:lpstr>Serialization</vt:lpstr>
      <vt:lpstr>Serialization</vt:lpstr>
      <vt:lpstr>Serialization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14</cp:revision>
  <cp:lastPrinted>2016-06-20T20:58:50Z</cp:lastPrinted>
  <dcterms:created xsi:type="dcterms:W3CDTF">2016-11-09T18:19:08Z</dcterms:created>
  <dcterms:modified xsi:type="dcterms:W3CDTF">2026-07-31T19:08:40Z</dcterms:modified>
</cp:coreProperties>
</file>