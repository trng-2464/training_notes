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17"/>
  </p:notesMasterIdLst>
  <p:sldIdLst>
    <p:sldId id="256" r:id="rId2"/>
    <p:sldId id="343" r:id="rId3"/>
    <p:sldId id="357" r:id="rId4"/>
    <p:sldId id="321" r:id="rId5"/>
    <p:sldId id="358" r:id="rId6"/>
    <p:sldId id="336" r:id="rId7"/>
    <p:sldId id="359" r:id="rId8"/>
    <p:sldId id="320" r:id="rId9"/>
    <p:sldId id="332" r:id="rId10"/>
    <p:sldId id="361" r:id="rId11"/>
    <p:sldId id="362" r:id="rId12"/>
    <p:sldId id="363" r:id="rId13"/>
    <p:sldId id="327" r:id="rId14"/>
    <p:sldId id="328" r:id="rId15"/>
    <p:sldId id="270" r:id="rId16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47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vnrepository.com/" TargetMode="Externa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Maven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7"/>
            <a:ext cx="8383980" cy="4316452"/>
          </a:xfrm>
        </p:spPr>
        <p:txBody>
          <a:bodyPr numCol="2">
            <a:normAutofit/>
          </a:bodyPr>
          <a:lstStyle/>
          <a:p>
            <a:r>
              <a:rPr lang="en-US" dirty="0"/>
              <a:t>What is Maven?</a:t>
            </a:r>
          </a:p>
          <a:p>
            <a:r>
              <a:rPr lang="en-US" dirty="0"/>
              <a:t>Maven Repository</a:t>
            </a:r>
          </a:p>
          <a:p>
            <a:r>
              <a:rPr lang="en-US" dirty="0"/>
              <a:t>Config &amp; POM File</a:t>
            </a:r>
          </a:p>
          <a:p>
            <a:r>
              <a:rPr lang="en-US" dirty="0"/>
              <a:t>Maven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Maven?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Maven comes from a Yiddish word meaning “Accumulation of knowledge”</a:t>
            </a:r>
          </a:p>
          <a:p>
            <a:r>
              <a:rPr lang="en-US" dirty="0"/>
              <a:t>Maven is a tool that can be used for building and managing programming projects</a:t>
            </a:r>
          </a:p>
          <a:p>
            <a:pPr lvl="1"/>
            <a:r>
              <a:rPr lang="en-US" dirty="0"/>
              <a:t>Maven automates the process of importing files into your build path/project structure</a:t>
            </a:r>
          </a:p>
          <a:p>
            <a:r>
              <a:rPr lang="en-US" dirty="0"/>
              <a:t>Sometimes you want to use code from a jar (java archive) that some else made…Once maven is given certain instructions, it will go and download the particular dependencies that you need</a:t>
            </a:r>
          </a:p>
          <a:p>
            <a:r>
              <a:rPr lang="en-US" dirty="0"/>
              <a:t>Maven uses a large online repository full or projects that have been deployed to it that are all ready to be downloaded and used if desired.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6FAB-D05B-A973-8180-5D7EF0BD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060562-1E13-4204-F527-BE178AA769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ACB1FAE-B73F-67AA-CE5C-FC89D5C9512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Maven Repository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AA4B8-E4FD-D5F4-BC23-2B7B1D40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5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n-US" dirty="0">
                <a:hlinkClick r:id="rId2"/>
              </a:rPr>
              <a:t>https://mvnrepository.com/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maven repository holds build artifacts including libraries and other dependencies that a maven project may access based on the configurations in the project’s POM file.</a:t>
            </a:r>
          </a:p>
          <a:p>
            <a:r>
              <a:rPr lang="en-US" dirty="0"/>
              <a:t>Maven will search this repository and remotely download and cache this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4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C48F-7E4D-F827-5B02-F6766279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2E1FC1-B21A-ED0B-2640-020C88D62B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4D7107A-6D0E-038A-70C8-C3539A7A368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Maven Configurations &amp; POM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D4E1D-BC31-098B-E893-A8941876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9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Maven manages your project through the configuration of an XML POM file.</a:t>
            </a:r>
          </a:p>
          <a:p>
            <a:pPr lvl="1"/>
            <a:r>
              <a:rPr lang="en-US" dirty="0"/>
              <a:t>XML – Extensible Markup Language</a:t>
            </a:r>
          </a:p>
          <a:p>
            <a:pPr lvl="1"/>
            <a:r>
              <a:rPr lang="en-US" dirty="0"/>
              <a:t>POM – Project Object Model</a:t>
            </a:r>
          </a:p>
          <a:p>
            <a:r>
              <a:rPr lang="en-US" dirty="0"/>
              <a:t>The POM.xml file is a singleton configuration file that contains most of the information that is required to build a project in just the way you want.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0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Configurations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&lt;</a:t>
            </a:r>
            <a:r>
              <a:rPr lang="en-US" b="1" dirty="0" err="1"/>
              <a:t>groupId</a:t>
            </a:r>
            <a:r>
              <a:rPr lang="en-US" b="1" dirty="0"/>
              <a:t>&gt;</a:t>
            </a:r>
            <a:r>
              <a:rPr lang="en-US" dirty="0"/>
              <a:t> – The group id unique identifies your project, across any other. The typical naming convention is to follow Java package naming rules. </a:t>
            </a:r>
          </a:p>
          <a:p>
            <a:pPr lvl="1"/>
            <a:r>
              <a:rPr lang="en-US" dirty="0"/>
              <a:t>All lower case.</a:t>
            </a:r>
          </a:p>
          <a:p>
            <a:pPr lvl="1"/>
            <a:r>
              <a:rPr lang="en-US" dirty="0"/>
              <a:t>Words are divided with a period</a:t>
            </a:r>
          </a:p>
          <a:p>
            <a:pPr lvl="1"/>
            <a:r>
              <a:rPr lang="en-US" dirty="0"/>
              <a:t>The name generally matches a reversed website domain to ensure uniqueness.</a:t>
            </a:r>
          </a:p>
          <a:p>
            <a:pPr lvl="1"/>
            <a:r>
              <a:rPr lang="en-US" dirty="0"/>
              <a:t>Ex: ‘</a:t>
            </a:r>
            <a:r>
              <a:rPr lang="en-US" dirty="0" err="1"/>
              <a:t>com.revature</a:t>
            </a:r>
            <a:r>
              <a:rPr lang="en-US" dirty="0"/>
              <a:t>’.</a:t>
            </a:r>
          </a:p>
          <a:p>
            <a:r>
              <a:rPr lang="en-US" b="1" dirty="0"/>
              <a:t>&lt;</a:t>
            </a:r>
            <a:r>
              <a:rPr lang="en-US" b="1" dirty="0" err="1"/>
              <a:t>artifactId</a:t>
            </a:r>
            <a:r>
              <a:rPr lang="en-US" b="1" dirty="0"/>
              <a:t>&gt;</a:t>
            </a:r>
            <a:r>
              <a:rPr lang="en-US" dirty="0"/>
              <a:t> – The Artifact ID is the name of the jar/war file to be created, without a version appended. </a:t>
            </a:r>
          </a:p>
          <a:p>
            <a:r>
              <a:rPr lang="en-US" b="1" dirty="0"/>
              <a:t>&lt;version&gt;</a:t>
            </a:r>
            <a:r>
              <a:rPr lang="en-US" dirty="0"/>
              <a:t> – Corresponds to the version number when distributed. Default is 0.0.1-Snapshot.</a:t>
            </a:r>
          </a:p>
          <a:p>
            <a:r>
              <a:rPr lang="en-US" b="1" dirty="0"/>
              <a:t>&lt;packaging&gt;</a:t>
            </a:r>
            <a:r>
              <a:rPr lang="en-US" dirty="0"/>
              <a:t> - type of output (jar, war, etc…)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2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87C6-7351-0907-BCF1-D675B529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89BF3-C2B0-1DFD-C359-2EDAF448E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Configurations - Dependencies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E39B7-5F87-3427-E781-58DF43916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&lt;dependencies&gt;</a:t>
            </a:r>
            <a:r>
              <a:rPr lang="en-US" dirty="0"/>
              <a:t> – contains all project dependencies</a:t>
            </a:r>
          </a:p>
          <a:p>
            <a:r>
              <a:rPr lang="en-US" b="1" dirty="0"/>
              <a:t>&lt;dependency&gt;</a:t>
            </a:r>
            <a:r>
              <a:rPr lang="en-US" dirty="0"/>
              <a:t> – Single dependency with its own </a:t>
            </a:r>
            <a:r>
              <a:rPr lang="en-US" dirty="0" err="1"/>
              <a:t>groupId</a:t>
            </a:r>
            <a:r>
              <a:rPr lang="en-US" dirty="0"/>
              <a:t>, </a:t>
            </a:r>
            <a:r>
              <a:rPr lang="en-US" dirty="0" err="1"/>
              <a:t>artifactId</a:t>
            </a:r>
            <a:r>
              <a:rPr lang="en-US" dirty="0"/>
              <a:t> and version</a:t>
            </a:r>
          </a:p>
          <a:p>
            <a:r>
              <a:rPr lang="en-US" b="1" dirty="0"/>
              <a:t>&lt;scope&gt;</a:t>
            </a:r>
            <a:r>
              <a:rPr lang="en-US" dirty="0"/>
              <a:t> – When the dependency is needed (compile, test, runtime, etc…)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E1745-71E2-6D5E-320A-860F3F60D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5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E077-B160-FAC4-F563-246F8757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6EFD0-D069-9C20-E23B-E68326B92F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D6CD628-407F-F7D2-4598-92A3B7E51CCC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Maven Lifecycle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0B9590-7291-D401-5360-4EE5D4473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3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34D8-9BFD-C9FF-6373-015BD8BE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0B7B-F66B-F175-8D82-A44C3314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</a:t>
            </a:r>
            <a:r>
              <a:rPr lang="en-US" dirty="0" err="1"/>
              <a:t>LifeCycles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1E3BB-3685-2EAE-1246-28D6359F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There are technically 3 lifecycles, Cleaning, Default* and Site. </a:t>
            </a:r>
          </a:p>
          <a:p>
            <a:r>
              <a:rPr lang="en-US" dirty="0"/>
              <a:t>Typically, when referring to the Maven Lifecycles, we refer to the Default cycle.</a:t>
            </a:r>
          </a:p>
          <a:p>
            <a:endParaRPr lang="en-US" dirty="0"/>
          </a:p>
          <a:p>
            <a:r>
              <a:rPr lang="en-US" dirty="0"/>
              <a:t>The “other two” (you don’t need to know):</a:t>
            </a:r>
          </a:p>
          <a:p>
            <a:pPr lvl="1"/>
            <a:r>
              <a:rPr lang="en-US" b="1" dirty="0"/>
              <a:t>Cleaning</a:t>
            </a:r>
            <a:r>
              <a:rPr lang="en-US" dirty="0"/>
              <a:t> – Used to remove excess files &amp; reduce clutter</a:t>
            </a:r>
          </a:p>
          <a:p>
            <a:pPr lvl="1"/>
            <a:r>
              <a:rPr lang="en-US" b="1" dirty="0"/>
              <a:t>Site</a:t>
            </a:r>
            <a:r>
              <a:rPr lang="en-US" dirty="0"/>
              <a:t> – Documentation of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56F20-64FD-0BE7-365C-A98988218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7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</a:t>
            </a:r>
            <a:r>
              <a:rPr lang="en-US" dirty="0" err="1"/>
              <a:t>LifeCycles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11320E-1D1F-BC4A-FDB5-67F63CB47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68" y="1564615"/>
            <a:ext cx="5249264" cy="479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372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Goals- Default Lifecycle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Validate</a:t>
            </a:r>
            <a:r>
              <a:rPr lang="en-US" dirty="0"/>
              <a:t> – Confirm the project is correct and all necessary information is available. We check the pom.xml, parse it, then locate and download dependencies</a:t>
            </a:r>
          </a:p>
          <a:p>
            <a:pPr lvl="1"/>
            <a:r>
              <a:rPr lang="en-US" dirty="0"/>
              <a:t>After validation, we write code</a:t>
            </a:r>
          </a:p>
          <a:p>
            <a:r>
              <a:rPr lang="en-US" b="1" dirty="0"/>
              <a:t>Compile</a:t>
            </a:r>
            <a:r>
              <a:rPr lang="en-US" dirty="0"/>
              <a:t> – Source Code is Compiled</a:t>
            </a:r>
          </a:p>
          <a:p>
            <a:r>
              <a:rPr lang="en-US" b="1" dirty="0"/>
              <a:t>Testing</a:t>
            </a:r>
            <a:r>
              <a:rPr lang="en-US" dirty="0"/>
              <a:t> – Code is tested using suitable unit testing frameworks, such as JUNIT</a:t>
            </a:r>
          </a:p>
          <a:p>
            <a:r>
              <a:rPr lang="en-US" b="1" dirty="0"/>
              <a:t>Package</a:t>
            </a:r>
            <a:r>
              <a:rPr lang="en-US" dirty="0"/>
              <a:t> – Compiled code is packages into a distributable format, such as a jar or war.</a:t>
            </a:r>
          </a:p>
          <a:p>
            <a:r>
              <a:rPr lang="en-US" b="1" dirty="0"/>
              <a:t>Verify</a:t>
            </a:r>
            <a:r>
              <a:rPr lang="en-US" dirty="0"/>
              <a:t> – Run check on results of integration tests to ensure quality is met</a:t>
            </a:r>
          </a:p>
          <a:p>
            <a:r>
              <a:rPr lang="en-US" b="1" dirty="0"/>
              <a:t>Install </a:t>
            </a:r>
            <a:r>
              <a:rPr lang="en-US" dirty="0"/>
              <a:t>– Installs the project as a potential dependency in the local repo</a:t>
            </a:r>
            <a:endParaRPr lang="en-US" b="1" dirty="0"/>
          </a:p>
          <a:p>
            <a:r>
              <a:rPr lang="en-US" b="1" dirty="0"/>
              <a:t>Deploy</a:t>
            </a:r>
            <a:r>
              <a:rPr lang="en-US" dirty="0"/>
              <a:t> – Copies packages into remote repository. Performed in build environment.</a:t>
            </a:r>
          </a:p>
          <a:p>
            <a:endParaRPr lang="en-US" dirty="0"/>
          </a:p>
          <a:p>
            <a:r>
              <a:rPr lang="en-US" dirty="0"/>
              <a:t>If any of the steps above are called, all the steps before are called as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14743</TotalTime>
  <Words>601</Words>
  <Application>Microsoft Office PowerPoint</Application>
  <PresentationFormat>On-screen Show (4:3)</PresentationFormat>
  <Paragraphs>72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2_Custom Design</vt:lpstr>
      <vt:lpstr>Maven</vt:lpstr>
      <vt:lpstr>Outline</vt:lpstr>
      <vt:lpstr>PowerPoint Presentation</vt:lpstr>
      <vt:lpstr>Maven</vt:lpstr>
      <vt:lpstr>PowerPoint Presentation</vt:lpstr>
      <vt:lpstr>Maven Repository</vt:lpstr>
      <vt:lpstr>PowerPoint Presentation</vt:lpstr>
      <vt:lpstr>POM</vt:lpstr>
      <vt:lpstr>Maven Configurations</vt:lpstr>
      <vt:lpstr>Maven Configurations - Dependencies</vt:lpstr>
      <vt:lpstr>PowerPoint Presentation</vt:lpstr>
      <vt:lpstr>Maven LifeCycles</vt:lpstr>
      <vt:lpstr>Maven LifeCycles</vt:lpstr>
      <vt:lpstr>Maven Goals- Default Lifecycle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230</cp:revision>
  <dcterms:modified xsi:type="dcterms:W3CDTF">2026-01-23T14:48:08Z</dcterms:modified>
</cp:coreProperties>
</file>