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autoCompressPictures="0">
  <p:sldMasterIdLst>
    <p:sldMasterId id="2147483661" r:id="rId1"/>
  </p:sldMasterIdLst>
  <p:notesMasterIdLst>
    <p:notesMasterId r:id="rId48"/>
  </p:notesMasterIdLst>
  <p:sldIdLst>
    <p:sldId id="256" r:id="rId2"/>
    <p:sldId id="343" r:id="rId3"/>
    <p:sldId id="358" r:id="rId4"/>
    <p:sldId id="273" r:id="rId5"/>
    <p:sldId id="359" r:id="rId6"/>
    <p:sldId id="274" r:id="rId7"/>
    <p:sldId id="276" r:id="rId8"/>
    <p:sldId id="275" r:id="rId9"/>
    <p:sldId id="279" r:id="rId10"/>
    <p:sldId id="366" r:id="rId11"/>
    <p:sldId id="375" r:id="rId12"/>
    <p:sldId id="289" r:id="rId13"/>
    <p:sldId id="360" r:id="rId14"/>
    <p:sldId id="297" r:id="rId15"/>
    <p:sldId id="277" r:id="rId16"/>
    <p:sldId id="361" r:id="rId17"/>
    <p:sldId id="369" r:id="rId18"/>
    <p:sldId id="362" r:id="rId19"/>
    <p:sldId id="298" r:id="rId20"/>
    <p:sldId id="370" r:id="rId21"/>
    <p:sldId id="363" r:id="rId22"/>
    <p:sldId id="281" r:id="rId23"/>
    <p:sldId id="371" r:id="rId24"/>
    <p:sldId id="364" r:id="rId25"/>
    <p:sldId id="282" r:id="rId26"/>
    <p:sldId id="372" r:id="rId27"/>
    <p:sldId id="280" r:id="rId28"/>
    <p:sldId id="365" r:id="rId29"/>
    <p:sldId id="262" r:id="rId30"/>
    <p:sldId id="278" r:id="rId31"/>
    <p:sldId id="283" r:id="rId32"/>
    <p:sldId id="367" r:id="rId33"/>
    <p:sldId id="263" r:id="rId34"/>
    <p:sldId id="264" r:id="rId35"/>
    <p:sldId id="374" r:id="rId36"/>
    <p:sldId id="266" r:id="rId37"/>
    <p:sldId id="368" r:id="rId38"/>
    <p:sldId id="373" r:id="rId39"/>
    <p:sldId id="290" r:id="rId40"/>
    <p:sldId id="259" r:id="rId41"/>
    <p:sldId id="260" r:id="rId42"/>
    <p:sldId id="376" r:id="rId43"/>
    <p:sldId id="261" r:id="rId44"/>
    <p:sldId id="284" r:id="rId45"/>
    <p:sldId id="286" r:id="rId46"/>
    <p:sldId id="272" r:id="rId47"/>
  </p:sldIdLst>
  <p:sldSz cx="9144000" cy="6858000" type="screen4x3"/>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p15:clr>
            <a:srgbClr val="A4A3A4"/>
          </p15:clr>
        </p15:guide>
        <p15:guide id="2" pos="2282">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69" d="100"/>
          <a:sy n="69" d="100"/>
        </p:scale>
        <p:origin x="1416" y="60"/>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3037840" cy="464820"/>
          </a:xfrm>
          <a:prstGeom prst="rect">
            <a:avLst/>
          </a:prstGeom>
          <a:noFill/>
          <a:ln>
            <a:noFill/>
          </a:ln>
        </p:spPr>
        <p:txBody>
          <a:bodyPr spcFirstLastPara="1" wrap="square" lIns="93150" tIns="46575" rIns="93150" bIns="46575"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0"/>
            <a:ext cx="3037840" cy="464820"/>
          </a:xfrm>
          <a:prstGeom prst="rect">
            <a:avLst/>
          </a:prstGeom>
          <a:noFill/>
          <a:ln>
            <a:noFill/>
          </a:ln>
        </p:spPr>
        <p:txBody>
          <a:bodyPr spcFirstLastPara="1" wrap="square" lIns="93150" tIns="46575" rIns="93150" bIns="46575"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15790"/>
            <a:ext cx="5608320" cy="4183380"/>
          </a:xfrm>
          <a:prstGeom prst="rect">
            <a:avLst/>
          </a:prstGeom>
          <a:noFill/>
          <a:ln>
            <a:noFill/>
          </a:ln>
        </p:spPr>
        <p:txBody>
          <a:bodyPr spcFirstLastPara="1" wrap="square" lIns="93150" tIns="46575" rIns="93150" bIns="46575"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8829965"/>
            <a:ext cx="3037840" cy="464820"/>
          </a:xfrm>
          <a:prstGeom prst="rect">
            <a:avLst/>
          </a:prstGeom>
          <a:noFill/>
          <a:ln>
            <a:noFill/>
          </a:ln>
        </p:spPr>
        <p:txBody>
          <a:bodyPr spcFirstLastPara="1" wrap="square" lIns="93150" tIns="46575" rIns="93150" bIns="46575"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829965"/>
            <a:ext cx="3037840" cy="464820"/>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10" name="Google Shape;210;p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15764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4096D708-8386-3BCF-F686-0858AA90F5D5}"/>
            </a:ext>
          </a:extLst>
        </p:cNvPr>
        <p:cNvGrpSpPr/>
        <p:nvPr/>
      </p:nvGrpSpPr>
      <p:grpSpPr>
        <a:xfrm>
          <a:off x="0" y="0"/>
          <a:ext cx="0" cy="0"/>
          <a:chOff x="0" y="0"/>
          <a:chExt cx="0" cy="0"/>
        </a:xfrm>
      </p:grpSpPr>
      <p:sp>
        <p:nvSpPr>
          <p:cNvPr id="222" name="Google Shape;222;p3:notes">
            <a:extLst>
              <a:ext uri="{FF2B5EF4-FFF2-40B4-BE49-F238E27FC236}">
                <a16:creationId xmlns:a16="http://schemas.microsoft.com/office/drawing/2014/main" id="{51825C60-9631-E97D-81B2-4FD98295F711}"/>
              </a:ext>
            </a:extLst>
          </p:cNvPr>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3:notes">
            <a:extLst>
              <a:ext uri="{FF2B5EF4-FFF2-40B4-BE49-F238E27FC236}">
                <a16:creationId xmlns:a16="http://schemas.microsoft.com/office/drawing/2014/main" id="{FCB7F051-2A9D-9000-BA89-57C5E554A5B5}"/>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2930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55CB4DEB-2A82-7E91-8F03-D5DA75CC343D}"/>
            </a:ext>
          </a:extLst>
        </p:cNvPr>
        <p:cNvGrpSpPr/>
        <p:nvPr/>
      </p:nvGrpSpPr>
      <p:grpSpPr>
        <a:xfrm>
          <a:off x="0" y="0"/>
          <a:ext cx="0" cy="0"/>
          <a:chOff x="0" y="0"/>
          <a:chExt cx="0" cy="0"/>
        </a:xfrm>
      </p:grpSpPr>
      <p:sp>
        <p:nvSpPr>
          <p:cNvPr id="222" name="Google Shape;222;p3:notes">
            <a:extLst>
              <a:ext uri="{FF2B5EF4-FFF2-40B4-BE49-F238E27FC236}">
                <a16:creationId xmlns:a16="http://schemas.microsoft.com/office/drawing/2014/main" id="{A4AF22B8-9686-3464-9884-4F57649F48A3}"/>
              </a:ext>
            </a:extLst>
          </p:cNvPr>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3:notes">
            <a:extLst>
              <a:ext uri="{FF2B5EF4-FFF2-40B4-BE49-F238E27FC236}">
                <a16:creationId xmlns:a16="http://schemas.microsoft.com/office/drawing/2014/main" id="{1F325041-6578-B390-CBF0-79B83F21CB1A}"/>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52789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9341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2BE03464-7C1B-B99D-21C6-A468DC0C00F4}"/>
            </a:ext>
          </a:extLst>
        </p:cNvPr>
        <p:cNvGrpSpPr/>
        <p:nvPr/>
      </p:nvGrpSpPr>
      <p:grpSpPr>
        <a:xfrm>
          <a:off x="0" y="0"/>
          <a:ext cx="0" cy="0"/>
          <a:chOff x="0" y="0"/>
          <a:chExt cx="0" cy="0"/>
        </a:xfrm>
      </p:grpSpPr>
      <p:sp>
        <p:nvSpPr>
          <p:cNvPr id="222" name="Google Shape;222;p3:notes">
            <a:extLst>
              <a:ext uri="{FF2B5EF4-FFF2-40B4-BE49-F238E27FC236}">
                <a16:creationId xmlns:a16="http://schemas.microsoft.com/office/drawing/2014/main" id="{494E489B-0523-0E43-BB4B-0F9F4A1828E1}"/>
              </a:ext>
            </a:extLst>
          </p:cNvPr>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3:notes">
            <a:extLst>
              <a:ext uri="{FF2B5EF4-FFF2-40B4-BE49-F238E27FC236}">
                <a16:creationId xmlns:a16="http://schemas.microsoft.com/office/drawing/2014/main" id="{603CC88F-A85C-9A52-8BB0-C6B640C5CF23}"/>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68093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5473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11838EB2-672A-0967-7494-B6BB9A57559F}"/>
            </a:ext>
          </a:extLst>
        </p:cNvPr>
        <p:cNvGrpSpPr/>
        <p:nvPr/>
      </p:nvGrpSpPr>
      <p:grpSpPr>
        <a:xfrm>
          <a:off x="0" y="0"/>
          <a:ext cx="0" cy="0"/>
          <a:chOff x="0" y="0"/>
          <a:chExt cx="0" cy="0"/>
        </a:xfrm>
      </p:grpSpPr>
      <p:sp>
        <p:nvSpPr>
          <p:cNvPr id="222" name="Google Shape;222;p3:notes">
            <a:extLst>
              <a:ext uri="{FF2B5EF4-FFF2-40B4-BE49-F238E27FC236}">
                <a16:creationId xmlns:a16="http://schemas.microsoft.com/office/drawing/2014/main" id="{AA0BBD91-DEEF-98C5-2237-5F6038475C31}"/>
              </a:ext>
            </a:extLst>
          </p:cNvPr>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3:notes">
            <a:extLst>
              <a:ext uri="{FF2B5EF4-FFF2-40B4-BE49-F238E27FC236}">
                <a16:creationId xmlns:a16="http://schemas.microsoft.com/office/drawing/2014/main" id="{A23B876C-A3C3-EDD8-A58E-ADCBECEFD562}"/>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45408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72114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C0570C1F-D83C-7AD5-74E9-4EB41FAC952A}"/>
            </a:ext>
          </a:extLst>
        </p:cNvPr>
        <p:cNvGrpSpPr/>
        <p:nvPr/>
      </p:nvGrpSpPr>
      <p:grpSpPr>
        <a:xfrm>
          <a:off x="0" y="0"/>
          <a:ext cx="0" cy="0"/>
          <a:chOff x="0" y="0"/>
          <a:chExt cx="0" cy="0"/>
        </a:xfrm>
      </p:grpSpPr>
      <p:sp>
        <p:nvSpPr>
          <p:cNvPr id="222" name="Google Shape;222;p3:notes">
            <a:extLst>
              <a:ext uri="{FF2B5EF4-FFF2-40B4-BE49-F238E27FC236}">
                <a16:creationId xmlns:a16="http://schemas.microsoft.com/office/drawing/2014/main" id="{14596A56-4591-5D73-C2FD-0524D4050DE4}"/>
              </a:ext>
            </a:extLst>
          </p:cNvPr>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3:notes">
            <a:extLst>
              <a:ext uri="{FF2B5EF4-FFF2-40B4-BE49-F238E27FC236}">
                <a16:creationId xmlns:a16="http://schemas.microsoft.com/office/drawing/2014/main" id="{6685B2BB-85E9-65FD-A9BA-F28D3D1D99FC}"/>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60068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7: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51" name="Google Shape;251;p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7: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51" name="Google Shape;251;p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1428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8: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58" name="Google Shape;258;p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9: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65" name="Google Shape;265;p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a:extLst>
            <a:ext uri="{FF2B5EF4-FFF2-40B4-BE49-F238E27FC236}">
              <a16:creationId xmlns:a16="http://schemas.microsoft.com/office/drawing/2014/main" id="{E36ADCD9-D50B-3EB9-B987-90979F6F12DB}"/>
            </a:ext>
          </a:extLst>
        </p:cNvPr>
        <p:cNvGrpSpPr/>
        <p:nvPr/>
      </p:nvGrpSpPr>
      <p:grpSpPr>
        <a:xfrm>
          <a:off x="0" y="0"/>
          <a:ext cx="0" cy="0"/>
          <a:chOff x="0" y="0"/>
          <a:chExt cx="0" cy="0"/>
        </a:xfrm>
      </p:grpSpPr>
      <p:sp>
        <p:nvSpPr>
          <p:cNvPr id="271" name="Google Shape;271;p10:notes">
            <a:extLst>
              <a:ext uri="{FF2B5EF4-FFF2-40B4-BE49-F238E27FC236}">
                <a16:creationId xmlns:a16="http://schemas.microsoft.com/office/drawing/2014/main" id="{5A44A3A6-9E6E-043A-04D3-F26C562A7831}"/>
              </a:ext>
            </a:extLst>
          </p:cNvPr>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72" name="Google Shape;272;p10:notes">
            <a:extLst>
              <a:ext uri="{FF2B5EF4-FFF2-40B4-BE49-F238E27FC236}">
                <a16:creationId xmlns:a16="http://schemas.microsoft.com/office/drawing/2014/main" id="{2B4FE4A5-DDC4-BDAE-1100-74666AC6F468}"/>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68609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1: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79" name="Google Shape;279;p1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51514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4: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30" name="Google Shape;230;p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5: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37" name="Google Shape;237;p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6: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44" name="Google Shape;244;p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6: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44" name="Google Shape;244;p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20887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6: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44" name="Google Shape;244;p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91301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7: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321" name="Google Shape;321;p1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pic>
        <p:nvPicPr>
          <p:cNvPr id="34" name="Google Shape;34;p2"/>
          <p:cNvPicPr preferRelativeResize="0"/>
          <p:nvPr/>
        </p:nvPicPr>
        <p:blipFill rotWithShape="1">
          <a:blip r:embed="rId2">
            <a:alphaModFix/>
          </a:blip>
          <a:srcRect t="33848" b="649"/>
          <a:stretch/>
        </p:blipFill>
        <p:spPr>
          <a:xfrm>
            <a:off x="-1" y="0"/>
            <a:ext cx="9144002" cy="5030078"/>
          </a:xfrm>
          <a:prstGeom prst="rect">
            <a:avLst/>
          </a:prstGeom>
          <a:noFill/>
          <a:ln>
            <a:noFill/>
          </a:ln>
        </p:spPr>
      </p:pic>
      <p:grpSp>
        <p:nvGrpSpPr>
          <p:cNvPr id="35" name="Google Shape;35;p2"/>
          <p:cNvGrpSpPr/>
          <p:nvPr/>
        </p:nvGrpSpPr>
        <p:grpSpPr>
          <a:xfrm>
            <a:off x="496176" y="5451818"/>
            <a:ext cx="3105481" cy="975083"/>
            <a:chOff x="2814452" y="4625522"/>
            <a:chExt cx="5459889" cy="1714337"/>
          </a:xfrm>
        </p:grpSpPr>
        <p:sp>
          <p:nvSpPr>
            <p:cNvPr id="36" name="Google Shape;36;p2"/>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 name="Google Shape;37;p2"/>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 name="Google Shape;38;p2"/>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 name="Google Shape;39;p2"/>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 name="Google Shape;40;p2"/>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 name="Google Shape;41;p2"/>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 name="Google Shape;42;p2"/>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 name="Google Shape;43;p2"/>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 name="Google Shape;44;p2"/>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5" name="Google Shape;45;p2"/>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 name="Google Shape;46;p2"/>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 name="Google Shape;47;p2"/>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 name="Google Shape;48;p2"/>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 name="Google Shape;49;p2"/>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 name="Google Shape;50;p2"/>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 name="Google Shape;51;p2"/>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 name="Google Shape;52;p2"/>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 name="Google Shape;53;p2"/>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4" name="Google Shape;54;p2"/>
          <p:cNvSpPr txBox="1">
            <a:spLocks noGrp="1"/>
          </p:cNvSpPr>
          <p:nvPr>
            <p:ph type="ctrTitle"/>
          </p:nvPr>
        </p:nvSpPr>
        <p:spPr>
          <a:xfrm>
            <a:off x="496177" y="320634"/>
            <a:ext cx="6807148" cy="2543545"/>
          </a:xfrm>
          <a:prstGeom prst="rect">
            <a:avLst/>
          </a:prstGeom>
          <a:noFill/>
          <a:ln>
            <a:noFill/>
          </a:ln>
        </p:spPr>
        <p:txBody>
          <a:bodyPr spcFirstLastPara="1" wrap="square" lIns="91425" tIns="45700" rIns="91425" bIns="45700" anchor="b" anchorCtr="0"/>
          <a:lstStyle>
            <a:lvl1pPr lvl="0" algn="l">
              <a:lnSpc>
                <a:spcPct val="80000"/>
              </a:lnSpc>
              <a:spcBef>
                <a:spcPts val="0"/>
              </a:spcBef>
              <a:spcAft>
                <a:spcPts val="0"/>
              </a:spcAft>
              <a:buClr>
                <a:schemeClr val="accent1"/>
              </a:buClr>
              <a:buSzPts val="4400"/>
              <a:buFont typeface="Arial"/>
              <a:buNone/>
              <a:defRPr sz="4400">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
          <p:cNvSpPr txBox="1">
            <a:spLocks noGrp="1"/>
          </p:cNvSpPr>
          <p:nvPr>
            <p:ph type="subTitle" idx="1"/>
          </p:nvPr>
        </p:nvSpPr>
        <p:spPr>
          <a:xfrm>
            <a:off x="496176" y="2924299"/>
            <a:ext cx="6814614" cy="1752600"/>
          </a:xfrm>
          <a:prstGeom prst="rect">
            <a:avLst/>
          </a:prstGeom>
          <a:noFill/>
          <a:ln>
            <a:noFill/>
          </a:ln>
        </p:spPr>
        <p:txBody>
          <a:bodyPr spcFirstLastPara="1" wrap="square" lIns="91425" tIns="45700" rIns="91425" bIns="45700" anchor="t" anchorCtr="0"/>
          <a:lstStyle>
            <a:lvl1pPr lvl="0" algn="l">
              <a:spcBef>
                <a:spcPts val="560"/>
              </a:spcBef>
              <a:spcAft>
                <a:spcPts val="0"/>
              </a:spcAft>
              <a:buSzPts val="2800"/>
              <a:buNone/>
              <a:defRPr b="1">
                <a:solidFill>
                  <a:schemeClr val="lt1"/>
                </a:solidFill>
                <a:latin typeface="Arial"/>
                <a:ea typeface="Arial"/>
                <a:cs typeface="Arial"/>
                <a:sym typeface="Arial"/>
              </a:defRPr>
            </a:lvl1pPr>
            <a:lvl2pPr lvl="1" algn="ctr">
              <a:spcBef>
                <a:spcPts val="480"/>
              </a:spcBef>
              <a:spcAft>
                <a:spcPts val="0"/>
              </a:spcAft>
              <a:buSzPts val="24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60"/>
              </a:spcBef>
              <a:spcAft>
                <a:spcPts val="0"/>
              </a:spcAft>
              <a:buSzPts val="18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6"/>
        <p:cNvGrpSpPr/>
        <p:nvPr/>
      </p:nvGrpSpPr>
      <p:grpSpPr>
        <a:xfrm>
          <a:off x="0" y="0"/>
          <a:ext cx="0" cy="0"/>
          <a:chOff x="0" y="0"/>
          <a:chExt cx="0" cy="0"/>
        </a:xfrm>
      </p:grpSpPr>
      <p:sp>
        <p:nvSpPr>
          <p:cNvPr id="57" name="Google Shape;57;p3"/>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3"/>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lstStyle>
            <a:lvl1pPr marL="457200" lvl="0" indent="-406400" algn="l">
              <a:spcBef>
                <a:spcPts val="560"/>
              </a:spcBef>
              <a:spcAft>
                <a:spcPts val="0"/>
              </a:spcAft>
              <a:buSzPts val="2800"/>
              <a:buChar char="•"/>
              <a:defRPr>
                <a:latin typeface="Arial"/>
                <a:ea typeface="Arial"/>
                <a:cs typeface="Arial"/>
                <a:sym typeface="Arial"/>
              </a:defRPr>
            </a:lvl1pPr>
            <a:lvl2pPr marL="914400" lvl="1" indent="-381000" algn="l">
              <a:spcBef>
                <a:spcPts val="480"/>
              </a:spcBef>
              <a:spcAft>
                <a:spcPts val="0"/>
              </a:spcAft>
              <a:buSzPts val="2400"/>
              <a:buChar char="–"/>
              <a:defRPr>
                <a:latin typeface="Arial"/>
                <a:ea typeface="Arial"/>
                <a:cs typeface="Arial"/>
                <a:sym typeface="Arial"/>
              </a:defRPr>
            </a:lvl2pPr>
            <a:lvl3pPr marL="1371600" lvl="2" indent="-355600" algn="l">
              <a:spcBef>
                <a:spcPts val="400"/>
              </a:spcBef>
              <a:spcAft>
                <a:spcPts val="0"/>
              </a:spcAft>
              <a:buSzPts val="2000"/>
              <a:buChar char="•"/>
              <a:defRPr>
                <a:latin typeface="Arial"/>
                <a:ea typeface="Arial"/>
                <a:cs typeface="Arial"/>
                <a:sym typeface="Arial"/>
              </a:defRPr>
            </a:lvl3pPr>
            <a:lvl4pPr marL="1828800" lvl="3" indent="-342900" algn="l">
              <a:spcBef>
                <a:spcPts val="360"/>
              </a:spcBef>
              <a:spcAft>
                <a:spcPts val="0"/>
              </a:spcAft>
              <a:buSzPts val="1800"/>
              <a:buChar char="–"/>
              <a:defRPr>
                <a:latin typeface="Arial"/>
                <a:ea typeface="Arial"/>
                <a:cs typeface="Arial"/>
                <a:sym typeface="Arial"/>
              </a:defRPr>
            </a:lvl4pPr>
            <a:lvl5pPr marL="2286000" lvl="4" indent="-342900" algn="l">
              <a:spcBef>
                <a:spcPts val="360"/>
              </a:spcBef>
              <a:spcAft>
                <a:spcPts val="0"/>
              </a:spcAft>
              <a:buSzPts val="1800"/>
              <a:buChar char="»"/>
              <a:defRPr>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9" name="Google Shape;59;p3"/>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Only" type="titleOnly">
  <p:cSld name="TITLE_ONLY">
    <p:spTree>
      <p:nvGrpSpPr>
        <p:cNvPr id="1" name="Shape 60"/>
        <p:cNvGrpSpPr/>
        <p:nvPr/>
      </p:nvGrpSpPr>
      <p:grpSpPr>
        <a:xfrm>
          <a:off x="0" y="0"/>
          <a:ext cx="0" cy="0"/>
          <a:chOff x="0" y="0"/>
          <a:chExt cx="0" cy="0"/>
        </a:xfrm>
      </p:grpSpPr>
      <p:sp>
        <p:nvSpPr>
          <p:cNvPr id="61" name="Google Shape;61;p4"/>
          <p:cNvSpPr/>
          <p:nvPr/>
        </p:nvSpPr>
        <p:spPr>
          <a:xfrm rot="10800000" flipH="1">
            <a:off x="0" y="1219200"/>
            <a:ext cx="9144000" cy="56388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2" name="Google Shape;62;p4"/>
          <p:cNvSpPr/>
          <p:nvPr/>
        </p:nvSpPr>
        <p:spPr>
          <a:xfrm>
            <a:off x="0" y="0"/>
            <a:ext cx="9144000" cy="1219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3" name="Google Shape;63;p4"/>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dk2"/>
              </a:buClr>
              <a:buSzPts val="2400"/>
              <a:buFont typeface="Arial"/>
              <a:buNone/>
              <a:defRPr>
                <a:solidFill>
                  <a:schemeClr val="dk2"/>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4"/>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grpSp>
        <p:nvGrpSpPr>
          <p:cNvPr id="65" name="Google Shape;65;p4"/>
          <p:cNvGrpSpPr/>
          <p:nvPr/>
        </p:nvGrpSpPr>
        <p:grpSpPr>
          <a:xfrm>
            <a:off x="7264458" y="365740"/>
            <a:ext cx="1553308" cy="487719"/>
            <a:chOff x="7264458" y="365740"/>
            <a:chExt cx="1553308" cy="487719"/>
          </a:xfrm>
        </p:grpSpPr>
        <p:sp>
          <p:nvSpPr>
            <p:cNvPr id="66" name="Google Shape;66;p4"/>
            <p:cNvSpPr/>
            <p:nvPr/>
          </p:nvSpPr>
          <p:spPr>
            <a:xfrm>
              <a:off x="7264458" y="705011"/>
              <a:ext cx="148988" cy="144669"/>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 name="Google Shape;67;p4"/>
            <p:cNvSpPr/>
            <p:nvPr/>
          </p:nvSpPr>
          <p:spPr>
            <a:xfrm>
              <a:off x="7450153" y="705011"/>
              <a:ext cx="131714" cy="144669"/>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 name="Google Shape;68;p4"/>
            <p:cNvSpPr/>
            <p:nvPr/>
          </p:nvSpPr>
          <p:spPr>
            <a:xfrm>
              <a:off x="7613446" y="705011"/>
              <a:ext cx="154116" cy="144669"/>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 name="Google Shape;69;p4"/>
            <p:cNvSpPr/>
            <p:nvPr/>
          </p:nvSpPr>
          <p:spPr>
            <a:xfrm>
              <a:off x="7767562" y="705011"/>
              <a:ext cx="173010" cy="144669"/>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 name="Google Shape;70;p4"/>
            <p:cNvSpPr/>
            <p:nvPr/>
          </p:nvSpPr>
          <p:spPr>
            <a:xfrm>
              <a:off x="7934364" y="705011"/>
              <a:ext cx="157895" cy="144669"/>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 name="Google Shape;71;p4"/>
            <p:cNvSpPr/>
            <p:nvPr/>
          </p:nvSpPr>
          <p:spPr>
            <a:xfrm>
              <a:off x="8122758" y="705011"/>
              <a:ext cx="154116" cy="148448"/>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 name="Google Shape;72;p4"/>
            <p:cNvSpPr/>
            <p:nvPr/>
          </p:nvSpPr>
          <p:spPr>
            <a:xfrm>
              <a:off x="8321678" y="705011"/>
              <a:ext cx="148448" cy="144669"/>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 name="Google Shape;73;p4"/>
            <p:cNvSpPr/>
            <p:nvPr/>
          </p:nvSpPr>
          <p:spPr>
            <a:xfrm>
              <a:off x="8507374" y="705011"/>
              <a:ext cx="131714" cy="144669"/>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 name="Google Shape;74;p4"/>
            <p:cNvSpPr/>
            <p:nvPr/>
          </p:nvSpPr>
          <p:spPr>
            <a:xfrm>
              <a:off x="7785916" y="618911"/>
              <a:ext cx="25911" cy="24831"/>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 name="Google Shape;75;p4"/>
            <p:cNvSpPr/>
            <p:nvPr/>
          </p:nvSpPr>
          <p:spPr>
            <a:xfrm>
              <a:off x="7868507" y="539289"/>
              <a:ext cx="37247" cy="44804"/>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 name="Google Shape;76;p4"/>
            <p:cNvSpPr/>
            <p:nvPr/>
          </p:nvSpPr>
          <p:spPr>
            <a:xfrm>
              <a:off x="7965403" y="477481"/>
              <a:ext cx="37787" cy="69366"/>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 name="Google Shape;77;p4"/>
            <p:cNvSpPr/>
            <p:nvPr/>
          </p:nvSpPr>
          <p:spPr>
            <a:xfrm>
              <a:off x="8070936" y="427548"/>
              <a:ext cx="32119" cy="95546"/>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8" name="Google Shape;78;p4"/>
            <p:cNvSpPr/>
            <p:nvPr/>
          </p:nvSpPr>
          <p:spPr>
            <a:xfrm>
              <a:off x="8178358" y="392731"/>
              <a:ext cx="29690" cy="119568"/>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9" name="Google Shape;79;p4"/>
            <p:cNvSpPr/>
            <p:nvPr/>
          </p:nvSpPr>
          <p:spPr>
            <a:xfrm>
              <a:off x="8280113" y="371948"/>
              <a:ext cx="46154" cy="14143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0" name="Google Shape;80;p4"/>
            <p:cNvSpPr/>
            <p:nvPr/>
          </p:nvSpPr>
          <p:spPr>
            <a:xfrm>
              <a:off x="8379438" y="365740"/>
              <a:ext cx="68826" cy="16167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 name="Google Shape;81;p4"/>
            <p:cNvSpPr/>
            <p:nvPr/>
          </p:nvSpPr>
          <p:spPr>
            <a:xfrm>
              <a:off x="8477144" y="377076"/>
              <a:ext cx="95007" cy="176788"/>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 name="Google Shape;82;p4"/>
            <p:cNvSpPr/>
            <p:nvPr/>
          </p:nvSpPr>
          <p:spPr>
            <a:xfrm>
              <a:off x="8573230" y="405416"/>
              <a:ext cx="122537" cy="187584"/>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 name="Google Shape;83;p4"/>
            <p:cNvSpPr/>
            <p:nvPr/>
          </p:nvSpPr>
          <p:spPr>
            <a:xfrm>
              <a:off x="8663109" y="450760"/>
              <a:ext cx="154656" cy="19352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4"/>
        <p:cNvGrpSpPr/>
        <p:nvPr/>
      </p:nvGrpSpPr>
      <p:grpSpPr>
        <a:xfrm>
          <a:off x="0" y="0"/>
          <a:ext cx="0" cy="0"/>
          <a:chOff x="0" y="0"/>
          <a:chExt cx="0" cy="0"/>
        </a:xfrm>
      </p:grpSpPr>
      <p:pic>
        <p:nvPicPr>
          <p:cNvPr id="85" name="Google Shape;85;p5"/>
          <p:cNvPicPr preferRelativeResize="0"/>
          <p:nvPr/>
        </p:nvPicPr>
        <p:blipFill rotWithShape="1">
          <a:blip r:embed="rId2">
            <a:alphaModFix/>
          </a:blip>
          <a:srcRect t="33085" b="1379"/>
          <a:stretch/>
        </p:blipFill>
        <p:spPr>
          <a:xfrm rot="10800000" flipH="1">
            <a:off x="0" y="0"/>
            <a:ext cx="9144000" cy="5030078"/>
          </a:xfrm>
          <a:prstGeom prst="rect">
            <a:avLst/>
          </a:prstGeom>
          <a:noFill/>
          <a:ln>
            <a:noFill/>
          </a:ln>
        </p:spPr>
      </p:pic>
      <p:grpSp>
        <p:nvGrpSpPr>
          <p:cNvPr id="86" name="Google Shape;86;p5"/>
          <p:cNvGrpSpPr/>
          <p:nvPr/>
        </p:nvGrpSpPr>
        <p:grpSpPr>
          <a:xfrm>
            <a:off x="496176" y="5451818"/>
            <a:ext cx="3105481" cy="975083"/>
            <a:chOff x="2814452" y="4625522"/>
            <a:chExt cx="5459889" cy="1714337"/>
          </a:xfrm>
        </p:grpSpPr>
        <p:sp>
          <p:nvSpPr>
            <p:cNvPr id="87" name="Google Shape;87;p5"/>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8" name="Google Shape;88;p5"/>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9" name="Google Shape;89;p5"/>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 name="Google Shape;90;p5"/>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 name="Google Shape;91;p5"/>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 name="Google Shape;92;p5"/>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3" name="Google Shape;93;p5"/>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4" name="Google Shape;94;p5"/>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 name="Google Shape;95;p5"/>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 name="Google Shape;96;p5"/>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 name="Google Shape;97;p5"/>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 name="Google Shape;98;p5"/>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 name="Google Shape;99;p5"/>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 name="Google Shape;100;p5"/>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 name="Google Shape;101;p5"/>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 name="Google Shape;102;p5"/>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 name="Google Shape;103;p5"/>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 name="Google Shape;104;p5"/>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05" name="Google Shape;105;p5"/>
          <p:cNvSpPr txBox="1">
            <a:spLocks noGrp="1"/>
          </p:cNvSpPr>
          <p:nvPr>
            <p:ph type="ctrTitle"/>
          </p:nvPr>
        </p:nvSpPr>
        <p:spPr>
          <a:xfrm>
            <a:off x="496177" y="320634"/>
            <a:ext cx="6807148" cy="2543545"/>
          </a:xfrm>
          <a:prstGeom prst="rect">
            <a:avLst/>
          </a:prstGeom>
          <a:noFill/>
          <a:ln>
            <a:noFill/>
          </a:ln>
        </p:spPr>
        <p:txBody>
          <a:bodyPr spcFirstLastPara="1" wrap="square" lIns="91425" tIns="45700" rIns="91425" bIns="45700" anchor="b" anchorCtr="0"/>
          <a:lstStyle>
            <a:lvl1pPr lvl="0" algn="l">
              <a:lnSpc>
                <a:spcPct val="80000"/>
              </a:lnSpc>
              <a:spcBef>
                <a:spcPts val="0"/>
              </a:spcBef>
              <a:spcAft>
                <a:spcPts val="0"/>
              </a:spcAft>
              <a:buClr>
                <a:schemeClr val="lt1"/>
              </a:buClr>
              <a:buSzPts val="4400"/>
              <a:buFont typeface="Arial"/>
              <a:buNone/>
              <a:defRPr sz="4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5"/>
          <p:cNvSpPr txBox="1">
            <a:spLocks noGrp="1"/>
          </p:cNvSpPr>
          <p:nvPr>
            <p:ph type="subTitle" idx="1"/>
          </p:nvPr>
        </p:nvSpPr>
        <p:spPr>
          <a:xfrm>
            <a:off x="496176" y="2924299"/>
            <a:ext cx="6814614" cy="1752600"/>
          </a:xfrm>
          <a:prstGeom prst="rect">
            <a:avLst/>
          </a:prstGeom>
          <a:noFill/>
          <a:ln>
            <a:noFill/>
          </a:ln>
        </p:spPr>
        <p:txBody>
          <a:bodyPr spcFirstLastPara="1" wrap="square" lIns="91425" tIns="45700" rIns="91425" bIns="45700" anchor="t" anchorCtr="0"/>
          <a:lstStyle>
            <a:lvl1pPr lvl="0" algn="l">
              <a:spcBef>
                <a:spcPts val="560"/>
              </a:spcBef>
              <a:spcAft>
                <a:spcPts val="0"/>
              </a:spcAft>
              <a:buSzPts val="2800"/>
              <a:buNone/>
              <a:defRPr>
                <a:solidFill>
                  <a:schemeClr val="dk2"/>
                </a:solidFill>
                <a:latin typeface="Arial"/>
                <a:ea typeface="Arial"/>
                <a:cs typeface="Arial"/>
                <a:sym typeface="Arial"/>
              </a:defRPr>
            </a:lvl1pPr>
            <a:lvl2pPr lvl="1" algn="ctr">
              <a:spcBef>
                <a:spcPts val="480"/>
              </a:spcBef>
              <a:spcAft>
                <a:spcPts val="0"/>
              </a:spcAft>
              <a:buSzPts val="24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60"/>
              </a:spcBef>
              <a:spcAft>
                <a:spcPts val="0"/>
              </a:spcAft>
              <a:buSzPts val="18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p:cSld name="section">
    <p:spTree>
      <p:nvGrpSpPr>
        <p:cNvPr id="1" name="Shape 107"/>
        <p:cNvGrpSpPr/>
        <p:nvPr/>
      </p:nvGrpSpPr>
      <p:grpSpPr>
        <a:xfrm>
          <a:off x="0" y="0"/>
          <a:ext cx="0" cy="0"/>
          <a:chOff x="0" y="0"/>
          <a:chExt cx="0" cy="0"/>
        </a:xfrm>
      </p:grpSpPr>
      <p:sp>
        <p:nvSpPr>
          <p:cNvPr id="108" name="Google Shape;108;p6"/>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09" name="Google Shape;109;p6"/>
          <p:cNvPicPr preferRelativeResize="0"/>
          <p:nvPr/>
        </p:nvPicPr>
        <p:blipFill rotWithShape="1">
          <a:blip r:embed="rId2">
            <a:alphaModFix/>
          </a:blip>
          <a:srcRect t="67499" b="6701"/>
          <a:stretch/>
        </p:blipFill>
        <p:spPr>
          <a:xfrm rot="10800000" flipH="1">
            <a:off x="0" y="1740436"/>
            <a:ext cx="9144000" cy="1502227"/>
          </a:xfrm>
          <a:prstGeom prst="rect">
            <a:avLst/>
          </a:prstGeom>
          <a:noFill/>
          <a:ln>
            <a:noFill/>
          </a:ln>
        </p:spPr>
      </p:pic>
      <p:pic>
        <p:nvPicPr>
          <p:cNvPr id="110" name="Google Shape;110;p6"/>
          <p:cNvPicPr preferRelativeResize="0"/>
          <p:nvPr/>
        </p:nvPicPr>
        <p:blipFill rotWithShape="1">
          <a:blip r:embed="rId3">
            <a:alphaModFix/>
          </a:blip>
          <a:srcRect t="24620" b="16130"/>
          <a:stretch/>
        </p:blipFill>
        <p:spPr>
          <a:xfrm flipH="1">
            <a:off x="2766" y="3242663"/>
            <a:ext cx="9144000" cy="3615334"/>
          </a:xfrm>
          <a:prstGeom prst="rect">
            <a:avLst/>
          </a:prstGeom>
          <a:noFill/>
          <a:ln>
            <a:noFill/>
          </a:ln>
        </p:spPr>
      </p:pic>
      <p:sp>
        <p:nvSpPr>
          <p:cNvPr id="111" name="Google Shape;111;p6"/>
          <p:cNvSpPr/>
          <p:nvPr/>
        </p:nvSpPr>
        <p:spPr>
          <a:xfrm>
            <a:off x="-3" y="0"/>
            <a:ext cx="9143999" cy="1740437"/>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12" name="Google Shape;112;p6"/>
          <p:cNvGrpSpPr/>
          <p:nvPr/>
        </p:nvGrpSpPr>
        <p:grpSpPr>
          <a:xfrm>
            <a:off x="496176" y="382676"/>
            <a:ext cx="3105481" cy="975083"/>
            <a:chOff x="2814452" y="4625522"/>
            <a:chExt cx="5459889" cy="1714337"/>
          </a:xfrm>
        </p:grpSpPr>
        <p:sp>
          <p:nvSpPr>
            <p:cNvPr id="113" name="Google Shape;113;p6"/>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4" name="Google Shape;114;p6"/>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5" name="Google Shape;115;p6"/>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6" name="Google Shape;116;p6"/>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7" name="Google Shape;117;p6"/>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8" name="Google Shape;118;p6"/>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9" name="Google Shape;119;p6"/>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0" name="Google Shape;120;p6"/>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1" name="Google Shape;121;p6"/>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2" name="Google Shape;122;p6"/>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3" name="Google Shape;123;p6"/>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4" name="Google Shape;124;p6"/>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5" name="Google Shape;125;p6"/>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6" name="Google Shape;126;p6"/>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7" name="Google Shape;127;p6"/>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8" name="Google Shape;128;p6"/>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9" name="Google Shape;129;p6"/>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0" name="Google Shape;130;p6"/>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31" name="Google Shape;131;p6"/>
          <p:cNvSpPr txBox="1">
            <a:spLocks noGrp="1"/>
          </p:cNvSpPr>
          <p:nvPr>
            <p:ph type="body" idx="1"/>
          </p:nvPr>
        </p:nvSpPr>
        <p:spPr>
          <a:xfrm>
            <a:off x="323135" y="1846263"/>
            <a:ext cx="8441453" cy="1241425"/>
          </a:xfrm>
          <a:prstGeom prst="rect">
            <a:avLst/>
          </a:prstGeom>
          <a:noFill/>
          <a:ln>
            <a:noFill/>
          </a:ln>
        </p:spPr>
        <p:txBody>
          <a:bodyPr spcFirstLastPara="1" wrap="square" lIns="91425" tIns="45700" rIns="91425" bIns="45700" anchor="ctr" anchorCtr="0"/>
          <a:lstStyle>
            <a:lvl1pPr marL="457200" lvl="0" indent="-228600" algn="l">
              <a:spcBef>
                <a:spcPts val="800"/>
              </a:spcBef>
              <a:spcAft>
                <a:spcPts val="0"/>
              </a:spcAft>
              <a:buSzPts val="4000"/>
              <a:buNone/>
              <a:defRPr sz="4000" b="1">
                <a:solidFill>
                  <a:schemeClr val="lt1"/>
                </a:solidFill>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300"/>
                                  </p:stCondLst>
                                  <p:childTnLst>
                                    <p:set>
                                      <p:cBhvr>
                                        <p:cTn id="6" dur="1" fill="hold">
                                          <p:stCondLst>
                                            <p:cond delay="0"/>
                                          </p:stCondLst>
                                        </p:cTn>
                                        <p:tgtEl>
                                          <p:spTgt spid="110"/>
                                        </p:tgtEl>
                                        <p:attrNameLst>
                                          <p:attrName>style.visibility</p:attrName>
                                        </p:attrNameLst>
                                      </p:cBhvr>
                                      <p:to>
                                        <p:strVal val="visible"/>
                                      </p:to>
                                    </p:set>
                                    <p:anim calcmode="lin" valueType="num">
                                      <p:cBhvr additive="base">
                                        <p:cTn id="7" dur="750"/>
                                        <p:tgtEl>
                                          <p:spTgt spid="110"/>
                                        </p:tgtEl>
                                        <p:attrNameLst>
                                          <p:attrName>ppt_x</p:attrName>
                                        </p:attrNameLst>
                                      </p:cBhvr>
                                      <p:tavLst>
                                        <p:tav tm="0">
                                          <p:val>
                                            <p:strVal val="#ppt_x-1"/>
                                          </p:val>
                                        </p:tav>
                                        <p:tav tm="100000">
                                          <p:val>
                                            <p:strVal val="#ppt_x"/>
                                          </p:val>
                                        </p:tav>
                                      </p:tavLst>
                                    </p:anim>
                                  </p:childTnLst>
                                </p:cTn>
                              </p:par>
                              <p:par>
                                <p:cTn id="8" presetID="2" presetClass="entr" presetSubtype="1" fill="hold" nodeType="withEffect">
                                  <p:stCondLst>
                                    <p:cond delay="0"/>
                                  </p:stCondLst>
                                  <p:childTnLst>
                                    <p:set>
                                      <p:cBhvr>
                                        <p:cTn id="9" dur="1" fill="hold">
                                          <p:stCondLst>
                                            <p:cond delay="0"/>
                                          </p:stCondLst>
                                        </p:cTn>
                                        <p:tgtEl>
                                          <p:spTgt spid="109"/>
                                        </p:tgtEl>
                                        <p:attrNameLst>
                                          <p:attrName>style.visibility</p:attrName>
                                        </p:attrNameLst>
                                      </p:cBhvr>
                                      <p:to>
                                        <p:strVal val="visible"/>
                                      </p:to>
                                    </p:set>
                                    <p:anim calcmode="lin" valueType="num">
                                      <p:cBhvr additive="base">
                                        <p:cTn id="10" dur="750"/>
                                        <p:tgtEl>
                                          <p:spTgt spid="10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2">
  <p:cSld name="section 2">
    <p:spTree>
      <p:nvGrpSpPr>
        <p:cNvPr id="1" name="Shape 132"/>
        <p:cNvGrpSpPr/>
        <p:nvPr/>
      </p:nvGrpSpPr>
      <p:grpSpPr>
        <a:xfrm>
          <a:off x="0" y="0"/>
          <a:ext cx="0" cy="0"/>
          <a:chOff x="0" y="0"/>
          <a:chExt cx="0" cy="0"/>
        </a:xfrm>
      </p:grpSpPr>
      <p:pic>
        <p:nvPicPr>
          <p:cNvPr id="133" name="Google Shape;133;p7"/>
          <p:cNvPicPr preferRelativeResize="0"/>
          <p:nvPr/>
        </p:nvPicPr>
        <p:blipFill rotWithShape="1">
          <a:blip r:embed="rId2">
            <a:alphaModFix/>
          </a:blip>
          <a:srcRect l="6614" t="2065" r="80083" b="1471"/>
          <a:stretch/>
        </p:blipFill>
        <p:spPr>
          <a:xfrm rot="5400000">
            <a:off x="3820885" y="-2080448"/>
            <a:ext cx="1502227" cy="9143997"/>
          </a:xfrm>
          <a:prstGeom prst="rect">
            <a:avLst/>
          </a:prstGeom>
          <a:noFill/>
          <a:ln>
            <a:noFill/>
          </a:ln>
        </p:spPr>
      </p:pic>
      <p:pic>
        <p:nvPicPr>
          <p:cNvPr id="134" name="Google Shape;134;p7"/>
          <p:cNvPicPr preferRelativeResize="0"/>
          <p:nvPr/>
        </p:nvPicPr>
        <p:blipFill rotWithShape="1">
          <a:blip r:embed="rId3">
            <a:alphaModFix/>
          </a:blip>
          <a:srcRect t="20282" b="20282"/>
          <a:stretch/>
        </p:blipFill>
        <p:spPr>
          <a:xfrm>
            <a:off x="0" y="3242662"/>
            <a:ext cx="9144000" cy="3623223"/>
          </a:xfrm>
          <a:prstGeom prst="rect">
            <a:avLst/>
          </a:prstGeom>
          <a:noFill/>
          <a:ln>
            <a:noFill/>
          </a:ln>
        </p:spPr>
      </p:pic>
      <p:sp>
        <p:nvSpPr>
          <p:cNvPr id="135" name="Google Shape;135;p7"/>
          <p:cNvSpPr/>
          <p:nvPr/>
        </p:nvSpPr>
        <p:spPr>
          <a:xfrm>
            <a:off x="-3" y="0"/>
            <a:ext cx="9143999" cy="1740437"/>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36" name="Google Shape;136;p7"/>
          <p:cNvGrpSpPr/>
          <p:nvPr/>
        </p:nvGrpSpPr>
        <p:grpSpPr>
          <a:xfrm>
            <a:off x="496176" y="382676"/>
            <a:ext cx="3105481" cy="975083"/>
            <a:chOff x="2814452" y="4625522"/>
            <a:chExt cx="5459889" cy="1714337"/>
          </a:xfrm>
        </p:grpSpPr>
        <p:sp>
          <p:nvSpPr>
            <p:cNvPr id="137" name="Google Shape;137;p7"/>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8" name="Google Shape;138;p7"/>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9" name="Google Shape;139;p7"/>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0" name="Google Shape;140;p7"/>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1" name="Google Shape;141;p7"/>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2" name="Google Shape;142;p7"/>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3" name="Google Shape;143;p7"/>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4" name="Google Shape;144;p7"/>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5" name="Google Shape;145;p7"/>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6" name="Google Shape;146;p7"/>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7" name="Google Shape;147;p7"/>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8" name="Google Shape;148;p7"/>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9" name="Google Shape;149;p7"/>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0" name="Google Shape;150;p7"/>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1" name="Google Shape;151;p7"/>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2" name="Google Shape;152;p7"/>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3" name="Google Shape;153;p7"/>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4" name="Google Shape;154;p7"/>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55" name="Google Shape;155;p7"/>
          <p:cNvSpPr txBox="1">
            <a:spLocks noGrp="1"/>
          </p:cNvSpPr>
          <p:nvPr>
            <p:ph type="body" idx="1"/>
          </p:nvPr>
        </p:nvSpPr>
        <p:spPr>
          <a:xfrm>
            <a:off x="323135" y="1846263"/>
            <a:ext cx="8441453" cy="1241425"/>
          </a:xfrm>
          <a:prstGeom prst="rect">
            <a:avLst/>
          </a:prstGeom>
          <a:noFill/>
          <a:ln>
            <a:noFill/>
          </a:ln>
        </p:spPr>
        <p:txBody>
          <a:bodyPr spcFirstLastPara="1" wrap="square" lIns="91425" tIns="45700" rIns="91425" bIns="45700" anchor="ctr" anchorCtr="0"/>
          <a:lstStyle>
            <a:lvl1pPr marL="457200" lvl="0" indent="-228600" algn="l">
              <a:spcBef>
                <a:spcPts val="800"/>
              </a:spcBef>
              <a:spcAft>
                <a:spcPts val="0"/>
              </a:spcAft>
              <a:buSzPts val="4000"/>
              <a:buNone/>
              <a:defRPr sz="4000" b="1">
                <a:solidFill>
                  <a:schemeClr val="lt1"/>
                </a:solidFill>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33"/>
                                        </p:tgtEl>
                                        <p:attrNameLst>
                                          <p:attrName>style.visibility</p:attrName>
                                        </p:attrNameLst>
                                      </p:cBhvr>
                                      <p:to>
                                        <p:strVal val="visible"/>
                                      </p:to>
                                    </p:set>
                                    <p:anim calcmode="lin" valueType="num">
                                      <p:cBhvr additive="base">
                                        <p:cTn id="7" dur="750"/>
                                        <p:tgtEl>
                                          <p:spTgt spid="133"/>
                                        </p:tgtEl>
                                        <p:attrNameLst>
                                          <p:attrName>ppt_y</p:attrName>
                                        </p:attrNameLst>
                                      </p:cBhvr>
                                      <p:tavLst>
                                        <p:tav tm="0">
                                          <p:val>
                                            <p:strVal val="#ppt_y-1"/>
                                          </p:val>
                                        </p:tav>
                                        <p:tav tm="100000">
                                          <p:val>
                                            <p:strVal val="#ppt_y"/>
                                          </p:val>
                                        </p:tav>
                                      </p:tavLst>
                                    </p:anim>
                                  </p:childTnLst>
                                </p:cTn>
                              </p:par>
                              <p:par>
                                <p:cTn id="8" presetID="2" presetClass="entr" presetSubtype="8" fill="hold" nodeType="withEffect">
                                  <p:stCondLst>
                                    <p:cond delay="300"/>
                                  </p:stCondLst>
                                  <p:childTnLst>
                                    <p:set>
                                      <p:cBhvr>
                                        <p:cTn id="9" dur="1" fill="hold">
                                          <p:stCondLst>
                                            <p:cond delay="0"/>
                                          </p:stCondLst>
                                        </p:cTn>
                                        <p:tgtEl>
                                          <p:spTgt spid="134"/>
                                        </p:tgtEl>
                                        <p:attrNameLst>
                                          <p:attrName>style.visibility</p:attrName>
                                        </p:attrNameLst>
                                      </p:cBhvr>
                                      <p:to>
                                        <p:strVal val="visible"/>
                                      </p:to>
                                    </p:set>
                                    <p:anim calcmode="lin" valueType="num">
                                      <p:cBhvr additive="base">
                                        <p:cTn id="10" dur="750"/>
                                        <p:tgtEl>
                                          <p:spTgt spid="13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56"/>
        <p:cNvGrpSpPr/>
        <p:nvPr/>
      </p:nvGrpSpPr>
      <p:grpSpPr>
        <a:xfrm>
          <a:off x="0" y="0"/>
          <a:ext cx="0" cy="0"/>
          <a:chOff x="0" y="0"/>
          <a:chExt cx="0" cy="0"/>
        </a:xfrm>
      </p:grpSpPr>
      <p:sp>
        <p:nvSpPr>
          <p:cNvPr id="157" name="Google Shape;157;p8"/>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8"/>
          <p:cNvSpPr txBox="1">
            <a:spLocks noGrp="1"/>
          </p:cNvSpPr>
          <p:nvPr>
            <p:ph type="body" idx="1"/>
          </p:nvPr>
        </p:nvSpPr>
        <p:spPr>
          <a:xfrm>
            <a:off x="380010" y="1481446"/>
            <a:ext cx="4009110" cy="4525963"/>
          </a:xfrm>
          <a:prstGeom prst="rect">
            <a:avLst/>
          </a:prstGeom>
          <a:noFill/>
          <a:ln>
            <a:noFill/>
          </a:ln>
        </p:spPr>
        <p:txBody>
          <a:bodyPr spcFirstLastPara="1" wrap="square" lIns="91425" tIns="45700" rIns="91425" bIns="45700" anchor="t" anchorCtr="0"/>
          <a:lstStyle>
            <a:lvl1pPr marL="457200" lvl="0" indent="-406400" algn="l">
              <a:spcBef>
                <a:spcPts val="560"/>
              </a:spcBef>
              <a:spcAft>
                <a:spcPts val="0"/>
              </a:spcAft>
              <a:buSzPts val="2800"/>
              <a:buChar char="•"/>
              <a:defRPr>
                <a:latin typeface="Arial"/>
                <a:ea typeface="Arial"/>
                <a:cs typeface="Arial"/>
                <a:sym typeface="Arial"/>
              </a:defRPr>
            </a:lvl1pPr>
            <a:lvl2pPr marL="914400" lvl="1" indent="-381000" algn="l">
              <a:spcBef>
                <a:spcPts val="480"/>
              </a:spcBef>
              <a:spcAft>
                <a:spcPts val="0"/>
              </a:spcAft>
              <a:buSzPts val="2400"/>
              <a:buChar char="–"/>
              <a:defRPr>
                <a:latin typeface="Arial"/>
                <a:ea typeface="Arial"/>
                <a:cs typeface="Arial"/>
                <a:sym typeface="Arial"/>
              </a:defRPr>
            </a:lvl2pPr>
            <a:lvl3pPr marL="1371600" lvl="2" indent="-355600" algn="l">
              <a:spcBef>
                <a:spcPts val="400"/>
              </a:spcBef>
              <a:spcAft>
                <a:spcPts val="0"/>
              </a:spcAft>
              <a:buSzPts val="2000"/>
              <a:buChar char="•"/>
              <a:defRPr>
                <a:latin typeface="Arial"/>
                <a:ea typeface="Arial"/>
                <a:cs typeface="Arial"/>
                <a:sym typeface="Arial"/>
              </a:defRPr>
            </a:lvl3pPr>
            <a:lvl4pPr marL="1828800" lvl="3" indent="-342900" algn="l">
              <a:spcBef>
                <a:spcPts val="360"/>
              </a:spcBef>
              <a:spcAft>
                <a:spcPts val="0"/>
              </a:spcAft>
              <a:buSzPts val="1800"/>
              <a:buChar char="–"/>
              <a:defRPr>
                <a:latin typeface="Arial"/>
                <a:ea typeface="Arial"/>
                <a:cs typeface="Arial"/>
                <a:sym typeface="Arial"/>
              </a:defRPr>
            </a:lvl4pPr>
            <a:lvl5pPr marL="2286000" lvl="4" indent="-342900" algn="l">
              <a:spcBef>
                <a:spcPts val="360"/>
              </a:spcBef>
              <a:spcAft>
                <a:spcPts val="0"/>
              </a:spcAft>
              <a:buSzPts val="1800"/>
              <a:buChar char="»"/>
              <a:defRPr>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9" name="Google Shape;159;p8"/>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a:solidFill>
                  <a:schemeClr val="accent2"/>
                </a:solidFill>
                <a:latin typeface="Arial"/>
                <a:ea typeface="Arial"/>
                <a:cs typeface="Arial"/>
                <a:sym typeface="Arial"/>
              </a:defRPr>
            </a:lvl1pPr>
            <a:lvl2pPr marL="0" lvl="1" indent="0" algn="r">
              <a:spcBef>
                <a:spcPts val="0"/>
              </a:spcBef>
              <a:buNone/>
              <a:defRPr sz="1200" b="1">
                <a:solidFill>
                  <a:schemeClr val="accent2"/>
                </a:solidFill>
                <a:latin typeface="Arial"/>
                <a:ea typeface="Arial"/>
                <a:cs typeface="Arial"/>
                <a:sym typeface="Arial"/>
              </a:defRPr>
            </a:lvl2pPr>
            <a:lvl3pPr marL="0" lvl="2" indent="0" algn="r">
              <a:spcBef>
                <a:spcPts val="0"/>
              </a:spcBef>
              <a:buNone/>
              <a:defRPr sz="1200" b="1">
                <a:solidFill>
                  <a:schemeClr val="accent2"/>
                </a:solidFill>
                <a:latin typeface="Arial"/>
                <a:ea typeface="Arial"/>
                <a:cs typeface="Arial"/>
                <a:sym typeface="Arial"/>
              </a:defRPr>
            </a:lvl3pPr>
            <a:lvl4pPr marL="0" lvl="3" indent="0" algn="r">
              <a:spcBef>
                <a:spcPts val="0"/>
              </a:spcBef>
              <a:buNone/>
              <a:defRPr sz="1200" b="1">
                <a:solidFill>
                  <a:schemeClr val="accent2"/>
                </a:solidFill>
                <a:latin typeface="Arial"/>
                <a:ea typeface="Arial"/>
                <a:cs typeface="Arial"/>
                <a:sym typeface="Arial"/>
              </a:defRPr>
            </a:lvl4pPr>
            <a:lvl5pPr marL="0" lvl="4" indent="0" algn="r">
              <a:spcBef>
                <a:spcPts val="0"/>
              </a:spcBef>
              <a:buNone/>
              <a:defRPr sz="1200" b="1">
                <a:solidFill>
                  <a:schemeClr val="accent2"/>
                </a:solidFill>
                <a:latin typeface="Arial"/>
                <a:ea typeface="Arial"/>
                <a:cs typeface="Arial"/>
                <a:sym typeface="Arial"/>
              </a:defRPr>
            </a:lvl5pPr>
            <a:lvl6pPr marL="0" lvl="5" indent="0" algn="r">
              <a:spcBef>
                <a:spcPts val="0"/>
              </a:spcBef>
              <a:buNone/>
              <a:defRPr sz="1200" b="1">
                <a:solidFill>
                  <a:schemeClr val="accent2"/>
                </a:solidFill>
                <a:latin typeface="Arial"/>
                <a:ea typeface="Arial"/>
                <a:cs typeface="Arial"/>
                <a:sym typeface="Arial"/>
              </a:defRPr>
            </a:lvl6pPr>
            <a:lvl7pPr marL="0" lvl="6" indent="0" algn="r">
              <a:spcBef>
                <a:spcPts val="0"/>
              </a:spcBef>
              <a:buNone/>
              <a:defRPr sz="1200" b="1">
                <a:solidFill>
                  <a:schemeClr val="accent2"/>
                </a:solidFill>
                <a:latin typeface="Arial"/>
                <a:ea typeface="Arial"/>
                <a:cs typeface="Arial"/>
                <a:sym typeface="Arial"/>
              </a:defRPr>
            </a:lvl7pPr>
            <a:lvl8pPr marL="0" lvl="7" indent="0" algn="r">
              <a:spcBef>
                <a:spcPts val="0"/>
              </a:spcBef>
              <a:buNone/>
              <a:defRPr sz="1200" b="1">
                <a:solidFill>
                  <a:schemeClr val="accent2"/>
                </a:solidFill>
                <a:latin typeface="Arial"/>
                <a:ea typeface="Arial"/>
                <a:cs typeface="Arial"/>
                <a:sym typeface="Arial"/>
              </a:defRPr>
            </a:lvl8pPr>
            <a:lvl9pPr marL="0" lvl="8" indent="0" algn="r">
              <a:spcBef>
                <a:spcPts val="0"/>
              </a:spcBef>
              <a:buNone/>
              <a:defRPr sz="1200" b="1">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60" name="Google Shape;160;p8"/>
          <p:cNvSpPr txBox="1">
            <a:spLocks noGrp="1"/>
          </p:cNvSpPr>
          <p:nvPr>
            <p:ph type="body" idx="2"/>
          </p:nvPr>
        </p:nvSpPr>
        <p:spPr>
          <a:xfrm>
            <a:off x="4644440" y="1481446"/>
            <a:ext cx="4009110" cy="4525963"/>
          </a:xfrm>
          <a:prstGeom prst="rect">
            <a:avLst/>
          </a:prstGeom>
          <a:noFill/>
          <a:ln>
            <a:noFill/>
          </a:ln>
        </p:spPr>
        <p:txBody>
          <a:bodyPr spcFirstLastPara="1" wrap="square" lIns="91425" tIns="45700" rIns="91425" bIns="45700" anchor="t" anchorCtr="0"/>
          <a:lstStyle>
            <a:lvl1pPr marL="457200" lvl="0" indent="-406400" algn="l">
              <a:spcBef>
                <a:spcPts val="560"/>
              </a:spcBef>
              <a:spcAft>
                <a:spcPts val="0"/>
              </a:spcAft>
              <a:buSzPts val="2800"/>
              <a:buChar char="•"/>
              <a:defRPr>
                <a:latin typeface="Arial"/>
                <a:ea typeface="Arial"/>
                <a:cs typeface="Arial"/>
                <a:sym typeface="Arial"/>
              </a:defRPr>
            </a:lvl1pPr>
            <a:lvl2pPr marL="914400" lvl="1" indent="-381000" algn="l">
              <a:spcBef>
                <a:spcPts val="480"/>
              </a:spcBef>
              <a:spcAft>
                <a:spcPts val="0"/>
              </a:spcAft>
              <a:buSzPts val="2400"/>
              <a:buChar char="–"/>
              <a:defRPr>
                <a:latin typeface="Arial"/>
                <a:ea typeface="Arial"/>
                <a:cs typeface="Arial"/>
                <a:sym typeface="Arial"/>
              </a:defRPr>
            </a:lvl2pPr>
            <a:lvl3pPr marL="1371600" lvl="2" indent="-355600" algn="l">
              <a:spcBef>
                <a:spcPts val="400"/>
              </a:spcBef>
              <a:spcAft>
                <a:spcPts val="0"/>
              </a:spcAft>
              <a:buSzPts val="2000"/>
              <a:buChar char="•"/>
              <a:defRPr>
                <a:latin typeface="Arial"/>
                <a:ea typeface="Arial"/>
                <a:cs typeface="Arial"/>
                <a:sym typeface="Arial"/>
              </a:defRPr>
            </a:lvl3pPr>
            <a:lvl4pPr marL="1828800" lvl="3" indent="-342900" algn="l">
              <a:spcBef>
                <a:spcPts val="360"/>
              </a:spcBef>
              <a:spcAft>
                <a:spcPts val="0"/>
              </a:spcAft>
              <a:buSzPts val="1800"/>
              <a:buChar char="–"/>
              <a:defRPr>
                <a:latin typeface="Arial"/>
                <a:ea typeface="Arial"/>
                <a:cs typeface="Arial"/>
                <a:sym typeface="Arial"/>
              </a:defRPr>
            </a:lvl4pPr>
            <a:lvl5pPr marL="2286000" lvl="4" indent="-342900" algn="l">
              <a:spcBef>
                <a:spcPts val="360"/>
              </a:spcBef>
              <a:spcAft>
                <a:spcPts val="0"/>
              </a:spcAft>
              <a:buSzPts val="1800"/>
              <a:buChar char="»"/>
              <a:defRPr>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161"/>
        <p:cNvGrpSpPr/>
        <p:nvPr/>
      </p:nvGrpSpPr>
      <p:grpSpPr>
        <a:xfrm>
          <a:off x="0" y="0"/>
          <a:ext cx="0" cy="0"/>
          <a:chOff x="0" y="0"/>
          <a:chExt cx="0" cy="0"/>
        </a:xfrm>
      </p:grpSpPr>
      <p:sp>
        <p:nvSpPr>
          <p:cNvPr id="162" name="Google Shape;162;p9"/>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3" name="Google Shape;163;p9"/>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64" name="Google Shape;164;p9"/>
          <p:cNvSpPr txBox="1">
            <a:spLocks noGrp="1"/>
          </p:cNvSpPr>
          <p:nvPr>
            <p:ph type="body" idx="1"/>
          </p:nvPr>
        </p:nvSpPr>
        <p:spPr>
          <a:xfrm>
            <a:off x="4708408" y="1538839"/>
            <a:ext cx="4107743" cy="2416827"/>
          </a:xfrm>
          <a:prstGeom prst="rect">
            <a:avLst/>
          </a:prstGeom>
          <a:noFill/>
          <a:ln>
            <a:noFill/>
          </a:ln>
        </p:spPr>
        <p:txBody>
          <a:bodyPr spcFirstLastPara="1" wrap="square" lIns="91425" tIns="45700" rIns="91425" bIns="45700" anchor="t" anchorCtr="0"/>
          <a:lstStyle>
            <a:lvl1pPr marL="457200" lvl="0" indent="-355600" algn="l">
              <a:spcBef>
                <a:spcPts val="400"/>
              </a:spcBef>
              <a:spcAft>
                <a:spcPts val="0"/>
              </a:spcAft>
              <a:buClr>
                <a:schemeClr val="accent1"/>
              </a:buClr>
              <a:buSzPts val="2000"/>
              <a:buChar char="•"/>
              <a:defRPr sz="2000"/>
            </a:lvl1pPr>
            <a:lvl2pPr marL="914400" lvl="1" indent="-342900" algn="l">
              <a:spcBef>
                <a:spcPts val="360"/>
              </a:spcBef>
              <a:spcAft>
                <a:spcPts val="0"/>
              </a:spcAft>
              <a:buSzPts val="1800"/>
              <a:buChar char="–"/>
              <a:defRPr sz="1800"/>
            </a:lvl2pPr>
            <a:lvl3pPr marL="1371600" lvl="2" indent="-330200" algn="l">
              <a:spcBef>
                <a:spcPts val="320"/>
              </a:spcBef>
              <a:spcAft>
                <a:spcPts val="0"/>
              </a:spcAft>
              <a:buSzPts val="1600"/>
              <a:buChar char="•"/>
              <a:defRPr sz="1600"/>
            </a:lvl3pPr>
            <a:lvl4pPr marL="1828800" lvl="3" indent="-317500" algn="l">
              <a:spcBef>
                <a:spcPts val="280"/>
              </a:spcBef>
              <a:spcAft>
                <a:spcPts val="0"/>
              </a:spcAft>
              <a:buSzPts val="1400"/>
              <a:buChar char="–"/>
              <a:defRPr sz="1400"/>
            </a:lvl4pPr>
            <a:lvl5pPr marL="2286000" lvl="4" indent="-304800" algn="l">
              <a:spcBef>
                <a:spcPts val="240"/>
              </a:spcBef>
              <a:spcAft>
                <a:spcPts val="0"/>
              </a:spcAft>
              <a:buSzPts val="1200"/>
              <a:buChar char="»"/>
              <a:defRPr sz="12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65" name="Google Shape;165;p9"/>
          <p:cNvSpPr txBox="1">
            <a:spLocks noGrp="1"/>
          </p:cNvSpPr>
          <p:nvPr>
            <p:ph type="body" idx="2"/>
          </p:nvPr>
        </p:nvSpPr>
        <p:spPr>
          <a:xfrm>
            <a:off x="351116" y="1540358"/>
            <a:ext cx="4113904" cy="2415307"/>
          </a:xfrm>
          <a:prstGeom prst="rect">
            <a:avLst/>
          </a:prstGeom>
          <a:noFill/>
          <a:ln>
            <a:noFill/>
          </a:ln>
        </p:spPr>
        <p:txBody>
          <a:bodyPr spcFirstLastPara="1" wrap="square" lIns="91425" tIns="45700" rIns="91425" bIns="45700" anchor="t" anchorCtr="0"/>
          <a:lstStyle>
            <a:lvl1pPr marL="457200" lvl="0" indent="-355600" algn="l">
              <a:spcBef>
                <a:spcPts val="400"/>
              </a:spcBef>
              <a:spcAft>
                <a:spcPts val="0"/>
              </a:spcAft>
              <a:buClr>
                <a:schemeClr val="accent1"/>
              </a:buClr>
              <a:buSzPts val="2000"/>
              <a:buFont typeface="Arial"/>
              <a:buChar char="•"/>
              <a:defRPr sz="2000"/>
            </a:lvl1pPr>
            <a:lvl2pPr marL="914400" lvl="1" indent="-342900" algn="l">
              <a:spcBef>
                <a:spcPts val="360"/>
              </a:spcBef>
              <a:spcAft>
                <a:spcPts val="0"/>
              </a:spcAft>
              <a:buClr>
                <a:schemeClr val="accent1"/>
              </a:buClr>
              <a:buSzPts val="1800"/>
              <a:buChar char="–"/>
              <a:defRPr sz="1800"/>
            </a:lvl2pPr>
            <a:lvl3pPr marL="1371600" lvl="2" indent="-330200" algn="l">
              <a:spcBef>
                <a:spcPts val="320"/>
              </a:spcBef>
              <a:spcAft>
                <a:spcPts val="0"/>
              </a:spcAft>
              <a:buSzPts val="1600"/>
              <a:buChar char="•"/>
              <a:defRPr sz="1600"/>
            </a:lvl3pPr>
            <a:lvl4pPr marL="1828800" lvl="3" indent="-317500" algn="l">
              <a:spcBef>
                <a:spcPts val="280"/>
              </a:spcBef>
              <a:spcAft>
                <a:spcPts val="0"/>
              </a:spcAft>
              <a:buSzPts val="1400"/>
              <a:buChar char="–"/>
              <a:defRPr sz="1400"/>
            </a:lvl4pPr>
            <a:lvl5pPr marL="2286000" lvl="4" indent="-304800" algn="l">
              <a:spcBef>
                <a:spcPts val="240"/>
              </a:spcBef>
              <a:spcAft>
                <a:spcPts val="0"/>
              </a:spcAft>
              <a:buSzPts val="1200"/>
              <a:buChar char="»"/>
              <a:defRPr sz="12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66" name="Google Shape;166;p9"/>
          <p:cNvSpPr txBox="1">
            <a:spLocks noGrp="1"/>
          </p:cNvSpPr>
          <p:nvPr>
            <p:ph type="body" idx="3"/>
          </p:nvPr>
        </p:nvSpPr>
        <p:spPr>
          <a:xfrm>
            <a:off x="4708408" y="4099159"/>
            <a:ext cx="4107743" cy="2416827"/>
          </a:xfrm>
          <a:prstGeom prst="rect">
            <a:avLst/>
          </a:prstGeom>
          <a:noFill/>
          <a:ln>
            <a:noFill/>
          </a:ln>
        </p:spPr>
        <p:txBody>
          <a:bodyPr spcFirstLastPara="1" wrap="square" lIns="91425" tIns="45700" rIns="91425" bIns="45700" anchor="t" anchorCtr="0"/>
          <a:lstStyle>
            <a:lvl1pPr marL="457200" lvl="0" indent="-355600" algn="l">
              <a:spcBef>
                <a:spcPts val="400"/>
              </a:spcBef>
              <a:spcAft>
                <a:spcPts val="0"/>
              </a:spcAft>
              <a:buClr>
                <a:schemeClr val="accent1"/>
              </a:buClr>
              <a:buSzPts val="2000"/>
              <a:buChar char="•"/>
              <a:defRPr sz="2000"/>
            </a:lvl1pPr>
            <a:lvl2pPr marL="914400" lvl="1" indent="-342900" algn="l">
              <a:spcBef>
                <a:spcPts val="360"/>
              </a:spcBef>
              <a:spcAft>
                <a:spcPts val="0"/>
              </a:spcAft>
              <a:buSzPts val="1800"/>
              <a:buChar char="–"/>
              <a:defRPr sz="1800"/>
            </a:lvl2pPr>
            <a:lvl3pPr marL="1371600" lvl="2" indent="-330200" algn="l">
              <a:spcBef>
                <a:spcPts val="320"/>
              </a:spcBef>
              <a:spcAft>
                <a:spcPts val="0"/>
              </a:spcAft>
              <a:buSzPts val="1600"/>
              <a:buChar char="•"/>
              <a:defRPr sz="1600"/>
            </a:lvl3pPr>
            <a:lvl4pPr marL="1828800" lvl="3" indent="-317500" algn="l">
              <a:spcBef>
                <a:spcPts val="280"/>
              </a:spcBef>
              <a:spcAft>
                <a:spcPts val="0"/>
              </a:spcAft>
              <a:buSzPts val="1400"/>
              <a:buChar char="–"/>
              <a:defRPr sz="1400"/>
            </a:lvl4pPr>
            <a:lvl5pPr marL="2286000" lvl="4" indent="-304800" algn="l">
              <a:spcBef>
                <a:spcPts val="240"/>
              </a:spcBef>
              <a:spcAft>
                <a:spcPts val="0"/>
              </a:spcAft>
              <a:buSzPts val="1200"/>
              <a:buChar char="»"/>
              <a:defRPr sz="12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67" name="Google Shape;167;p9"/>
          <p:cNvSpPr txBox="1">
            <a:spLocks noGrp="1"/>
          </p:cNvSpPr>
          <p:nvPr>
            <p:ph type="body" idx="4"/>
          </p:nvPr>
        </p:nvSpPr>
        <p:spPr>
          <a:xfrm>
            <a:off x="351116" y="4100678"/>
            <a:ext cx="4113904" cy="2415307"/>
          </a:xfrm>
          <a:prstGeom prst="rect">
            <a:avLst/>
          </a:prstGeom>
          <a:noFill/>
          <a:ln>
            <a:noFill/>
          </a:ln>
        </p:spPr>
        <p:txBody>
          <a:bodyPr spcFirstLastPara="1" wrap="square" lIns="91425" tIns="45700" rIns="91425" bIns="45700" anchor="t" anchorCtr="0"/>
          <a:lstStyle>
            <a:lvl1pPr marL="457200" lvl="0" indent="-355600" algn="l">
              <a:spcBef>
                <a:spcPts val="400"/>
              </a:spcBef>
              <a:spcAft>
                <a:spcPts val="0"/>
              </a:spcAft>
              <a:buClr>
                <a:schemeClr val="accent1"/>
              </a:buClr>
              <a:buSzPts val="2000"/>
              <a:buFont typeface="Arial"/>
              <a:buChar char="•"/>
              <a:defRPr sz="2000"/>
            </a:lvl1pPr>
            <a:lvl2pPr marL="914400" lvl="1" indent="-342900" algn="l">
              <a:spcBef>
                <a:spcPts val="360"/>
              </a:spcBef>
              <a:spcAft>
                <a:spcPts val="0"/>
              </a:spcAft>
              <a:buClr>
                <a:schemeClr val="accent1"/>
              </a:buClr>
              <a:buSzPts val="1800"/>
              <a:buChar char="–"/>
              <a:defRPr sz="1800"/>
            </a:lvl2pPr>
            <a:lvl3pPr marL="1371600" lvl="2" indent="-330200" algn="l">
              <a:spcBef>
                <a:spcPts val="320"/>
              </a:spcBef>
              <a:spcAft>
                <a:spcPts val="0"/>
              </a:spcAft>
              <a:buSzPts val="1600"/>
              <a:buChar char="•"/>
              <a:defRPr sz="1600"/>
            </a:lvl3pPr>
            <a:lvl4pPr marL="1828800" lvl="3" indent="-317500" algn="l">
              <a:spcBef>
                <a:spcPts val="280"/>
              </a:spcBef>
              <a:spcAft>
                <a:spcPts val="0"/>
              </a:spcAft>
              <a:buSzPts val="1400"/>
              <a:buChar char="–"/>
              <a:defRPr sz="1400"/>
            </a:lvl4pPr>
            <a:lvl5pPr marL="2286000" lvl="4" indent="-304800" algn="l">
              <a:spcBef>
                <a:spcPts val="240"/>
              </a:spcBef>
              <a:spcAft>
                <a:spcPts val="0"/>
              </a:spcAft>
              <a:buSzPts val="1200"/>
              <a:buChar char="»"/>
              <a:defRPr sz="12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 white">
  <p:cSld name="title only - white">
    <p:spTree>
      <p:nvGrpSpPr>
        <p:cNvPr id="1" name="Shape 172"/>
        <p:cNvGrpSpPr/>
        <p:nvPr/>
      </p:nvGrpSpPr>
      <p:grpSpPr>
        <a:xfrm>
          <a:off x="0" y="0"/>
          <a:ext cx="0" cy="0"/>
          <a:chOff x="0" y="0"/>
          <a:chExt cx="0" cy="0"/>
        </a:xfrm>
      </p:grpSpPr>
      <p:sp>
        <p:nvSpPr>
          <p:cNvPr id="173" name="Google Shape;173;p11"/>
          <p:cNvSpPr/>
          <p:nvPr/>
        </p:nvSpPr>
        <p:spPr>
          <a:xfrm>
            <a:off x="0" y="0"/>
            <a:ext cx="9144000" cy="1219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4" name="Google Shape;174;p1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accent3"/>
              </a:buClr>
              <a:buSzPts val="2400"/>
              <a:buFont typeface="Arial"/>
              <a:buNone/>
              <a:defRPr>
                <a:solidFill>
                  <a:schemeClr val="accent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1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grpSp>
        <p:nvGrpSpPr>
          <p:cNvPr id="176" name="Google Shape;176;p11"/>
          <p:cNvGrpSpPr/>
          <p:nvPr/>
        </p:nvGrpSpPr>
        <p:grpSpPr>
          <a:xfrm>
            <a:off x="7264458" y="365740"/>
            <a:ext cx="1553308" cy="487719"/>
            <a:chOff x="7264458" y="365740"/>
            <a:chExt cx="1553308" cy="487719"/>
          </a:xfrm>
        </p:grpSpPr>
        <p:sp>
          <p:nvSpPr>
            <p:cNvPr id="177" name="Google Shape;177;p11"/>
            <p:cNvSpPr/>
            <p:nvPr/>
          </p:nvSpPr>
          <p:spPr>
            <a:xfrm>
              <a:off x="7264458" y="705011"/>
              <a:ext cx="148988" cy="144669"/>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 name="Google Shape;178;p11"/>
            <p:cNvSpPr/>
            <p:nvPr/>
          </p:nvSpPr>
          <p:spPr>
            <a:xfrm>
              <a:off x="7450153" y="705011"/>
              <a:ext cx="131714" cy="144669"/>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 name="Google Shape;179;p11"/>
            <p:cNvSpPr/>
            <p:nvPr/>
          </p:nvSpPr>
          <p:spPr>
            <a:xfrm>
              <a:off x="7613446" y="705011"/>
              <a:ext cx="154116" cy="144669"/>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 name="Google Shape;180;p11"/>
            <p:cNvSpPr/>
            <p:nvPr/>
          </p:nvSpPr>
          <p:spPr>
            <a:xfrm>
              <a:off x="7767562" y="705011"/>
              <a:ext cx="173010" cy="144669"/>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 name="Google Shape;181;p11"/>
            <p:cNvSpPr/>
            <p:nvPr/>
          </p:nvSpPr>
          <p:spPr>
            <a:xfrm>
              <a:off x="7934364" y="705011"/>
              <a:ext cx="157895" cy="144669"/>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82" name="Google Shape;182;p11"/>
            <p:cNvSpPr/>
            <p:nvPr/>
          </p:nvSpPr>
          <p:spPr>
            <a:xfrm>
              <a:off x="8122758" y="705011"/>
              <a:ext cx="154116" cy="148448"/>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 name="Google Shape;183;p11"/>
            <p:cNvSpPr/>
            <p:nvPr/>
          </p:nvSpPr>
          <p:spPr>
            <a:xfrm>
              <a:off x="8321678" y="705011"/>
              <a:ext cx="148448" cy="144669"/>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 name="Google Shape;184;p11"/>
            <p:cNvSpPr/>
            <p:nvPr/>
          </p:nvSpPr>
          <p:spPr>
            <a:xfrm>
              <a:off x="8507374" y="705011"/>
              <a:ext cx="131714" cy="144669"/>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 name="Google Shape;185;p11"/>
            <p:cNvSpPr/>
            <p:nvPr/>
          </p:nvSpPr>
          <p:spPr>
            <a:xfrm>
              <a:off x="7785916" y="618911"/>
              <a:ext cx="25911" cy="24831"/>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 name="Google Shape;186;p11"/>
            <p:cNvSpPr/>
            <p:nvPr/>
          </p:nvSpPr>
          <p:spPr>
            <a:xfrm>
              <a:off x="7868507" y="539289"/>
              <a:ext cx="37247" cy="44804"/>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 name="Google Shape;187;p11"/>
            <p:cNvSpPr/>
            <p:nvPr/>
          </p:nvSpPr>
          <p:spPr>
            <a:xfrm>
              <a:off x="7965403" y="477481"/>
              <a:ext cx="37787" cy="69366"/>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8" name="Google Shape;188;p11"/>
            <p:cNvSpPr/>
            <p:nvPr/>
          </p:nvSpPr>
          <p:spPr>
            <a:xfrm>
              <a:off x="8070936" y="427548"/>
              <a:ext cx="32119" cy="95546"/>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9" name="Google Shape;189;p11"/>
            <p:cNvSpPr/>
            <p:nvPr/>
          </p:nvSpPr>
          <p:spPr>
            <a:xfrm>
              <a:off x="8178358" y="392731"/>
              <a:ext cx="29690" cy="119568"/>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0" name="Google Shape;190;p11"/>
            <p:cNvSpPr/>
            <p:nvPr/>
          </p:nvSpPr>
          <p:spPr>
            <a:xfrm>
              <a:off x="8280113" y="371948"/>
              <a:ext cx="46154" cy="14143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1" name="Google Shape;191;p11"/>
            <p:cNvSpPr/>
            <p:nvPr/>
          </p:nvSpPr>
          <p:spPr>
            <a:xfrm>
              <a:off x="8379438" y="365740"/>
              <a:ext cx="68826" cy="16167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2" name="Google Shape;192;p11"/>
            <p:cNvSpPr/>
            <p:nvPr/>
          </p:nvSpPr>
          <p:spPr>
            <a:xfrm>
              <a:off x="8477144" y="377076"/>
              <a:ext cx="95007" cy="176788"/>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3" name="Google Shape;193;p11"/>
            <p:cNvSpPr/>
            <p:nvPr/>
          </p:nvSpPr>
          <p:spPr>
            <a:xfrm>
              <a:off x="8573230" y="405416"/>
              <a:ext cx="122537" cy="187584"/>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4" name="Google Shape;194;p11"/>
            <p:cNvSpPr/>
            <p:nvPr/>
          </p:nvSpPr>
          <p:spPr>
            <a:xfrm>
              <a:off x="8663109" y="450760"/>
              <a:ext cx="154656" cy="19352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3_Title Only">
  <p:cSld name="3_Title Only">
    <p:spTree>
      <p:nvGrpSpPr>
        <p:cNvPr id="1" name="Shape 195"/>
        <p:cNvGrpSpPr/>
        <p:nvPr/>
      </p:nvGrpSpPr>
      <p:grpSpPr>
        <a:xfrm>
          <a:off x="0" y="0"/>
          <a:ext cx="0" cy="0"/>
          <a:chOff x="0" y="0"/>
          <a:chExt cx="0" cy="0"/>
        </a:xfrm>
      </p:grpSpPr>
      <p:pic>
        <p:nvPicPr>
          <p:cNvPr id="196" name="Google Shape;196;p12"/>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97" name="Google Shape;197;p12"/>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8" name="Google Shape;198;p12"/>
          <p:cNvSpPr>
            <a:spLocks noGrp="1"/>
          </p:cNvSpPr>
          <p:nvPr>
            <p:ph type="dgm" idx="2"/>
          </p:nvPr>
        </p:nvSpPr>
        <p:spPr>
          <a:xfrm>
            <a:off x="133350" y="125413"/>
            <a:ext cx="8850313" cy="6008687"/>
          </a:xfrm>
          <a:prstGeom prst="rect">
            <a:avLst/>
          </a:prstGeom>
          <a:noFill/>
          <a:ln>
            <a:noFill/>
          </a:ln>
        </p:spPr>
        <p:txBody>
          <a:bodyPr spcFirstLastPara="1" wrap="square" lIns="91425" tIns="45700" rIns="91425" bIns="45700" anchor="t" anchorCtr="0"/>
          <a:lstStyle>
            <a:lvl1pPr marR="0" lvl="0" algn="l" rtl="0">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R="0" lvl="1" algn="l" rtl="0">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R="0" lvl="2" algn="l" rtl="0">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R="0" lvl="3"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R="0" lvl="4"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2_Title Only">
  <p:cSld name="2_Title Only">
    <p:spTree>
      <p:nvGrpSpPr>
        <p:cNvPr id="1" name="Shape 199"/>
        <p:cNvGrpSpPr/>
        <p:nvPr/>
      </p:nvGrpSpPr>
      <p:grpSpPr>
        <a:xfrm>
          <a:off x="0" y="0"/>
          <a:ext cx="0" cy="0"/>
          <a:chOff x="0" y="0"/>
          <a:chExt cx="0" cy="0"/>
        </a:xfrm>
      </p:grpSpPr>
      <p:sp>
        <p:nvSpPr>
          <p:cNvPr id="200" name="Google Shape;200;p13"/>
          <p:cNvSpPr/>
          <p:nvPr/>
        </p:nvSpPr>
        <p:spPr>
          <a:xfrm>
            <a:off x="0" y="6251171"/>
            <a:ext cx="9144000" cy="60682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1" name="Google Shape;201;p13"/>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lt1"/>
                </a:solidFill>
                <a:latin typeface="Arial"/>
                <a:ea typeface="Arial"/>
                <a:cs typeface="Arial"/>
                <a:sym typeface="Arial"/>
              </a:defRPr>
            </a:lvl1pPr>
            <a:lvl2pPr marL="0" lvl="1" indent="0" algn="r">
              <a:spcBef>
                <a:spcPts val="0"/>
              </a:spcBef>
              <a:buNone/>
              <a:defRPr sz="1200" b="0">
                <a:solidFill>
                  <a:schemeClr val="lt1"/>
                </a:solidFill>
                <a:latin typeface="Arial"/>
                <a:ea typeface="Arial"/>
                <a:cs typeface="Arial"/>
                <a:sym typeface="Arial"/>
              </a:defRPr>
            </a:lvl2pPr>
            <a:lvl3pPr marL="0" lvl="2" indent="0" algn="r">
              <a:spcBef>
                <a:spcPts val="0"/>
              </a:spcBef>
              <a:buNone/>
              <a:defRPr sz="1200" b="0">
                <a:solidFill>
                  <a:schemeClr val="lt1"/>
                </a:solidFill>
                <a:latin typeface="Arial"/>
                <a:ea typeface="Arial"/>
                <a:cs typeface="Arial"/>
                <a:sym typeface="Arial"/>
              </a:defRPr>
            </a:lvl3pPr>
            <a:lvl4pPr marL="0" lvl="3" indent="0" algn="r">
              <a:spcBef>
                <a:spcPts val="0"/>
              </a:spcBef>
              <a:buNone/>
              <a:defRPr sz="1200" b="0">
                <a:solidFill>
                  <a:schemeClr val="lt1"/>
                </a:solidFill>
                <a:latin typeface="Arial"/>
                <a:ea typeface="Arial"/>
                <a:cs typeface="Arial"/>
                <a:sym typeface="Arial"/>
              </a:defRPr>
            </a:lvl4pPr>
            <a:lvl5pPr marL="0" lvl="4" indent="0" algn="r">
              <a:spcBef>
                <a:spcPts val="0"/>
              </a:spcBef>
              <a:buNone/>
              <a:defRPr sz="1200" b="0">
                <a:solidFill>
                  <a:schemeClr val="lt1"/>
                </a:solidFill>
                <a:latin typeface="Arial"/>
                <a:ea typeface="Arial"/>
                <a:cs typeface="Arial"/>
                <a:sym typeface="Arial"/>
              </a:defRPr>
            </a:lvl5pPr>
            <a:lvl6pPr marL="0" lvl="5" indent="0" algn="r">
              <a:spcBef>
                <a:spcPts val="0"/>
              </a:spcBef>
              <a:buNone/>
              <a:defRPr sz="1200" b="0">
                <a:solidFill>
                  <a:schemeClr val="lt1"/>
                </a:solidFill>
                <a:latin typeface="Arial"/>
                <a:ea typeface="Arial"/>
                <a:cs typeface="Arial"/>
                <a:sym typeface="Arial"/>
              </a:defRPr>
            </a:lvl6pPr>
            <a:lvl7pPr marL="0" lvl="6" indent="0" algn="r">
              <a:spcBef>
                <a:spcPts val="0"/>
              </a:spcBef>
              <a:buNone/>
              <a:defRPr sz="1200" b="0">
                <a:solidFill>
                  <a:schemeClr val="lt1"/>
                </a:solidFill>
                <a:latin typeface="Arial"/>
                <a:ea typeface="Arial"/>
                <a:cs typeface="Arial"/>
                <a:sym typeface="Arial"/>
              </a:defRPr>
            </a:lvl7pPr>
            <a:lvl8pPr marL="0" lvl="7" indent="0" algn="r">
              <a:spcBef>
                <a:spcPts val="0"/>
              </a:spcBef>
              <a:buNone/>
              <a:defRPr sz="1200" b="0">
                <a:solidFill>
                  <a:schemeClr val="lt1"/>
                </a:solidFill>
                <a:latin typeface="Arial"/>
                <a:ea typeface="Arial"/>
                <a:cs typeface="Arial"/>
                <a:sym typeface="Arial"/>
              </a:defRPr>
            </a:lvl8pPr>
            <a:lvl9pPr marL="0" lvl="8" indent="0" algn="r">
              <a:spcBef>
                <a:spcPts val="0"/>
              </a:spcBef>
              <a:buNone/>
              <a:defRPr sz="1200" b="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202" name="Google Shape;202;p13"/>
          <p:cNvPicPr preferRelativeResize="0"/>
          <p:nvPr/>
        </p:nvPicPr>
        <p:blipFill rotWithShape="1">
          <a:blip r:embed="rId2">
            <a:alphaModFix/>
          </a:blip>
          <a:srcRect/>
          <a:stretch/>
        </p:blipFill>
        <p:spPr>
          <a:xfrm>
            <a:off x="227765" y="6367323"/>
            <a:ext cx="1260213" cy="394766"/>
          </a:xfrm>
          <a:prstGeom prst="rect">
            <a:avLst/>
          </a:prstGeom>
          <a:noFill/>
          <a:ln>
            <a:noFill/>
          </a:ln>
        </p:spPr>
      </p:pic>
      <p:sp>
        <p:nvSpPr>
          <p:cNvPr id="203" name="Google Shape;203;p13"/>
          <p:cNvSpPr txBox="1">
            <a:spLocks noGrp="1"/>
          </p:cNvSpPr>
          <p:nvPr>
            <p:ph type="title"/>
          </p:nvPr>
        </p:nvSpPr>
        <p:spPr>
          <a:xfrm>
            <a:off x="380010" y="-4950"/>
            <a:ext cx="8383980" cy="844535"/>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accent1"/>
              </a:buClr>
              <a:buSzPts val="2400"/>
              <a:buFont typeface="Arial"/>
              <a:buNone/>
              <a:defRPr>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4" name="Google Shape;204;p13"/>
          <p:cNvSpPr txBox="1">
            <a:spLocks noGrp="1"/>
          </p:cNvSpPr>
          <p:nvPr>
            <p:ph type="body" idx="1"/>
          </p:nvPr>
        </p:nvSpPr>
        <p:spPr>
          <a:xfrm>
            <a:off x="380010" y="1097280"/>
            <a:ext cx="8383980" cy="4910129"/>
          </a:xfrm>
          <a:prstGeom prst="rect">
            <a:avLst/>
          </a:prstGeom>
          <a:noFill/>
          <a:ln>
            <a:noFill/>
          </a:ln>
        </p:spPr>
        <p:txBody>
          <a:bodyPr spcFirstLastPara="1" wrap="square" lIns="91425" tIns="45700" rIns="91425" bIns="45700" anchor="t" anchorCtr="0"/>
          <a:lstStyle>
            <a:lvl1pPr marL="457200" lvl="0" indent="-406400" algn="l">
              <a:spcBef>
                <a:spcPts val="560"/>
              </a:spcBef>
              <a:spcAft>
                <a:spcPts val="0"/>
              </a:spcAft>
              <a:buSzPts val="2800"/>
              <a:buChar char="•"/>
              <a:defRPr>
                <a:latin typeface="Arial"/>
                <a:ea typeface="Arial"/>
                <a:cs typeface="Arial"/>
                <a:sym typeface="Arial"/>
              </a:defRPr>
            </a:lvl1pPr>
            <a:lvl2pPr marL="914400" lvl="1" indent="-381000" algn="l">
              <a:spcBef>
                <a:spcPts val="480"/>
              </a:spcBef>
              <a:spcAft>
                <a:spcPts val="0"/>
              </a:spcAft>
              <a:buSzPts val="2400"/>
              <a:buChar char="–"/>
              <a:defRPr>
                <a:latin typeface="Arial"/>
                <a:ea typeface="Arial"/>
                <a:cs typeface="Arial"/>
                <a:sym typeface="Arial"/>
              </a:defRPr>
            </a:lvl2pPr>
            <a:lvl3pPr marL="1371600" lvl="2" indent="-355600" algn="l">
              <a:spcBef>
                <a:spcPts val="400"/>
              </a:spcBef>
              <a:spcAft>
                <a:spcPts val="0"/>
              </a:spcAft>
              <a:buSzPts val="2000"/>
              <a:buChar char="•"/>
              <a:defRPr>
                <a:latin typeface="Arial"/>
                <a:ea typeface="Arial"/>
                <a:cs typeface="Arial"/>
                <a:sym typeface="Arial"/>
              </a:defRPr>
            </a:lvl3pPr>
            <a:lvl4pPr marL="1828800" lvl="3" indent="-342900" algn="l">
              <a:spcBef>
                <a:spcPts val="360"/>
              </a:spcBef>
              <a:spcAft>
                <a:spcPts val="0"/>
              </a:spcAft>
              <a:buSzPts val="1800"/>
              <a:buChar char="–"/>
              <a:defRPr>
                <a:latin typeface="Arial"/>
                <a:ea typeface="Arial"/>
                <a:cs typeface="Arial"/>
                <a:sym typeface="Arial"/>
              </a:defRPr>
            </a:lvl4pPr>
            <a:lvl5pPr marL="2286000" lvl="4" indent="-342900" algn="l">
              <a:spcBef>
                <a:spcPts val="360"/>
              </a:spcBef>
              <a:spcAft>
                <a:spcPts val="0"/>
              </a:spcAft>
              <a:buSzPts val="1800"/>
              <a:buChar char="»"/>
              <a:defRPr>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5"/>
        <p:cNvGrpSpPr/>
        <p:nvPr/>
      </p:nvGrpSpPr>
      <p:grpSpPr>
        <a:xfrm>
          <a:off x="0" y="0"/>
          <a:ext cx="0" cy="0"/>
          <a:chOff x="0" y="0"/>
          <a:chExt cx="0" cy="0"/>
        </a:xfrm>
      </p:grpSpPr>
      <p:sp>
        <p:nvSpPr>
          <p:cNvPr id="206" name="Google Shape;206;p14"/>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7" name="Google Shape;207;p14"/>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Only" preserve="1" userDrawn="1">
  <p:cSld name="Section_title">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 name="Title 1">
            <a:extLst>
              <a:ext uri="{FF2B5EF4-FFF2-40B4-BE49-F238E27FC236}">
                <a16:creationId xmlns:a16="http://schemas.microsoft.com/office/drawing/2014/main" id="{8A3E5519-BCE2-45F2-2CB8-0E6D0DAEE480}"/>
              </a:ext>
            </a:extLst>
          </p:cNvPr>
          <p:cNvSpPr>
            <a:spLocks noGrp="1"/>
          </p:cNvSpPr>
          <p:nvPr>
            <p:ph type="title"/>
          </p:nvPr>
        </p:nvSpPr>
        <p:spPr>
          <a:xfrm>
            <a:off x="1460664" y="2816925"/>
            <a:ext cx="6222671" cy="1224150"/>
          </a:xfrm>
        </p:spPr>
        <p:txBody>
          <a:bodyPr/>
          <a:lstStyle>
            <a:lvl1pPr algn="ctr">
              <a:defRPr baseline="0">
                <a:solidFill>
                  <a:schemeClr val="bg2"/>
                </a:solidFill>
                <a:latin typeface="Arial" panose="020B0604020202020204" pitchFamily="34" charset="0"/>
                <a:cs typeface="Arial" panose="020B0604020202020204" pitchFamily="34" charset="0"/>
              </a:defRPr>
            </a:lvl1pPr>
          </a:lstStyle>
          <a:p>
            <a:r>
              <a:rPr lang="en-US" dirty="0"/>
              <a:t>Click to edit Master title style</a:t>
            </a:r>
          </a:p>
        </p:txBody>
      </p:sp>
      <p:grpSp>
        <p:nvGrpSpPr>
          <p:cNvPr id="22" name="Google Shape;176;p11">
            <a:extLst>
              <a:ext uri="{FF2B5EF4-FFF2-40B4-BE49-F238E27FC236}">
                <a16:creationId xmlns:a16="http://schemas.microsoft.com/office/drawing/2014/main" id="{DDD2F4FA-CFD8-08FC-0F3B-F9949BA21418}"/>
              </a:ext>
            </a:extLst>
          </p:cNvPr>
          <p:cNvGrpSpPr/>
          <p:nvPr userDrawn="1"/>
        </p:nvGrpSpPr>
        <p:grpSpPr>
          <a:xfrm>
            <a:off x="6357873" y="129163"/>
            <a:ext cx="2626555" cy="824705"/>
            <a:chOff x="7264458" y="365740"/>
            <a:chExt cx="1553308" cy="487719"/>
          </a:xfrm>
        </p:grpSpPr>
        <p:sp>
          <p:nvSpPr>
            <p:cNvPr id="23" name="Google Shape;177;p11">
              <a:extLst>
                <a:ext uri="{FF2B5EF4-FFF2-40B4-BE49-F238E27FC236}">
                  <a16:creationId xmlns:a16="http://schemas.microsoft.com/office/drawing/2014/main" id="{D19B23DE-579C-0DB4-DFF6-90FBC453B676}"/>
                </a:ext>
              </a:extLst>
            </p:cNvPr>
            <p:cNvSpPr/>
            <p:nvPr/>
          </p:nvSpPr>
          <p:spPr>
            <a:xfrm>
              <a:off x="7264458" y="705011"/>
              <a:ext cx="148988" cy="144669"/>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 name="Google Shape;178;p11">
              <a:extLst>
                <a:ext uri="{FF2B5EF4-FFF2-40B4-BE49-F238E27FC236}">
                  <a16:creationId xmlns:a16="http://schemas.microsoft.com/office/drawing/2014/main" id="{38A5DCDE-4BD7-01CA-FFE6-77F17C7B8EEA}"/>
                </a:ext>
              </a:extLst>
            </p:cNvPr>
            <p:cNvSpPr/>
            <p:nvPr/>
          </p:nvSpPr>
          <p:spPr>
            <a:xfrm>
              <a:off x="7450153" y="705011"/>
              <a:ext cx="131714" cy="144669"/>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 name="Google Shape;179;p11">
              <a:extLst>
                <a:ext uri="{FF2B5EF4-FFF2-40B4-BE49-F238E27FC236}">
                  <a16:creationId xmlns:a16="http://schemas.microsoft.com/office/drawing/2014/main" id="{9C2B3828-7B92-071D-0EA9-5468A407C237}"/>
                </a:ext>
              </a:extLst>
            </p:cNvPr>
            <p:cNvSpPr/>
            <p:nvPr/>
          </p:nvSpPr>
          <p:spPr>
            <a:xfrm>
              <a:off x="7613446" y="705011"/>
              <a:ext cx="154116" cy="144669"/>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 name="Google Shape;180;p11">
              <a:extLst>
                <a:ext uri="{FF2B5EF4-FFF2-40B4-BE49-F238E27FC236}">
                  <a16:creationId xmlns:a16="http://schemas.microsoft.com/office/drawing/2014/main" id="{47430CB3-CEF4-C386-0445-9AF66A0086AC}"/>
                </a:ext>
              </a:extLst>
            </p:cNvPr>
            <p:cNvSpPr/>
            <p:nvPr/>
          </p:nvSpPr>
          <p:spPr>
            <a:xfrm>
              <a:off x="7767562" y="705011"/>
              <a:ext cx="173010" cy="144669"/>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 name="Google Shape;181;p11">
              <a:extLst>
                <a:ext uri="{FF2B5EF4-FFF2-40B4-BE49-F238E27FC236}">
                  <a16:creationId xmlns:a16="http://schemas.microsoft.com/office/drawing/2014/main" id="{92550410-487E-C218-1DE6-10132DB509CA}"/>
                </a:ext>
              </a:extLst>
            </p:cNvPr>
            <p:cNvSpPr/>
            <p:nvPr/>
          </p:nvSpPr>
          <p:spPr>
            <a:xfrm>
              <a:off x="7934364" y="705011"/>
              <a:ext cx="157895" cy="144669"/>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28" name="Google Shape;182;p11">
              <a:extLst>
                <a:ext uri="{FF2B5EF4-FFF2-40B4-BE49-F238E27FC236}">
                  <a16:creationId xmlns:a16="http://schemas.microsoft.com/office/drawing/2014/main" id="{57E348D5-26B1-EB99-E05F-73D620AAEC0B}"/>
                </a:ext>
              </a:extLst>
            </p:cNvPr>
            <p:cNvSpPr/>
            <p:nvPr/>
          </p:nvSpPr>
          <p:spPr>
            <a:xfrm>
              <a:off x="8122758" y="705011"/>
              <a:ext cx="154116" cy="148448"/>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 name="Google Shape;183;p11">
              <a:extLst>
                <a:ext uri="{FF2B5EF4-FFF2-40B4-BE49-F238E27FC236}">
                  <a16:creationId xmlns:a16="http://schemas.microsoft.com/office/drawing/2014/main" id="{F9A72824-9570-9735-14A2-ADC2D9C5B56E}"/>
                </a:ext>
              </a:extLst>
            </p:cNvPr>
            <p:cNvSpPr/>
            <p:nvPr/>
          </p:nvSpPr>
          <p:spPr>
            <a:xfrm>
              <a:off x="8321678" y="705011"/>
              <a:ext cx="148448" cy="144669"/>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 name="Google Shape;184;p11">
              <a:extLst>
                <a:ext uri="{FF2B5EF4-FFF2-40B4-BE49-F238E27FC236}">
                  <a16:creationId xmlns:a16="http://schemas.microsoft.com/office/drawing/2014/main" id="{A6132E85-7F17-C1DD-7938-01ADC07717EC}"/>
                </a:ext>
              </a:extLst>
            </p:cNvPr>
            <p:cNvSpPr/>
            <p:nvPr/>
          </p:nvSpPr>
          <p:spPr>
            <a:xfrm>
              <a:off x="8507374" y="705011"/>
              <a:ext cx="131714" cy="144669"/>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 name="Google Shape;185;p11">
              <a:extLst>
                <a:ext uri="{FF2B5EF4-FFF2-40B4-BE49-F238E27FC236}">
                  <a16:creationId xmlns:a16="http://schemas.microsoft.com/office/drawing/2014/main" id="{7FD5DCDE-C565-B7BB-2730-DB096695CCC4}"/>
                </a:ext>
              </a:extLst>
            </p:cNvPr>
            <p:cNvSpPr/>
            <p:nvPr/>
          </p:nvSpPr>
          <p:spPr>
            <a:xfrm>
              <a:off x="7785916" y="618911"/>
              <a:ext cx="25911" cy="24831"/>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 name="Google Shape;186;p11">
              <a:extLst>
                <a:ext uri="{FF2B5EF4-FFF2-40B4-BE49-F238E27FC236}">
                  <a16:creationId xmlns:a16="http://schemas.microsoft.com/office/drawing/2014/main" id="{DEDC26B6-E6B5-B9C1-C35B-86EF52E46091}"/>
                </a:ext>
              </a:extLst>
            </p:cNvPr>
            <p:cNvSpPr/>
            <p:nvPr/>
          </p:nvSpPr>
          <p:spPr>
            <a:xfrm>
              <a:off x="7868507" y="539289"/>
              <a:ext cx="37247" cy="44804"/>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 name="Google Shape;187;p11">
              <a:extLst>
                <a:ext uri="{FF2B5EF4-FFF2-40B4-BE49-F238E27FC236}">
                  <a16:creationId xmlns:a16="http://schemas.microsoft.com/office/drawing/2014/main" id="{47F49BB3-6F6F-FC7D-6EA5-EE6BD142451F}"/>
                </a:ext>
              </a:extLst>
            </p:cNvPr>
            <p:cNvSpPr/>
            <p:nvPr/>
          </p:nvSpPr>
          <p:spPr>
            <a:xfrm>
              <a:off x="7965403" y="477481"/>
              <a:ext cx="37787" cy="69366"/>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 name="Google Shape;188;p11">
              <a:extLst>
                <a:ext uri="{FF2B5EF4-FFF2-40B4-BE49-F238E27FC236}">
                  <a16:creationId xmlns:a16="http://schemas.microsoft.com/office/drawing/2014/main" id="{48C4EC1F-3284-54BD-FCD7-203C3416EDD8}"/>
                </a:ext>
              </a:extLst>
            </p:cNvPr>
            <p:cNvSpPr/>
            <p:nvPr/>
          </p:nvSpPr>
          <p:spPr>
            <a:xfrm>
              <a:off x="8070936" y="427548"/>
              <a:ext cx="32119" cy="95546"/>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 name="Google Shape;189;p11">
              <a:extLst>
                <a:ext uri="{FF2B5EF4-FFF2-40B4-BE49-F238E27FC236}">
                  <a16:creationId xmlns:a16="http://schemas.microsoft.com/office/drawing/2014/main" id="{10BFB54E-B6BA-7591-8BB4-C33EA2F4676B}"/>
                </a:ext>
              </a:extLst>
            </p:cNvPr>
            <p:cNvSpPr/>
            <p:nvPr/>
          </p:nvSpPr>
          <p:spPr>
            <a:xfrm>
              <a:off x="8178358" y="392731"/>
              <a:ext cx="29690" cy="119568"/>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 name="Google Shape;190;p11">
              <a:extLst>
                <a:ext uri="{FF2B5EF4-FFF2-40B4-BE49-F238E27FC236}">
                  <a16:creationId xmlns:a16="http://schemas.microsoft.com/office/drawing/2014/main" id="{0EE20016-882F-8B35-DC61-1BA7E7CCF5DC}"/>
                </a:ext>
              </a:extLst>
            </p:cNvPr>
            <p:cNvSpPr/>
            <p:nvPr/>
          </p:nvSpPr>
          <p:spPr>
            <a:xfrm>
              <a:off x="8280113" y="371948"/>
              <a:ext cx="46154" cy="14143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 name="Google Shape;191;p11">
              <a:extLst>
                <a:ext uri="{FF2B5EF4-FFF2-40B4-BE49-F238E27FC236}">
                  <a16:creationId xmlns:a16="http://schemas.microsoft.com/office/drawing/2014/main" id="{67228C62-CA2E-8594-C062-418C35D65C56}"/>
                </a:ext>
              </a:extLst>
            </p:cNvPr>
            <p:cNvSpPr/>
            <p:nvPr/>
          </p:nvSpPr>
          <p:spPr>
            <a:xfrm>
              <a:off x="8379438" y="365740"/>
              <a:ext cx="68826" cy="16167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 name="Google Shape;192;p11">
              <a:extLst>
                <a:ext uri="{FF2B5EF4-FFF2-40B4-BE49-F238E27FC236}">
                  <a16:creationId xmlns:a16="http://schemas.microsoft.com/office/drawing/2014/main" id="{A5BD7804-6552-5620-3F18-14CE56045569}"/>
                </a:ext>
              </a:extLst>
            </p:cNvPr>
            <p:cNvSpPr/>
            <p:nvPr/>
          </p:nvSpPr>
          <p:spPr>
            <a:xfrm>
              <a:off x="8477144" y="377076"/>
              <a:ext cx="95007" cy="176788"/>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 name="Google Shape;193;p11">
              <a:extLst>
                <a:ext uri="{FF2B5EF4-FFF2-40B4-BE49-F238E27FC236}">
                  <a16:creationId xmlns:a16="http://schemas.microsoft.com/office/drawing/2014/main" id="{4FF134E0-F91E-CAF5-D7B7-9EE6ED19565D}"/>
                </a:ext>
              </a:extLst>
            </p:cNvPr>
            <p:cNvSpPr/>
            <p:nvPr/>
          </p:nvSpPr>
          <p:spPr>
            <a:xfrm>
              <a:off x="8573230" y="405416"/>
              <a:ext cx="122537" cy="187584"/>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 name="Google Shape;194;p11">
              <a:extLst>
                <a:ext uri="{FF2B5EF4-FFF2-40B4-BE49-F238E27FC236}">
                  <a16:creationId xmlns:a16="http://schemas.microsoft.com/office/drawing/2014/main" id="{8C31DAD5-1E35-B24F-6905-67B151403252}"/>
                </a:ext>
              </a:extLst>
            </p:cNvPr>
            <p:cNvSpPr/>
            <p:nvPr/>
          </p:nvSpPr>
          <p:spPr>
            <a:xfrm>
              <a:off x="8663109" y="450760"/>
              <a:ext cx="154656" cy="19352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3542021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4000" cy="12192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11" name="Google Shape;11;p1"/>
          <p:cNvGrpSpPr/>
          <p:nvPr/>
        </p:nvGrpSpPr>
        <p:grpSpPr>
          <a:xfrm>
            <a:off x="7264458" y="365740"/>
            <a:ext cx="1553307" cy="487719"/>
            <a:chOff x="166688" y="-3240088"/>
            <a:chExt cx="9136063" cy="2868613"/>
          </a:xfrm>
        </p:grpSpPr>
        <p:sp>
          <p:nvSpPr>
            <p:cNvPr id="12" name="Google Shape;12;p1"/>
            <p:cNvSpPr/>
            <p:nvPr/>
          </p:nvSpPr>
          <p:spPr>
            <a:xfrm>
              <a:off x="166688" y="-1244600"/>
              <a:ext cx="876300" cy="850900"/>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 name="Google Shape;13;p1"/>
            <p:cNvSpPr/>
            <p:nvPr/>
          </p:nvSpPr>
          <p:spPr>
            <a:xfrm>
              <a:off x="1258888" y="-1244600"/>
              <a:ext cx="774700" cy="850900"/>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 name="Google Shape;14;p1"/>
            <p:cNvSpPr/>
            <p:nvPr/>
          </p:nvSpPr>
          <p:spPr>
            <a:xfrm>
              <a:off x="2219326" y="-1244600"/>
              <a:ext cx="906463" cy="850900"/>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 name="Google Shape;15;p1"/>
            <p:cNvSpPr/>
            <p:nvPr/>
          </p:nvSpPr>
          <p:spPr>
            <a:xfrm>
              <a:off x="3125788" y="-1244600"/>
              <a:ext cx="1017588" cy="850900"/>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 name="Google Shape;16;p1"/>
            <p:cNvSpPr/>
            <p:nvPr/>
          </p:nvSpPr>
          <p:spPr>
            <a:xfrm>
              <a:off x="4106863" y="-1244600"/>
              <a:ext cx="928688" cy="850900"/>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 name="Google Shape;17;p1"/>
            <p:cNvSpPr/>
            <p:nvPr/>
          </p:nvSpPr>
          <p:spPr>
            <a:xfrm>
              <a:off x="5214938" y="-1244600"/>
              <a:ext cx="906463" cy="873125"/>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 name="Google Shape;18;p1"/>
            <p:cNvSpPr/>
            <p:nvPr/>
          </p:nvSpPr>
          <p:spPr>
            <a:xfrm>
              <a:off x="6384926" y="-1244600"/>
              <a:ext cx="873125" cy="850900"/>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 name="Google Shape;19;p1"/>
            <p:cNvSpPr/>
            <p:nvPr/>
          </p:nvSpPr>
          <p:spPr>
            <a:xfrm>
              <a:off x="7477126" y="-1244600"/>
              <a:ext cx="774700" cy="850900"/>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 name="Google Shape;20;p1"/>
            <p:cNvSpPr/>
            <p:nvPr/>
          </p:nvSpPr>
          <p:spPr>
            <a:xfrm>
              <a:off x="3233738" y="-1751013"/>
              <a:ext cx="152400" cy="146050"/>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 name="Google Shape;21;p1"/>
            <p:cNvSpPr/>
            <p:nvPr/>
          </p:nvSpPr>
          <p:spPr>
            <a:xfrm>
              <a:off x="3719513" y="-2219325"/>
              <a:ext cx="219075" cy="263525"/>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 name="Google Shape;22;p1"/>
            <p:cNvSpPr/>
            <p:nvPr/>
          </p:nvSpPr>
          <p:spPr>
            <a:xfrm>
              <a:off x="4289426" y="-2582863"/>
              <a:ext cx="222250" cy="407988"/>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 name="Google Shape;23;p1"/>
            <p:cNvSpPr/>
            <p:nvPr/>
          </p:nvSpPr>
          <p:spPr>
            <a:xfrm>
              <a:off x="4910138" y="-2876550"/>
              <a:ext cx="188913" cy="561975"/>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 name="Google Shape;24;p1"/>
            <p:cNvSpPr/>
            <p:nvPr/>
          </p:nvSpPr>
          <p:spPr>
            <a:xfrm>
              <a:off x="5541963" y="-3081338"/>
              <a:ext cx="174625" cy="70326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 name="Google Shape;25;p1"/>
            <p:cNvSpPr/>
            <p:nvPr/>
          </p:nvSpPr>
          <p:spPr>
            <a:xfrm>
              <a:off x="6140451" y="-3203575"/>
              <a:ext cx="271463" cy="83185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 name="Google Shape;26;p1"/>
            <p:cNvSpPr/>
            <p:nvPr/>
          </p:nvSpPr>
          <p:spPr>
            <a:xfrm>
              <a:off x="6724651" y="-3240088"/>
              <a:ext cx="404813" cy="95091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 name="Google Shape;27;p1"/>
            <p:cNvSpPr/>
            <p:nvPr/>
          </p:nvSpPr>
          <p:spPr>
            <a:xfrm>
              <a:off x="7299326" y="-3173413"/>
              <a:ext cx="558800" cy="1039813"/>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 name="Google Shape;28;p1"/>
            <p:cNvSpPr/>
            <p:nvPr/>
          </p:nvSpPr>
          <p:spPr>
            <a:xfrm>
              <a:off x="7864476" y="-3006725"/>
              <a:ext cx="720725" cy="1103313"/>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 name="Google Shape;29;p1"/>
            <p:cNvSpPr/>
            <p:nvPr/>
          </p:nvSpPr>
          <p:spPr>
            <a:xfrm>
              <a:off x="8393113" y="-2740025"/>
              <a:ext cx="909638" cy="1138238"/>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0" name="Google Shape;30;p1"/>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lstStyle>
            <a:lvl1pPr marL="457200" marR="0" lvl="0" indent="-406400" algn="l" rtl="0">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1" name="Google Shape;31;p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u="none">
                <a:solidFill>
                  <a:schemeClr val="accent2"/>
                </a:solidFill>
                <a:latin typeface="Arial"/>
                <a:ea typeface="Arial"/>
                <a:cs typeface="Arial"/>
                <a:sym typeface="Arial"/>
              </a:defRPr>
            </a:lvl1pPr>
            <a:lvl2pPr marL="0" marR="0" lvl="1" indent="0" algn="r" rtl="0">
              <a:spcBef>
                <a:spcPts val="0"/>
              </a:spcBef>
              <a:buNone/>
              <a:defRPr sz="1200" b="0" u="none">
                <a:solidFill>
                  <a:schemeClr val="accent2"/>
                </a:solidFill>
                <a:latin typeface="Arial"/>
                <a:ea typeface="Arial"/>
                <a:cs typeface="Arial"/>
                <a:sym typeface="Arial"/>
              </a:defRPr>
            </a:lvl2pPr>
            <a:lvl3pPr marL="0" marR="0" lvl="2" indent="0" algn="r" rtl="0">
              <a:spcBef>
                <a:spcPts val="0"/>
              </a:spcBef>
              <a:buNone/>
              <a:defRPr sz="1200" b="0" u="none">
                <a:solidFill>
                  <a:schemeClr val="accent2"/>
                </a:solidFill>
                <a:latin typeface="Arial"/>
                <a:ea typeface="Arial"/>
                <a:cs typeface="Arial"/>
                <a:sym typeface="Arial"/>
              </a:defRPr>
            </a:lvl3pPr>
            <a:lvl4pPr marL="0" marR="0" lvl="3" indent="0" algn="r" rtl="0">
              <a:spcBef>
                <a:spcPts val="0"/>
              </a:spcBef>
              <a:buNone/>
              <a:defRPr sz="1200" b="0" u="none">
                <a:solidFill>
                  <a:schemeClr val="accent2"/>
                </a:solidFill>
                <a:latin typeface="Arial"/>
                <a:ea typeface="Arial"/>
                <a:cs typeface="Arial"/>
                <a:sym typeface="Arial"/>
              </a:defRPr>
            </a:lvl4pPr>
            <a:lvl5pPr marL="0" marR="0" lvl="4" indent="0" algn="r" rtl="0">
              <a:spcBef>
                <a:spcPts val="0"/>
              </a:spcBef>
              <a:buNone/>
              <a:defRPr sz="1200" b="0" u="none">
                <a:solidFill>
                  <a:schemeClr val="accent2"/>
                </a:solidFill>
                <a:latin typeface="Arial"/>
                <a:ea typeface="Arial"/>
                <a:cs typeface="Arial"/>
                <a:sym typeface="Arial"/>
              </a:defRPr>
            </a:lvl5pPr>
            <a:lvl6pPr marL="0" marR="0" lvl="5" indent="0" algn="r" rtl="0">
              <a:spcBef>
                <a:spcPts val="0"/>
              </a:spcBef>
              <a:buNone/>
              <a:defRPr sz="1200" b="0" u="none">
                <a:solidFill>
                  <a:schemeClr val="accent2"/>
                </a:solidFill>
                <a:latin typeface="Arial"/>
                <a:ea typeface="Arial"/>
                <a:cs typeface="Arial"/>
                <a:sym typeface="Arial"/>
              </a:defRPr>
            </a:lvl6pPr>
            <a:lvl7pPr marL="0" marR="0" lvl="6" indent="0" algn="r" rtl="0">
              <a:spcBef>
                <a:spcPts val="0"/>
              </a:spcBef>
              <a:buNone/>
              <a:defRPr sz="1200" b="0" u="none">
                <a:solidFill>
                  <a:schemeClr val="accent2"/>
                </a:solidFill>
                <a:latin typeface="Arial"/>
                <a:ea typeface="Arial"/>
                <a:cs typeface="Arial"/>
                <a:sym typeface="Arial"/>
              </a:defRPr>
            </a:lvl7pPr>
            <a:lvl8pPr marL="0" marR="0" lvl="7" indent="0" algn="r" rtl="0">
              <a:spcBef>
                <a:spcPts val="0"/>
              </a:spcBef>
              <a:buNone/>
              <a:defRPr sz="1200" b="0" u="none">
                <a:solidFill>
                  <a:schemeClr val="accent2"/>
                </a:solidFill>
                <a:latin typeface="Arial"/>
                <a:ea typeface="Arial"/>
                <a:cs typeface="Arial"/>
                <a:sym typeface="Arial"/>
              </a:defRPr>
            </a:lvl8pPr>
            <a:lvl9pPr marL="0" marR="0" lvl="8" indent="0" algn="r" rtl="0">
              <a:spcBef>
                <a:spcPts val="0"/>
              </a:spcBef>
              <a:buNone/>
              <a:defRPr sz="1200" b="0" u="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32" name="Google Shape;32;p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Clr>
                <a:schemeClr val="lt1"/>
              </a:buClr>
              <a:buSzPts val="2400"/>
              <a:buFont typeface="Arial"/>
              <a:buNone/>
              <a:defRPr sz="24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7" r:id="rId9"/>
    <p:sldLayoutId id="2147483658" r:id="rId10"/>
    <p:sldLayoutId id="2147483659" r:id="rId11"/>
    <p:sldLayoutId id="2147483660" r:id="rId12"/>
    <p:sldLayoutId id="2147483662"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hyperlink" Target="https://docs.oracle.com/javase/8/docs/api/java/util/Collections.ht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5"/>
          <p:cNvSpPr txBox="1">
            <a:spLocks noGrp="1"/>
          </p:cNvSpPr>
          <p:nvPr>
            <p:ph type="ctrTitle"/>
          </p:nvPr>
        </p:nvSpPr>
        <p:spPr>
          <a:xfrm>
            <a:off x="496177" y="320634"/>
            <a:ext cx="6807148" cy="3183142"/>
          </a:xfrm>
          <a:prstGeom prst="rect">
            <a:avLst/>
          </a:prstGeom>
          <a:noFill/>
          <a:ln>
            <a:noFill/>
          </a:ln>
        </p:spPr>
        <p:txBody>
          <a:bodyPr spcFirstLastPara="1" wrap="square" lIns="91425" tIns="45700" rIns="91425" bIns="45700" anchor="b" anchorCtr="0">
            <a:noAutofit/>
          </a:bodyPr>
          <a:lstStyle/>
          <a:p>
            <a:pPr marL="0" lvl="0" indent="0" algn="l" rtl="0">
              <a:lnSpc>
                <a:spcPct val="80000"/>
              </a:lnSpc>
              <a:spcBef>
                <a:spcPts val="0"/>
              </a:spcBef>
              <a:spcAft>
                <a:spcPts val="0"/>
              </a:spcAft>
              <a:buClr>
                <a:schemeClr val="accent1"/>
              </a:buClr>
              <a:buSzPts val="4400"/>
              <a:buFont typeface="Arial"/>
              <a:buNone/>
            </a:pPr>
            <a:r>
              <a:rPr lang="en-US" dirty="0"/>
              <a:t>Data Structures</a:t>
            </a:r>
            <a:br>
              <a:rPr lang="en-US" dirty="0"/>
            </a:br>
            <a:r>
              <a:rPr lang="en-US" dirty="0"/>
              <a:t>Java Collection API</a:t>
            </a:r>
            <a:br>
              <a:rPr lang="en-US" dirty="0"/>
            </a:br>
            <a:r>
              <a:rPr lang="en-US" dirty="0"/>
              <a:t>Generics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947FC-ED58-14EC-766E-B345CBB2129B}"/>
              </a:ext>
            </a:extLst>
          </p:cNvPr>
          <p:cNvSpPr>
            <a:spLocks noGrp="1"/>
          </p:cNvSpPr>
          <p:nvPr>
            <p:ph type="title"/>
          </p:nvPr>
        </p:nvSpPr>
        <p:spPr/>
        <p:txBody>
          <a:bodyPr/>
          <a:lstStyle/>
          <a:p>
            <a:r>
              <a:rPr lang="en-US" dirty="0"/>
              <a:t>Outline</a:t>
            </a:r>
          </a:p>
        </p:txBody>
      </p:sp>
      <p:sp>
        <p:nvSpPr>
          <p:cNvPr id="3" name="Text Placeholder 2">
            <a:extLst>
              <a:ext uri="{FF2B5EF4-FFF2-40B4-BE49-F238E27FC236}">
                <a16:creationId xmlns:a16="http://schemas.microsoft.com/office/drawing/2014/main" id="{31D0A314-1889-7642-D5E4-583ADD03E47C}"/>
              </a:ext>
            </a:extLst>
          </p:cNvPr>
          <p:cNvSpPr>
            <a:spLocks noGrp="1"/>
          </p:cNvSpPr>
          <p:nvPr>
            <p:ph type="body" idx="1"/>
          </p:nvPr>
        </p:nvSpPr>
        <p:spPr>
          <a:xfrm>
            <a:off x="380010" y="1481446"/>
            <a:ext cx="8383980" cy="2659233"/>
          </a:xfrm>
        </p:spPr>
        <p:txBody>
          <a:bodyPr numCol="2">
            <a:normAutofit fontScale="92500" lnSpcReduction="10000"/>
          </a:bodyPr>
          <a:lstStyle/>
          <a:p>
            <a:r>
              <a:rPr lang="en-US" dirty="0"/>
              <a:t>Data Structures</a:t>
            </a:r>
          </a:p>
          <a:p>
            <a:r>
              <a:rPr lang="en-US" dirty="0"/>
              <a:t>Generics</a:t>
            </a:r>
          </a:p>
          <a:p>
            <a:r>
              <a:rPr lang="en-US" dirty="0"/>
              <a:t>Java Collection Hierarchy</a:t>
            </a:r>
          </a:p>
          <a:p>
            <a:r>
              <a:rPr lang="en-US" dirty="0"/>
              <a:t>Lists</a:t>
            </a:r>
          </a:p>
          <a:p>
            <a:r>
              <a:rPr lang="en-US" dirty="0"/>
              <a:t>Sets</a:t>
            </a:r>
          </a:p>
          <a:p>
            <a:r>
              <a:rPr lang="en-US" dirty="0"/>
              <a:t>Queues</a:t>
            </a:r>
          </a:p>
          <a:p>
            <a:r>
              <a:rPr lang="en-US" dirty="0"/>
              <a:t>Maps</a:t>
            </a:r>
          </a:p>
          <a:p>
            <a:r>
              <a:rPr lang="en-US" dirty="0"/>
              <a:t>Comparisons</a:t>
            </a:r>
          </a:p>
          <a:p>
            <a:r>
              <a:rPr lang="en-US" dirty="0"/>
              <a:t>Iteration</a:t>
            </a:r>
          </a:p>
          <a:p>
            <a:r>
              <a:rPr lang="en-US" dirty="0"/>
              <a:t>Utility Classes</a:t>
            </a:r>
          </a:p>
        </p:txBody>
      </p:sp>
      <p:sp>
        <p:nvSpPr>
          <p:cNvPr id="4" name="Slide Number Placeholder 3">
            <a:extLst>
              <a:ext uri="{FF2B5EF4-FFF2-40B4-BE49-F238E27FC236}">
                <a16:creationId xmlns:a16="http://schemas.microsoft.com/office/drawing/2014/main" id="{E6ADCEA2-50D6-C516-65CC-742821A02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extLst>
      <p:ext uri="{BB962C8B-B14F-4D97-AF65-F5344CB8AC3E}">
        <p14:creationId xmlns:p14="http://schemas.microsoft.com/office/powerpoint/2010/main" val="195743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CBFEDB-725E-975E-473B-B9997E6A770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
        <p:nvSpPr>
          <p:cNvPr id="3" name="Title 2">
            <a:extLst>
              <a:ext uri="{FF2B5EF4-FFF2-40B4-BE49-F238E27FC236}">
                <a16:creationId xmlns:a16="http://schemas.microsoft.com/office/drawing/2014/main" id="{AF6BF3DC-3357-155C-0F16-BA1AA07469BB}"/>
              </a:ext>
            </a:extLst>
          </p:cNvPr>
          <p:cNvSpPr>
            <a:spLocks noGrp="1"/>
          </p:cNvSpPr>
          <p:nvPr>
            <p:ph type="title"/>
          </p:nvPr>
        </p:nvSpPr>
        <p:spPr/>
        <p:txBody>
          <a:bodyPr/>
          <a:lstStyle/>
          <a:p>
            <a:r>
              <a:rPr lang="en-US" sz="3600" dirty="0"/>
              <a:t>Data Structures</a:t>
            </a:r>
          </a:p>
        </p:txBody>
      </p:sp>
    </p:spTree>
    <p:extLst>
      <p:ext uri="{BB962C8B-B14F-4D97-AF65-F5344CB8AC3E}">
        <p14:creationId xmlns:p14="http://schemas.microsoft.com/office/powerpoint/2010/main" val="2022735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35CB1-FC65-4AC7-83C5-D9E8749D97F2}"/>
              </a:ext>
            </a:extLst>
          </p:cNvPr>
          <p:cNvSpPr>
            <a:spLocks noGrp="1"/>
          </p:cNvSpPr>
          <p:nvPr>
            <p:ph type="title"/>
          </p:nvPr>
        </p:nvSpPr>
        <p:spPr/>
        <p:txBody>
          <a:bodyPr/>
          <a:lstStyle/>
          <a:p>
            <a:r>
              <a:rPr lang="en-US" dirty="0"/>
              <a:t>Data Structures </a:t>
            </a:r>
          </a:p>
        </p:txBody>
      </p:sp>
      <p:sp>
        <p:nvSpPr>
          <p:cNvPr id="3" name="Text Placeholder 2">
            <a:extLst>
              <a:ext uri="{FF2B5EF4-FFF2-40B4-BE49-F238E27FC236}">
                <a16:creationId xmlns:a16="http://schemas.microsoft.com/office/drawing/2014/main" id="{C6F51D0E-4D82-4BD3-A377-0C4E3AA74EF7}"/>
              </a:ext>
            </a:extLst>
          </p:cNvPr>
          <p:cNvSpPr>
            <a:spLocks noGrp="1"/>
          </p:cNvSpPr>
          <p:nvPr>
            <p:ph type="body" idx="1"/>
          </p:nvPr>
        </p:nvSpPr>
        <p:spPr>
          <a:xfrm>
            <a:off x="380010" y="1481446"/>
            <a:ext cx="8383980" cy="5247391"/>
          </a:xfrm>
        </p:spPr>
        <p:txBody>
          <a:bodyPr/>
          <a:lstStyle/>
          <a:p>
            <a:r>
              <a:rPr lang="en-US" dirty="0"/>
              <a:t>An entity (object) used to store data</a:t>
            </a:r>
          </a:p>
          <a:p>
            <a:r>
              <a:rPr lang="en-US" dirty="0"/>
              <a:t>Conceptual framework to organize and manage data in memory</a:t>
            </a:r>
          </a:p>
          <a:p>
            <a:r>
              <a:rPr lang="en-US" dirty="0"/>
              <a:t>Provide developers with the ability manage large amounts of data efficiently </a:t>
            </a:r>
          </a:p>
          <a:p>
            <a:r>
              <a:rPr lang="en-US" dirty="0"/>
              <a:t>Used with algorithms to improve flexibility, organization and complexity of applications</a:t>
            </a:r>
          </a:p>
          <a:p>
            <a:r>
              <a:rPr lang="en-US" dirty="0"/>
              <a:t>There are many ways to categorize data structures, we’ll examine two such “categories”: “Array-based” and “node-based”</a:t>
            </a:r>
          </a:p>
        </p:txBody>
      </p:sp>
      <p:sp>
        <p:nvSpPr>
          <p:cNvPr id="4" name="Slide Number Placeholder 3">
            <a:extLst>
              <a:ext uri="{FF2B5EF4-FFF2-40B4-BE49-F238E27FC236}">
                <a16:creationId xmlns:a16="http://schemas.microsoft.com/office/drawing/2014/main" id="{7B9A9BDE-83F8-4120-9B0A-D765603A17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3078128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15695-6297-408B-5E54-FE5ED8B546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F71DEC-198A-8529-CC2C-881D1A91BA36}"/>
              </a:ext>
            </a:extLst>
          </p:cNvPr>
          <p:cNvSpPr>
            <a:spLocks noGrp="1"/>
          </p:cNvSpPr>
          <p:nvPr>
            <p:ph type="title"/>
          </p:nvPr>
        </p:nvSpPr>
        <p:spPr/>
        <p:txBody>
          <a:bodyPr/>
          <a:lstStyle/>
          <a:p>
            <a:r>
              <a:rPr lang="en-US" dirty="0"/>
              <a:t>Array Based Structures </a:t>
            </a:r>
          </a:p>
        </p:txBody>
      </p:sp>
      <p:sp>
        <p:nvSpPr>
          <p:cNvPr id="3" name="Text Placeholder 2">
            <a:extLst>
              <a:ext uri="{FF2B5EF4-FFF2-40B4-BE49-F238E27FC236}">
                <a16:creationId xmlns:a16="http://schemas.microsoft.com/office/drawing/2014/main" id="{D4B4C794-E12F-39C9-3864-8FFFD05185EA}"/>
              </a:ext>
            </a:extLst>
          </p:cNvPr>
          <p:cNvSpPr>
            <a:spLocks noGrp="1"/>
          </p:cNvSpPr>
          <p:nvPr>
            <p:ph type="body" idx="1"/>
          </p:nvPr>
        </p:nvSpPr>
        <p:spPr/>
        <p:txBody>
          <a:bodyPr/>
          <a:lstStyle/>
          <a:p>
            <a:r>
              <a:rPr lang="en-US" dirty="0"/>
              <a:t>We are familiar with arrays- array-based structures simply use an array in the background. </a:t>
            </a:r>
          </a:p>
          <a:p>
            <a:r>
              <a:rPr lang="en-US" dirty="0"/>
              <a:t>Saving data in particular positions that each have corresponding indices. Then we can modify how these values are accessed if we wrap the array in another class. </a:t>
            </a:r>
          </a:p>
          <a:p>
            <a:r>
              <a:rPr lang="en-US" dirty="0"/>
              <a:t>Think of this as a data structure that is “grouped”.</a:t>
            </a:r>
          </a:p>
        </p:txBody>
      </p:sp>
      <p:sp>
        <p:nvSpPr>
          <p:cNvPr id="4" name="Slide Number Placeholder 3">
            <a:extLst>
              <a:ext uri="{FF2B5EF4-FFF2-40B4-BE49-F238E27FC236}">
                <a16:creationId xmlns:a16="http://schemas.microsoft.com/office/drawing/2014/main" id="{002F3439-D1BA-E0F3-E453-2F51EF0A597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grpSp>
        <p:nvGrpSpPr>
          <p:cNvPr id="35" name="Group 34">
            <a:extLst>
              <a:ext uri="{FF2B5EF4-FFF2-40B4-BE49-F238E27FC236}">
                <a16:creationId xmlns:a16="http://schemas.microsoft.com/office/drawing/2014/main" id="{3BA3536F-65A3-8544-4D81-1FFED799D4F5}"/>
              </a:ext>
            </a:extLst>
          </p:cNvPr>
          <p:cNvGrpSpPr/>
          <p:nvPr/>
        </p:nvGrpSpPr>
        <p:grpSpPr>
          <a:xfrm>
            <a:off x="3109645" y="5705751"/>
            <a:ext cx="2924710" cy="603315"/>
            <a:chOff x="5398423" y="3518185"/>
            <a:chExt cx="2924710" cy="603315"/>
          </a:xfrm>
        </p:grpSpPr>
        <p:grpSp>
          <p:nvGrpSpPr>
            <p:cNvPr id="22" name="Group 21">
              <a:extLst>
                <a:ext uri="{FF2B5EF4-FFF2-40B4-BE49-F238E27FC236}">
                  <a16:creationId xmlns:a16="http://schemas.microsoft.com/office/drawing/2014/main" id="{BE40A132-504E-DBBA-6D80-A6E6265826C3}"/>
                </a:ext>
              </a:extLst>
            </p:cNvPr>
            <p:cNvGrpSpPr/>
            <p:nvPr/>
          </p:nvGrpSpPr>
          <p:grpSpPr>
            <a:xfrm>
              <a:off x="5486400" y="3518185"/>
              <a:ext cx="2771476" cy="603315"/>
              <a:chOff x="5486400" y="3518185"/>
              <a:chExt cx="2771476" cy="603315"/>
            </a:xfrm>
          </p:grpSpPr>
          <p:sp>
            <p:nvSpPr>
              <p:cNvPr id="5" name="Rectangle 4">
                <a:extLst>
                  <a:ext uri="{FF2B5EF4-FFF2-40B4-BE49-F238E27FC236}">
                    <a16:creationId xmlns:a16="http://schemas.microsoft.com/office/drawing/2014/main" id="{84F09978-A408-6D81-3B34-ED503E6CB6F6}"/>
                  </a:ext>
                </a:extLst>
              </p:cNvPr>
              <p:cNvSpPr/>
              <p:nvPr/>
            </p:nvSpPr>
            <p:spPr>
              <a:xfrm>
                <a:off x="5486400" y="3518185"/>
                <a:ext cx="2771476" cy="58446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1000" dirty="0">
                  <a:latin typeface="Segoe Print" panose="02000600000000000000" pitchFamily="2" charset="0"/>
                </a:endParaRPr>
              </a:p>
            </p:txBody>
          </p:sp>
          <p:cxnSp>
            <p:nvCxnSpPr>
              <p:cNvPr id="7" name="Straight Connector 6">
                <a:extLst>
                  <a:ext uri="{FF2B5EF4-FFF2-40B4-BE49-F238E27FC236}">
                    <a16:creationId xmlns:a16="http://schemas.microsoft.com/office/drawing/2014/main" id="{FE8F0C90-6DD4-15DC-7CA7-8D7B803FE04C}"/>
                  </a:ext>
                </a:extLst>
              </p:cNvPr>
              <p:cNvCxnSpPr/>
              <p:nvPr/>
            </p:nvCxnSpPr>
            <p:spPr>
              <a:xfrm>
                <a:off x="5938887" y="3518185"/>
                <a:ext cx="0" cy="60331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EECDE12-B391-FD27-4EC7-754AF3D9E60A}"/>
                  </a:ext>
                </a:extLst>
              </p:cNvPr>
              <p:cNvCxnSpPr>
                <a:cxnSpLocks/>
              </p:cNvCxnSpPr>
              <p:nvPr/>
            </p:nvCxnSpPr>
            <p:spPr>
              <a:xfrm>
                <a:off x="6391373" y="3518185"/>
                <a:ext cx="0" cy="5844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D3A1992-45AF-0FE3-B641-6EAAAB04A387}"/>
                  </a:ext>
                </a:extLst>
              </p:cNvPr>
              <p:cNvCxnSpPr>
                <a:cxnSpLocks/>
                <a:stCxn id="5" idx="0"/>
                <a:endCxn id="5" idx="2"/>
              </p:cNvCxnSpPr>
              <p:nvPr/>
            </p:nvCxnSpPr>
            <p:spPr>
              <a:xfrm>
                <a:off x="6872138" y="3518185"/>
                <a:ext cx="0" cy="5844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675C2AF-8E0B-D1A7-7BAE-989106CB51D5}"/>
                  </a:ext>
                </a:extLst>
              </p:cNvPr>
              <p:cNvCxnSpPr>
                <a:cxnSpLocks/>
              </p:cNvCxnSpPr>
              <p:nvPr/>
            </p:nvCxnSpPr>
            <p:spPr>
              <a:xfrm>
                <a:off x="7315199" y="3518185"/>
                <a:ext cx="0" cy="5844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295BCCD-2442-D4BE-9426-50B504884CE2}"/>
                  </a:ext>
                </a:extLst>
              </p:cNvPr>
              <p:cNvCxnSpPr>
                <a:cxnSpLocks/>
              </p:cNvCxnSpPr>
              <p:nvPr/>
            </p:nvCxnSpPr>
            <p:spPr>
              <a:xfrm>
                <a:off x="7775699" y="3518185"/>
                <a:ext cx="0" cy="5844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7CD04610-E85D-EDEB-E879-6BBE43E9026F}"/>
                </a:ext>
              </a:extLst>
            </p:cNvPr>
            <p:cNvSpPr txBox="1"/>
            <p:nvPr/>
          </p:nvSpPr>
          <p:spPr>
            <a:xfrm>
              <a:off x="5398423" y="3634468"/>
              <a:ext cx="606256" cy="430887"/>
            </a:xfrm>
            <a:prstGeom prst="rect">
              <a:avLst/>
            </a:prstGeom>
            <a:noFill/>
          </p:spPr>
          <p:txBody>
            <a:bodyPr wrap="none" rtlCol="0">
              <a:spAutoFit/>
            </a:bodyPr>
            <a:lstStyle/>
            <a:p>
              <a:r>
                <a:rPr lang="en-US" dirty="0">
                  <a:solidFill>
                    <a:schemeClr val="bg2"/>
                  </a:solidFill>
                  <a:latin typeface="Segoe Print" panose="02000600000000000000" pitchFamily="2" charset="0"/>
                </a:rPr>
                <a:t>Info</a:t>
              </a:r>
            </a:p>
            <a:p>
              <a:r>
                <a:rPr lang="en-US" sz="800" dirty="0">
                  <a:solidFill>
                    <a:schemeClr val="bg2"/>
                  </a:solidFill>
                  <a:latin typeface="Segoe Print" panose="02000600000000000000" pitchFamily="2" charset="0"/>
                </a:rPr>
                <a:t>Index: 0</a:t>
              </a:r>
            </a:p>
          </p:txBody>
        </p:sp>
        <p:sp>
          <p:nvSpPr>
            <p:cNvPr id="29" name="TextBox 28">
              <a:extLst>
                <a:ext uri="{FF2B5EF4-FFF2-40B4-BE49-F238E27FC236}">
                  <a16:creationId xmlns:a16="http://schemas.microsoft.com/office/drawing/2014/main" id="{B0171D9E-D8CF-47AF-CAAA-748CA5238CD2}"/>
                </a:ext>
              </a:extLst>
            </p:cNvPr>
            <p:cNvSpPr txBox="1"/>
            <p:nvPr/>
          </p:nvSpPr>
          <p:spPr>
            <a:xfrm>
              <a:off x="5867155" y="3634467"/>
              <a:ext cx="606256" cy="430887"/>
            </a:xfrm>
            <a:prstGeom prst="rect">
              <a:avLst/>
            </a:prstGeom>
            <a:noFill/>
          </p:spPr>
          <p:txBody>
            <a:bodyPr wrap="none" rtlCol="0">
              <a:spAutoFit/>
            </a:bodyPr>
            <a:lstStyle/>
            <a:p>
              <a:r>
                <a:rPr lang="en-US" dirty="0">
                  <a:solidFill>
                    <a:schemeClr val="bg2"/>
                  </a:solidFill>
                  <a:latin typeface="Segoe Print" panose="02000600000000000000" pitchFamily="2" charset="0"/>
                </a:rPr>
                <a:t>Info</a:t>
              </a:r>
            </a:p>
            <a:p>
              <a:r>
                <a:rPr lang="en-US" sz="800" dirty="0">
                  <a:solidFill>
                    <a:schemeClr val="bg2"/>
                  </a:solidFill>
                  <a:latin typeface="Segoe Print" panose="02000600000000000000" pitchFamily="2" charset="0"/>
                </a:rPr>
                <a:t>Index: 1</a:t>
              </a:r>
            </a:p>
          </p:txBody>
        </p:sp>
        <p:sp>
          <p:nvSpPr>
            <p:cNvPr id="30" name="TextBox 29">
              <a:extLst>
                <a:ext uri="{FF2B5EF4-FFF2-40B4-BE49-F238E27FC236}">
                  <a16:creationId xmlns:a16="http://schemas.microsoft.com/office/drawing/2014/main" id="{3B8970B2-A272-E432-78BA-A06894DCA87B}"/>
                </a:ext>
              </a:extLst>
            </p:cNvPr>
            <p:cNvSpPr txBox="1"/>
            <p:nvPr/>
          </p:nvSpPr>
          <p:spPr>
            <a:xfrm>
              <a:off x="6351479" y="3632572"/>
              <a:ext cx="606256" cy="430887"/>
            </a:xfrm>
            <a:prstGeom prst="rect">
              <a:avLst/>
            </a:prstGeom>
            <a:noFill/>
          </p:spPr>
          <p:txBody>
            <a:bodyPr wrap="none" rtlCol="0">
              <a:spAutoFit/>
            </a:bodyPr>
            <a:lstStyle/>
            <a:p>
              <a:r>
                <a:rPr lang="en-US" dirty="0">
                  <a:solidFill>
                    <a:schemeClr val="bg2"/>
                  </a:solidFill>
                  <a:latin typeface="Segoe Print" panose="02000600000000000000" pitchFamily="2" charset="0"/>
                </a:rPr>
                <a:t>Info</a:t>
              </a:r>
            </a:p>
            <a:p>
              <a:r>
                <a:rPr lang="en-US" sz="800" dirty="0">
                  <a:solidFill>
                    <a:schemeClr val="bg2"/>
                  </a:solidFill>
                  <a:latin typeface="Segoe Print" panose="02000600000000000000" pitchFamily="2" charset="0"/>
                </a:rPr>
                <a:t>Index: 2</a:t>
              </a:r>
            </a:p>
          </p:txBody>
        </p:sp>
        <p:sp>
          <p:nvSpPr>
            <p:cNvPr id="31" name="TextBox 30">
              <a:extLst>
                <a:ext uri="{FF2B5EF4-FFF2-40B4-BE49-F238E27FC236}">
                  <a16:creationId xmlns:a16="http://schemas.microsoft.com/office/drawing/2014/main" id="{5B40294C-9133-3FFC-DF57-FDA38D24C013}"/>
                </a:ext>
              </a:extLst>
            </p:cNvPr>
            <p:cNvSpPr txBox="1"/>
            <p:nvPr/>
          </p:nvSpPr>
          <p:spPr>
            <a:xfrm>
              <a:off x="6803964" y="3632572"/>
              <a:ext cx="606256" cy="430887"/>
            </a:xfrm>
            <a:prstGeom prst="rect">
              <a:avLst/>
            </a:prstGeom>
            <a:noFill/>
          </p:spPr>
          <p:txBody>
            <a:bodyPr wrap="none" rtlCol="0">
              <a:spAutoFit/>
            </a:bodyPr>
            <a:lstStyle/>
            <a:p>
              <a:r>
                <a:rPr lang="en-US" dirty="0">
                  <a:solidFill>
                    <a:schemeClr val="bg2"/>
                  </a:solidFill>
                  <a:latin typeface="Segoe Print" panose="02000600000000000000" pitchFamily="2" charset="0"/>
                </a:rPr>
                <a:t>Info</a:t>
              </a:r>
            </a:p>
            <a:p>
              <a:r>
                <a:rPr lang="en-US" sz="800" dirty="0">
                  <a:solidFill>
                    <a:schemeClr val="bg2"/>
                  </a:solidFill>
                  <a:latin typeface="Segoe Print" panose="02000600000000000000" pitchFamily="2" charset="0"/>
                </a:rPr>
                <a:t>Index: 3</a:t>
              </a:r>
            </a:p>
          </p:txBody>
        </p:sp>
        <p:sp>
          <p:nvSpPr>
            <p:cNvPr id="32" name="TextBox 31">
              <a:extLst>
                <a:ext uri="{FF2B5EF4-FFF2-40B4-BE49-F238E27FC236}">
                  <a16:creationId xmlns:a16="http://schemas.microsoft.com/office/drawing/2014/main" id="{38786C4A-4D30-BB18-7EDA-4A0C981E6595}"/>
                </a:ext>
              </a:extLst>
            </p:cNvPr>
            <p:cNvSpPr txBox="1"/>
            <p:nvPr/>
          </p:nvSpPr>
          <p:spPr>
            <a:xfrm>
              <a:off x="7240688" y="3623178"/>
              <a:ext cx="606256" cy="430887"/>
            </a:xfrm>
            <a:prstGeom prst="rect">
              <a:avLst/>
            </a:prstGeom>
            <a:noFill/>
          </p:spPr>
          <p:txBody>
            <a:bodyPr wrap="none" rtlCol="0">
              <a:spAutoFit/>
            </a:bodyPr>
            <a:lstStyle/>
            <a:p>
              <a:r>
                <a:rPr lang="en-US" dirty="0">
                  <a:solidFill>
                    <a:schemeClr val="bg2"/>
                  </a:solidFill>
                  <a:latin typeface="Segoe Print" panose="02000600000000000000" pitchFamily="2" charset="0"/>
                </a:rPr>
                <a:t>Info</a:t>
              </a:r>
            </a:p>
            <a:p>
              <a:r>
                <a:rPr lang="en-US" sz="800" dirty="0">
                  <a:solidFill>
                    <a:schemeClr val="bg2"/>
                  </a:solidFill>
                  <a:latin typeface="Segoe Print" panose="02000600000000000000" pitchFamily="2" charset="0"/>
                </a:rPr>
                <a:t>Index: 4</a:t>
              </a:r>
            </a:p>
          </p:txBody>
        </p:sp>
        <p:sp>
          <p:nvSpPr>
            <p:cNvPr id="33" name="TextBox 32">
              <a:extLst>
                <a:ext uri="{FF2B5EF4-FFF2-40B4-BE49-F238E27FC236}">
                  <a16:creationId xmlns:a16="http://schemas.microsoft.com/office/drawing/2014/main" id="{008F7706-F940-BCD6-FF62-C3716839CA82}"/>
                </a:ext>
              </a:extLst>
            </p:cNvPr>
            <p:cNvSpPr txBox="1"/>
            <p:nvPr/>
          </p:nvSpPr>
          <p:spPr>
            <a:xfrm>
              <a:off x="7716877" y="3627601"/>
              <a:ext cx="606256" cy="430887"/>
            </a:xfrm>
            <a:prstGeom prst="rect">
              <a:avLst/>
            </a:prstGeom>
            <a:noFill/>
          </p:spPr>
          <p:txBody>
            <a:bodyPr wrap="none" rtlCol="0">
              <a:spAutoFit/>
            </a:bodyPr>
            <a:lstStyle/>
            <a:p>
              <a:r>
                <a:rPr lang="en-US" dirty="0">
                  <a:solidFill>
                    <a:schemeClr val="bg2"/>
                  </a:solidFill>
                  <a:latin typeface="Segoe Print" panose="02000600000000000000" pitchFamily="2" charset="0"/>
                </a:rPr>
                <a:t>Info</a:t>
              </a:r>
            </a:p>
            <a:p>
              <a:r>
                <a:rPr lang="en-US" sz="800" dirty="0">
                  <a:solidFill>
                    <a:schemeClr val="bg2"/>
                  </a:solidFill>
                  <a:latin typeface="Segoe Print" panose="02000600000000000000" pitchFamily="2" charset="0"/>
                </a:rPr>
                <a:t>Index: 5</a:t>
              </a:r>
            </a:p>
          </p:txBody>
        </p:sp>
      </p:grpSp>
    </p:spTree>
    <p:extLst>
      <p:ext uri="{BB962C8B-B14F-4D97-AF65-F5344CB8AC3E}">
        <p14:creationId xmlns:p14="http://schemas.microsoft.com/office/powerpoint/2010/main" val="2720939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Node Based Structures</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p:txBody>
          <a:bodyPr/>
          <a:lstStyle/>
          <a:p>
            <a:r>
              <a:rPr lang="en-US" dirty="0"/>
              <a:t>Stores information in Nodes which may have one or more references to other Nodes. </a:t>
            </a:r>
          </a:p>
          <a:p>
            <a:r>
              <a:rPr lang="en-US" dirty="0"/>
              <a:t>How does this work?</a:t>
            </a:r>
          </a:p>
          <a:p>
            <a:pPr lvl="1"/>
            <a:r>
              <a:rPr lang="en-US" dirty="0"/>
              <a:t>Any non primitive variable holds a reference, so if you have a variable </a:t>
            </a:r>
            <a:r>
              <a:rPr lang="en-US" i="1" dirty="0"/>
              <a:t>Node next; </a:t>
            </a:r>
          </a:p>
          <a:p>
            <a:pPr lvl="1"/>
            <a:r>
              <a:rPr lang="en-US" i="1" dirty="0"/>
              <a:t>next</a:t>
            </a:r>
            <a:r>
              <a:rPr lang="en-US" dirty="0"/>
              <a:t> is a reference to another Node object in memory.</a:t>
            </a:r>
          </a:p>
          <a:p>
            <a:r>
              <a:rPr lang="en-US" dirty="0"/>
              <a:t>Think of this as a data structure that is “d</a:t>
            </a:r>
            <a:r>
              <a:rPr lang="en-US" i="1" dirty="0"/>
              <a:t>istributed”</a:t>
            </a:r>
            <a:endParaRPr lang="en-US" dirty="0"/>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grpSp>
        <p:nvGrpSpPr>
          <p:cNvPr id="6" name="Group 5">
            <a:extLst>
              <a:ext uri="{FF2B5EF4-FFF2-40B4-BE49-F238E27FC236}">
                <a16:creationId xmlns:a16="http://schemas.microsoft.com/office/drawing/2014/main" id="{1650D33A-602F-4050-AEFC-67583E29010E}"/>
              </a:ext>
            </a:extLst>
          </p:cNvPr>
          <p:cNvGrpSpPr/>
          <p:nvPr/>
        </p:nvGrpSpPr>
        <p:grpSpPr>
          <a:xfrm>
            <a:off x="2641508" y="5159609"/>
            <a:ext cx="3860983" cy="1204103"/>
            <a:chOff x="1114877" y="3085840"/>
            <a:chExt cx="7345228" cy="2290714"/>
          </a:xfrm>
        </p:grpSpPr>
        <p:sp>
          <p:nvSpPr>
            <p:cNvPr id="5" name="Oval 4">
              <a:extLst>
                <a:ext uri="{FF2B5EF4-FFF2-40B4-BE49-F238E27FC236}">
                  <a16:creationId xmlns:a16="http://schemas.microsoft.com/office/drawing/2014/main" id="{C8368897-0FB8-4699-8F48-2EF801927FB0}"/>
                </a:ext>
              </a:extLst>
            </p:cNvPr>
            <p:cNvSpPr/>
            <p:nvPr/>
          </p:nvSpPr>
          <p:spPr>
            <a:xfrm>
              <a:off x="1114877" y="3085840"/>
              <a:ext cx="2318993" cy="229071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solidFill>
                    <a:schemeClr val="bg2"/>
                  </a:solidFill>
                  <a:latin typeface="Segoe Print" panose="02000600000000000000" pitchFamily="2" charset="0"/>
                </a:rPr>
                <a:t>Info</a:t>
              </a:r>
            </a:p>
          </p:txBody>
        </p:sp>
        <p:cxnSp>
          <p:nvCxnSpPr>
            <p:cNvPr id="7" name="Straight Arrow Connector 6">
              <a:extLst>
                <a:ext uri="{FF2B5EF4-FFF2-40B4-BE49-F238E27FC236}">
                  <a16:creationId xmlns:a16="http://schemas.microsoft.com/office/drawing/2014/main" id="{E535276D-7617-4B42-91C4-8D58E3D76C9F}"/>
                </a:ext>
              </a:extLst>
            </p:cNvPr>
            <p:cNvCxnSpPr>
              <a:cxnSpLocks/>
              <a:stCxn id="5" idx="6"/>
            </p:cNvCxnSpPr>
            <p:nvPr/>
          </p:nvCxnSpPr>
          <p:spPr>
            <a:xfrm>
              <a:off x="3433870" y="4231197"/>
              <a:ext cx="181172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35B56CC8-A22F-4C63-90CE-6723389B4C47}"/>
                </a:ext>
              </a:extLst>
            </p:cNvPr>
            <p:cNvSpPr/>
            <p:nvPr/>
          </p:nvSpPr>
          <p:spPr>
            <a:xfrm>
              <a:off x="5231876" y="3085840"/>
              <a:ext cx="2318993" cy="229071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solidFill>
                    <a:schemeClr val="bg2"/>
                  </a:solidFill>
                  <a:latin typeface="Segoe Print" panose="02000600000000000000" pitchFamily="2" charset="0"/>
                </a:rPr>
                <a:t>Info</a:t>
              </a:r>
            </a:p>
          </p:txBody>
        </p:sp>
        <p:cxnSp>
          <p:nvCxnSpPr>
            <p:cNvPr id="10" name="Connector: Elbow 9">
              <a:extLst>
                <a:ext uri="{FF2B5EF4-FFF2-40B4-BE49-F238E27FC236}">
                  <a16:creationId xmlns:a16="http://schemas.microsoft.com/office/drawing/2014/main" id="{004EB50C-DCAA-4FBF-9A2C-442D98048CFC}"/>
                </a:ext>
              </a:extLst>
            </p:cNvPr>
            <p:cNvCxnSpPr>
              <a:cxnSpLocks/>
              <a:stCxn id="8" idx="6"/>
            </p:cNvCxnSpPr>
            <p:nvPr/>
          </p:nvCxnSpPr>
          <p:spPr>
            <a:xfrm>
              <a:off x="7550869" y="4231197"/>
              <a:ext cx="678731" cy="103838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E2E42AD-4003-4682-B449-C1CF4AA59517}"/>
                </a:ext>
              </a:extLst>
            </p:cNvPr>
            <p:cNvCxnSpPr>
              <a:cxnSpLocks/>
            </p:cNvCxnSpPr>
            <p:nvPr/>
          </p:nvCxnSpPr>
          <p:spPr>
            <a:xfrm>
              <a:off x="7984503" y="5269584"/>
              <a:ext cx="47560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5725F4E-6D45-4795-9A1A-D141D187D2C6}"/>
                </a:ext>
              </a:extLst>
            </p:cNvPr>
            <p:cNvCxnSpPr>
              <a:cxnSpLocks/>
            </p:cNvCxnSpPr>
            <p:nvPr/>
          </p:nvCxnSpPr>
          <p:spPr>
            <a:xfrm>
              <a:off x="8039100" y="5312428"/>
              <a:ext cx="3924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60EAA58-A9F7-443A-9D1C-22D486865332}"/>
                </a:ext>
              </a:extLst>
            </p:cNvPr>
            <p:cNvCxnSpPr>
              <a:cxnSpLocks/>
            </p:cNvCxnSpPr>
            <p:nvPr/>
          </p:nvCxnSpPr>
          <p:spPr>
            <a:xfrm>
              <a:off x="8079105" y="5357214"/>
              <a:ext cx="321945"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1632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CF2B7-D78B-488A-B495-63125F404A55}"/>
              </a:ext>
            </a:extLst>
          </p:cNvPr>
          <p:cNvSpPr>
            <a:spLocks noGrp="1"/>
          </p:cNvSpPr>
          <p:nvPr>
            <p:ph type="title"/>
          </p:nvPr>
        </p:nvSpPr>
        <p:spPr/>
        <p:txBody>
          <a:bodyPr/>
          <a:lstStyle/>
          <a:p>
            <a:r>
              <a:rPr lang="en-US" dirty="0"/>
              <a:t>Example: Simple Node Class</a:t>
            </a:r>
          </a:p>
        </p:txBody>
      </p:sp>
      <p:sp>
        <p:nvSpPr>
          <p:cNvPr id="4" name="Slide Number Placeholder 3">
            <a:extLst>
              <a:ext uri="{FF2B5EF4-FFF2-40B4-BE49-F238E27FC236}">
                <a16:creationId xmlns:a16="http://schemas.microsoft.com/office/drawing/2014/main" id="{D8DB577B-7691-49FC-8FF4-0FA9426B40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6" name="Rectangle 5">
            <a:extLst>
              <a:ext uri="{FF2B5EF4-FFF2-40B4-BE49-F238E27FC236}">
                <a16:creationId xmlns:a16="http://schemas.microsoft.com/office/drawing/2014/main" id="{2CD97E26-7E85-4341-B293-10B95FA529E9}"/>
              </a:ext>
            </a:extLst>
          </p:cNvPr>
          <p:cNvSpPr/>
          <p:nvPr/>
        </p:nvSpPr>
        <p:spPr>
          <a:xfrm>
            <a:off x="380010" y="1611983"/>
            <a:ext cx="5106390" cy="452486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defTabSz="228600"/>
            <a:r>
              <a:rPr lang="en-US" sz="1100" dirty="0">
                <a:latin typeface="Courier New" panose="02070309020205020404" pitchFamily="49" charset="0"/>
                <a:cs typeface="Courier New" panose="02070309020205020404" pitchFamily="49" charset="0"/>
              </a:rPr>
              <a:t>public class Node {</a:t>
            </a:r>
          </a:p>
          <a:p>
            <a:pPr defTabSz="228600"/>
            <a:r>
              <a:rPr lang="en-US" sz="1100" dirty="0">
                <a:latin typeface="Courier New" panose="02070309020205020404" pitchFamily="49" charset="0"/>
                <a:cs typeface="Courier New" panose="02070309020205020404" pitchFamily="49" charset="0"/>
              </a:rPr>
              <a:t>	// Data</a:t>
            </a:r>
          </a:p>
          <a:p>
            <a:pPr defTabSz="228600"/>
            <a:r>
              <a:rPr lang="en-US" sz="1100" dirty="0">
                <a:latin typeface="Courier New" panose="02070309020205020404" pitchFamily="49" charset="0"/>
                <a:cs typeface="Courier New" panose="02070309020205020404" pitchFamily="49" charset="0"/>
              </a:rPr>
              <a:t>	private Integer data = 0;</a:t>
            </a:r>
          </a:p>
          <a:p>
            <a:pPr defTabSz="228600"/>
            <a:endParaRPr lang="en-US" sz="1100" dirty="0">
              <a:latin typeface="Courier New" panose="02070309020205020404" pitchFamily="49" charset="0"/>
              <a:cs typeface="Courier New" panose="02070309020205020404" pitchFamily="49" charset="0"/>
            </a:endParaRPr>
          </a:p>
          <a:p>
            <a:pPr defTabSz="228600"/>
            <a:r>
              <a:rPr lang="en-US" sz="1100" dirty="0">
                <a:latin typeface="Courier New" panose="02070309020205020404" pitchFamily="49" charset="0"/>
                <a:cs typeface="Courier New" panose="02070309020205020404" pitchFamily="49" charset="0"/>
              </a:rPr>
              <a:t>	// Reference to next node</a:t>
            </a:r>
          </a:p>
          <a:p>
            <a:pPr defTabSz="228600"/>
            <a:r>
              <a:rPr lang="en-US" sz="1100" dirty="0">
                <a:latin typeface="Courier New" panose="02070309020205020404" pitchFamily="49" charset="0"/>
                <a:cs typeface="Courier New" panose="02070309020205020404" pitchFamily="49" charset="0"/>
              </a:rPr>
              <a:t>	private Node next = null;</a:t>
            </a:r>
          </a:p>
          <a:p>
            <a:pPr defTabSz="228600"/>
            <a:endParaRPr lang="en-US" sz="1100" dirty="0">
              <a:latin typeface="Courier New" panose="02070309020205020404" pitchFamily="49" charset="0"/>
              <a:cs typeface="Courier New" panose="02070309020205020404" pitchFamily="49" charset="0"/>
            </a:endParaRPr>
          </a:p>
          <a:p>
            <a:pPr defTabSz="228600"/>
            <a:r>
              <a:rPr lang="en-US" sz="1100" dirty="0">
                <a:latin typeface="Courier New" panose="02070309020205020404" pitchFamily="49" charset="0"/>
                <a:cs typeface="Courier New" panose="02070309020205020404" pitchFamily="49" charset="0"/>
              </a:rPr>
              <a:t>	// Constructors</a:t>
            </a:r>
          </a:p>
          <a:p>
            <a:pPr defTabSz="228600"/>
            <a:r>
              <a:rPr lang="en-US" sz="1100" dirty="0">
                <a:latin typeface="Courier New" panose="02070309020205020404" pitchFamily="49" charset="0"/>
                <a:cs typeface="Courier New" panose="02070309020205020404" pitchFamily="49" charset="0"/>
              </a:rPr>
              <a:t>	public Node(Integer data) {</a:t>
            </a:r>
          </a:p>
          <a:p>
            <a:pPr defTabSz="228600"/>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this.data</a:t>
            </a:r>
            <a:r>
              <a:rPr lang="en-US" sz="1100" dirty="0">
                <a:latin typeface="Courier New" panose="02070309020205020404" pitchFamily="49" charset="0"/>
                <a:cs typeface="Courier New" panose="02070309020205020404" pitchFamily="49" charset="0"/>
              </a:rPr>
              <a:t> = data;</a:t>
            </a:r>
          </a:p>
          <a:p>
            <a:pPr defTabSz="228600"/>
            <a:r>
              <a:rPr lang="en-US" sz="1100" dirty="0">
                <a:latin typeface="Courier New" panose="02070309020205020404" pitchFamily="49" charset="0"/>
                <a:cs typeface="Courier New" panose="02070309020205020404" pitchFamily="49" charset="0"/>
              </a:rPr>
              <a:t>	}</a:t>
            </a:r>
          </a:p>
          <a:p>
            <a:pPr defTabSz="228600"/>
            <a:endParaRPr lang="en-US" sz="1100" dirty="0">
              <a:latin typeface="Courier New" panose="02070309020205020404" pitchFamily="49" charset="0"/>
              <a:cs typeface="Courier New" panose="02070309020205020404" pitchFamily="49" charset="0"/>
            </a:endParaRPr>
          </a:p>
          <a:p>
            <a:pPr defTabSz="228600"/>
            <a:r>
              <a:rPr lang="en-US" sz="1100" dirty="0">
                <a:latin typeface="Courier New" panose="02070309020205020404" pitchFamily="49" charset="0"/>
                <a:cs typeface="Courier New" panose="02070309020205020404" pitchFamily="49" charset="0"/>
              </a:rPr>
              <a:t>	public Integer </a:t>
            </a:r>
            <a:r>
              <a:rPr lang="en-US" sz="1100" dirty="0" err="1">
                <a:latin typeface="Courier New" panose="02070309020205020404" pitchFamily="49" charset="0"/>
                <a:cs typeface="Courier New" panose="02070309020205020404" pitchFamily="49" charset="0"/>
              </a:rPr>
              <a:t>getData</a:t>
            </a:r>
            <a:r>
              <a:rPr lang="en-US" sz="1100" dirty="0">
                <a:latin typeface="Courier New" panose="02070309020205020404" pitchFamily="49" charset="0"/>
                <a:cs typeface="Courier New" panose="02070309020205020404" pitchFamily="49" charset="0"/>
              </a:rPr>
              <a:t>() {	return data; }</a:t>
            </a:r>
          </a:p>
          <a:p>
            <a:pPr defTabSz="228600"/>
            <a:endParaRPr lang="en-US" sz="1100" dirty="0">
              <a:latin typeface="Courier New" panose="02070309020205020404" pitchFamily="49" charset="0"/>
              <a:cs typeface="Courier New" panose="02070309020205020404" pitchFamily="49" charset="0"/>
            </a:endParaRPr>
          </a:p>
          <a:p>
            <a:pPr defTabSz="228600"/>
            <a:r>
              <a:rPr lang="nn-NO" sz="1100" dirty="0">
                <a:latin typeface="Courier New" panose="02070309020205020404" pitchFamily="49" charset="0"/>
                <a:cs typeface="Courier New" panose="02070309020205020404" pitchFamily="49" charset="0"/>
              </a:rPr>
              <a:t>	public void setData(Integer data) { </a:t>
            </a:r>
            <a:r>
              <a:rPr lang="en-US" sz="1100" dirty="0" err="1">
                <a:latin typeface="Courier New" panose="02070309020205020404" pitchFamily="49" charset="0"/>
                <a:cs typeface="Courier New" panose="02070309020205020404" pitchFamily="49" charset="0"/>
              </a:rPr>
              <a:t>this.data</a:t>
            </a:r>
            <a:r>
              <a:rPr lang="en-US" sz="1100" dirty="0">
                <a:latin typeface="Courier New" panose="02070309020205020404" pitchFamily="49" charset="0"/>
                <a:cs typeface="Courier New" panose="02070309020205020404" pitchFamily="49" charset="0"/>
              </a:rPr>
              <a:t> = data; }</a:t>
            </a:r>
          </a:p>
          <a:p>
            <a:pPr defTabSz="228600"/>
            <a:endParaRPr lang="en-US" sz="1100" dirty="0">
              <a:latin typeface="Courier New" panose="02070309020205020404" pitchFamily="49" charset="0"/>
              <a:cs typeface="Courier New" panose="02070309020205020404" pitchFamily="49" charset="0"/>
            </a:endParaRPr>
          </a:p>
          <a:p>
            <a:pPr defTabSz="228600"/>
            <a:r>
              <a:rPr lang="en-US" sz="1100" dirty="0">
                <a:latin typeface="Courier New" panose="02070309020205020404" pitchFamily="49" charset="0"/>
                <a:cs typeface="Courier New" panose="02070309020205020404" pitchFamily="49" charset="0"/>
              </a:rPr>
              <a:t>	public Node </a:t>
            </a:r>
            <a:r>
              <a:rPr lang="en-US" sz="1100" dirty="0" err="1">
                <a:latin typeface="Courier New" panose="02070309020205020404" pitchFamily="49" charset="0"/>
                <a:cs typeface="Courier New" panose="02070309020205020404" pitchFamily="49" charset="0"/>
              </a:rPr>
              <a:t>getNext</a:t>
            </a:r>
            <a:r>
              <a:rPr lang="en-US" sz="1100" dirty="0">
                <a:latin typeface="Courier New" panose="02070309020205020404" pitchFamily="49" charset="0"/>
                <a:cs typeface="Courier New" panose="02070309020205020404" pitchFamily="49" charset="0"/>
              </a:rPr>
              <a:t>() {	return next; }</a:t>
            </a:r>
          </a:p>
          <a:p>
            <a:pPr defTabSz="228600"/>
            <a:endParaRPr lang="en-US" sz="1100" dirty="0">
              <a:latin typeface="Courier New" panose="02070309020205020404" pitchFamily="49" charset="0"/>
              <a:cs typeface="Courier New" panose="02070309020205020404" pitchFamily="49" charset="0"/>
            </a:endParaRPr>
          </a:p>
          <a:p>
            <a:pPr defTabSz="228600"/>
            <a:r>
              <a:rPr lang="en-US" sz="1100" dirty="0">
                <a:latin typeface="Courier New" panose="02070309020205020404" pitchFamily="49" charset="0"/>
                <a:cs typeface="Courier New" panose="02070309020205020404" pitchFamily="49" charset="0"/>
              </a:rPr>
              <a:t>	public void </a:t>
            </a:r>
            <a:r>
              <a:rPr lang="en-US" sz="1100" dirty="0" err="1">
                <a:latin typeface="Courier New" panose="02070309020205020404" pitchFamily="49" charset="0"/>
                <a:cs typeface="Courier New" panose="02070309020205020404" pitchFamily="49" charset="0"/>
              </a:rPr>
              <a:t>setNext</a:t>
            </a:r>
            <a:r>
              <a:rPr lang="en-US" sz="1100" dirty="0">
                <a:latin typeface="Courier New" panose="02070309020205020404" pitchFamily="49" charset="0"/>
                <a:cs typeface="Courier New" panose="02070309020205020404" pitchFamily="49" charset="0"/>
              </a:rPr>
              <a:t>(Node next) { </a:t>
            </a:r>
            <a:r>
              <a:rPr lang="en-US" sz="1100" dirty="0" err="1">
                <a:latin typeface="Courier New" panose="02070309020205020404" pitchFamily="49" charset="0"/>
                <a:cs typeface="Courier New" panose="02070309020205020404" pitchFamily="49" charset="0"/>
              </a:rPr>
              <a:t>this.next</a:t>
            </a:r>
            <a:r>
              <a:rPr lang="en-US" sz="1100" dirty="0">
                <a:latin typeface="Courier New" panose="02070309020205020404" pitchFamily="49" charset="0"/>
                <a:cs typeface="Courier New" panose="02070309020205020404" pitchFamily="49" charset="0"/>
              </a:rPr>
              <a:t> = next; }</a:t>
            </a:r>
          </a:p>
          <a:p>
            <a:pPr defTabSz="228600"/>
            <a:endParaRPr lang="en-US" sz="1100" dirty="0">
              <a:latin typeface="Courier New" panose="02070309020205020404" pitchFamily="49" charset="0"/>
              <a:cs typeface="Courier New" panose="02070309020205020404" pitchFamily="49" charset="0"/>
            </a:endParaRPr>
          </a:p>
          <a:p>
            <a:pPr defTabSz="228600"/>
            <a:r>
              <a:rPr lang="en-US" sz="1100" dirty="0">
                <a:latin typeface="Courier New" panose="02070309020205020404" pitchFamily="49" charset="0"/>
                <a:cs typeface="Courier New" panose="02070309020205020404" pitchFamily="49" charset="0"/>
              </a:rPr>
              <a:t>	@Override</a:t>
            </a:r>
          </a:p>
          <a:p>
            <a:pPr defTabSz="228600"/>
            <a:r>
              <a:rPr lang="en-US" sz="1100" dirty="0">
                <a:latin typeface="Courier New" panose="02070309020205020404" pitchFamily="49" charset="0"/>
                <a:cs typeface="Courier New" panose="02070309020205020404" pitchFamily="49" charset="0"/>
              </a:rPr>
              <a:t>	public String </a:t>
            </a:r>
            <a:r>
              <a:rPr lang="en-US" sz="1100" dirty="0" err="1">
                <a:latin typeface="Courier New" panose="02070309020205020404" pitchFamily="49" charset="0"/>
                <a:cs typeface="Courier New" panose="02070309020205020404" pitchFamily="49" charset="0"/>
              </a:rPr>
              <a:t>toString</a:t>
            </a:r>
            <a:r>
              <a:rPr lang="en-US" sz="1100" dirty="0">
                <a:latin typeface="Courier New" panose="02070309020205020404" pitchFamily="49" charset="0"/>
                <a:cs typeface="Courier New" panose="02070309020205020404" pitchFamily="49" charset="0"/>
              </a:rPr>
              <a:t>() {</a:t>
            </a:r>
          </a:p>
          <a:p>
            <a:pPr defTabSz="228600"/>
            <a:r>
              <a:rPr lang="en-US" sz="1100" dirty="0">
                <a:latin typeface="Courier New" panose="02070309020205020404" pitchFamily="49" charset="0"/>
                <a:cs typeface="Courier New" panose="02070309020205020404" pitchFamily="49" charset="0"/>
              </a:rPr>
              <a:t>		return "Node: data ="+</a:t>
            </a:r>
            <a:r>
              <a:rPr lang="en-US" sz="1100" dirty="0" err="1">
                <a:latin typeface="Courier New" panose="02070309020205020404" pitchFamily="49" charset="0"/>
                <a:cs typeface="Courier New" panose="02070309020205020404" pitchFamily="49" charset="0"/>
              </a:rPr>
              <a:t>this.data</a:t>
            </a:r>
            <a:r>
              <a:rPr lang="en-US" sz="1100" dirty="0">
                <a:latin typeface="Courier New" panose="02070309020205020404" pitchFamily="49" charset="0"/>
                <a:cs typeface="Courier New" panose="02070309020205020404" pitchFamily="49" charset="0"/>
              </a:rPr>
              <a:t>; </a:t>
            </a:r>
          </a:p>
          <a:p>
            <a:pPr defTabSz="228600"/>
            <a:r>
              <a:rPr lang="en-US" sz="1100" dirty="0">
                <a:latin typeface="Courier New" panose="02070309020205020404" pitchFamily="49" charset="0"/>
                <a:cs typeface="Courier New" panose="02070309020205020404" pitchFamily="49" charset="0"/>
              </a:rPr>
              <a:t>	}</a:t>
            </a:r>
          </a:p>
          <a:p>
            <a:pPr defTabSz="228600"/>
            <a:endParaRPr lang="en-US" sz="1100" dirty="0">
              <a:latin typeface="Courier New" panose="02070309020205020404" pitchFamily="49" charset="0"/>
              <a:cs typeface="Courier New" panose="02070309020205020404" pitchFamily="49" charset="0"/>
            </a:endParaRPr>
          </a:p>
          <a:p>
            <a:pPr defTabSz="228600"/>
            <a:r>
              <a:rPr lang="en-US" sz="1100" dirty="0">
                <a:latin typeface="Courier New" panose="02070309020205020404" pitchFamily="49" charset="0"/>
                <a:cs typeface="Courier New" panose="02070309020205020404" pitchFamily="49" charset="0"/>
              </a:rPr>
              <a:t>}</a:t>
            </a:r>
          </a:p>
        </p:txBody>
      </p:sp>
      <p:sp>
        <p:nvSpPr>
          <p:cNvPr id="7" name="Text Placeholder 2">
            <a:extLst>
              <a:ext uri="{FF2B5EF4-FFF2-40B4-BE49-F238E27FC236}">
                <a16:creationId xmlns:a16="http://schemas.microsoft.com/office/drawing/2014/main" id="{57DF4F50-33EC-4442-A668-55B6BD834B60}"/>
              </a:ext>
            </a:extLst>
          </p:cNvPr>
          <p:cNvSpPr>
            <a:spLocks noGrp="1"/>
          </p:cNvSpPr>
          <p:nvPr>
            <p:ph type="body" idx="1"/>
          </p:nvPr>
        </p:nvSpPr>
        <p:spPr>
          <a:xfrm>
            <a:off x="5571240" y="1481446"/>
            <a:ext cx="3192749" cy="4525963"/>
          </a:xfrm>
        </p:spPr>
        <p:txBody>
          <a:bodyPr/>
          <a:lstStyle/>
          <a:p>
            <a:r>
              <a:rPr lang="en-US" dirty="0"/>
              <a:t>We could structure this Node differently if we wanted to support a different data structure. </a:t>
            </a:r>
          </a:p>
        </p:txBody>
      </p:sp>
    </p:spTree>
    <p:extLst>
      <p:ext uri="{BB962C8B-B14F-4D97-AF65-F5344CB8AC3E}">
        <p14:creationId xmlns:p14="http://schemas.microsoft.com/office/powerpoint/2010/main" val="600939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0F8D6-76C9-4A33-8D1C-4C39752E88B3}"/>
              </a:ext>
            </a:extLst>
          </p:cNvPr>
          <p:cNvSpPr>
            <a:spLocks noGrp="1"/>
          </p:cNvSpPr>
          <p:nvPr>
            <p:ph type="title"/>
          </p:nvPr>
        </p:nvSpPr>
        <p:spPr/>
        <p:txBody>
          <a:bodyPr/>
          <a:lstStyle/>
          <a:p>
            <a:r>
              <a:rPr lang="en-US" dirty="0"/>
              <a:t>Example: Simple Node Stack </a:t>
            </a:r>
          </a:p>
        </p:txBody>
      </p:sp>
      <p:sp>
        <p:nvSpPr>
          <p:cNvPr id="5" name="Text Placeholder 4">
            <a:extLst>
              <a:ext uri="{FF2B5EF4-FFF2-40B4-BE49-F238E27FC236}">
                <a16:creationId xmlns:a16="http://schemas.microsoft.com/office/drawing/2014/main" id="{D0D63597-357F-4D0E-A09A-EF422B122511}"/>
              </a:ext>
            </a:extLst>
          </p:cNvPr>
          <p:cNvSpPr>
            <a:spLocks noGrp="1"/>
          </p:cNvSpPr>
          <p:nvPr>
            <p:ph type="body" idx="1"/>
          </p:nvPr>
        </p:nvSpPr>
        <p:spPr>
          <a:xfrm>
            <a:off x="4572000" y="1633020"/>
            <a:ext cx="4412428" cy="4716622"/>
          </a:xfrm>
        </p:spPr>
        <p:style>
          <a:lnRef idx="1">
            <a:schemeClr val="accent2"/>
          </a:lnRef>
          <a:fillRef idx="2">
            <a:schemeClr val="accent2"/>
          </a:fillRef>
          <a:effectRef idx="1">
            <a:schemeClr val="accent2"/>
          </a:effectRef>
          <a:fontRef idx="minor">
            <a:schemeClr val="dk1"/>
          </a:fontRef>
        </p:style>
        <p:txBody>
          <a:bodyPr/>
          <a:lstStyle/>
          <a:p>
            <a:pPr marL="0" indent="0" defTabSz="228600">
              <a:spcBef>
                <a:spcPts val="0"/>
              </a:spcBef>
              <a:buNone/>
            </a:pPr>
            <a:r>
              <a:rPr lang="en-US" sz="1100" dirty="0">
                <a:latin typeface="Courier New" panose="02070309020205020404" pitchFamily="49" charset="0"/>
                <a:cs typeface="Courier New" panose="02070309020205020404" pitchFamily="49" charset="0"/>
              </a:rPr>
              <a:t>public class </a:t>
            </a:r>
            <a:r>
              <a:rPr lang="en-US" sz="1100" dirty="0" err="1">
                <a:latin typeface="Courier New" panose="02070309020205020404" pitchFamily="49" charset="0"/>
                <a:cs typeface="Courier New" panose="02070309020205020404" pitchFamily="49" charset="0"/>
              </a:rPr>
              <a:t>ArrayStack</a:t>
            </a:r>
            <a:r>
              <a:rPr lang="en-US" sz="1100" dirty="0">
                <a:latin typeface="Courier New" panose="02070309020205020404" pitchFamily="49" charset="0"/>
                <a:cs typeface="Courier New" panose="02070309020205020404" pitchFamily="49" charset="0"/>
              </a:rPr>
              <a:t> {</a:t>
            </a:r>
          </a:p>
          <a:p>
            <a:pPr marL="0" indent="0" defTabSz="228600">
              <a:spcBef>
                <a:spcPts val="0"/>
              </a:spcBef>
              <a:buNone/>
            </a:pPr>
            <a:r>
              <a:rPr lang="en-US" sz="1100" dirty="0">
                <a:latin typeface="Courier New" panose="02070309020205020404" pitchFamily="49" charset="0"/>
                <a:cs typeface="Courier New" panose="02070309020205020404" pitchFamily="49" charset="0"/>
              </a:rPr>
              <a:t>	int[] stack = new int[5]; </a:t>
            </a:r>
          </a:p>
          <a:p>
            <a:pPr marL="0" indent="0" defTabSz="228600">
              <a:spcBef>
                <a:spcPts val="0"/>
              </a:spcBef>
              <a:buNone/>
            </a:pPr>
            <a:r>
              <a:rPr lang="en-US" sz="1100" dirty="0">
                <a:latin typeface="Courier New" panose="02070309020205020404" pitchFamily="49" charset="0"/>
                <a:cs typeface="Courier New" panose="02070309020205020404" pitchFamily="49" charset="0"/>
              </a:rPr>
              <a:t>	int </a:t>
            </a:r>
            <a:r>
              <a:rPr lang="en-US" sz="1100" dirty="0" err="1">
                <a:latin typeface="Courier New" panose="02070309020205020404" pitchFamily="49" charset="0"/>
                <a:cs typeface="Courier New" panose="02070309020205020404" pitchFamily="49" charset="0"/>
              </a:rPr>
              <a:t>lastElementIndex</a:t>
            </a:r>
            <a:r>
              <a:rPr lang="en-US" sz="1100" dirty="0">
                <a:latin typeface="Courier New" panose="02070309020205020404" pitchFamily="49" charset="0"/>
                <a:cs typeface="Courier New" panose="02070309020205020404" pitchFamily="49" charset="0"/>
              </a:rPr>
              <a:t> = 0; </a:t>
            </a:r>
          </a:p>
          <a:p>
            <a:pPr marL="0" indent="0" defTabSz="228600">
              <a:spcBef>
                <a:spcPts val="0"/>
              </a:spcBef>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None/>
            </a:pPr>
            <a:r>
              <a:rPr lang="en-US" sz="1100" dirty="0">
                <a:latin typeface="Courier New" panose="02070309020205020404" pitchFamily="49" charset="0"/>
                <a:cs typeface="Courier New" panose="02070309020205020404" pitchFamily="49" charset="0"/>
              </a:rPr>
              <a:t>	public void push(int element) {</a:t>
            </a:r>
          </a:p>
          <a:p>
            <a:pPr marL="0" indent="0" defTabSz="228600">
              <a:spcBef>
                <a:spcPts val="0"/>
              </a:spcBef>
              <a:buNone/>
            </a:pPr>
            <a:r>
              <a:rPr lang="en-US" sz="1100" dirty="0">
                <a:latin typeface="Courier New" panose="02070309020205020404" pitchFamily="49" charset="0"/>
                <a:cs typeface="Courier New" panose="02070309020205020404" pitchFamily="49" charset="0"/>
              </a:rPr>
              <a:t>		if(</a:t>
            </a:r>
            <a:r>
              <a:rPr lang="en-US" sz="1100" dirty="0" err="1">
                <a:latin typeface="Courier New" panose="02070309020205020404" pitchFamily="49" charset="0"/>
                <a:cs typeface="Courier New" panose="02070309020205020404" pitchFamily="49" charset="0"/>
              </a:rPr>
              <a:t>lastElementIndex</a:t>
            </a:r>
            <a:r>
              <a:rPr lang="en-US" sz="1100" dirty="0">
                <a:latin typeface="Courier New" panose="02070309020205020404" pitchFamily="49" charset="0"/>
                <a:cs typeface="Courier New" panose="02070309020205020404" pitchFamily="49" charset="0"/>
              </a:rPr>
              <a:t> &gt;= </a:t>
            </a:r>
            <a:r>
              <a:rPr lang="en-US" sz="1100" dirty="0" err="1">
                <a:latin typeface="Courier New" panose="02070309020205020404" pitchFamily="49" charset="0"/>
                <a:cs typeface="Courier New" panose="02070309020205020404" pitchFamily="49" charset="0"/>
              </a:rPr>
              <a:t>stack.length</a:t>
            </a:r>
            <a:r>
              <a:rPr lang="en-US" sz="1100" dirty="0">
                <a:latin typeface="Courier New" panose="02070309020205020404" pitchFamily="49" charset="0"/>
                <a:cs typeface="Courier New" panose="02070309020205020404" pitchFamily="49" charset="0"/>
              </a:rPr>
              <a:t>) {</a:t>
            </a:r>
          </a:p>
          <a:p>
            <a:pPr marL="0" indent="0" defTabSz="228600">
              <a:spcBef>
                <a:spcPts val="0"/>
              </a:spcBef>
              <a:buNone/>
            </a:pPr>
            <a:r>
              <a:rPr lang="en-US" sz="1100" dirty="0">
                <a:latin typeface="Courier New" panose="02070309020205020404" pitchFamily="49" charset="0"/>
                <a:cs typeface="Courier New" panose="02070309020205020404" pitchFamily="49" charset="0"/>
              </a:rPr>
              <a:t>			int[] </a:t>
            </a:r>
            <a:r>
              <a:rPr lang="en-US" sz="1100" dirty="0" err="1">
                <a:latin typeface="Courier New" panose="02070309020205020404" pitchFamily="49" charset="0"/>
                <a:cs typeface="Courier New" panose="02070309020205020404" pitchFamily="49" charset="0"/>
              </a:rPr>
              <a:t>newStack</a:t>
            </a:r>
            <a:r>
              <a:rPr lang="en-US" sz="1100" dirty="0">
                <a:latin typeface="Courier New" panose="02070309020205020404" pitchFamily="49" charset="0"/>
                <a:cs typeface="Courier New" panose="02070309020205020404" pitchFamily="49" charset="0"/>
              </a:rPr>
              <a:t> = new int[</a:t>
            </a:r>
            <a:r>
              <a:rPr lang="en-US" sz="1100" dirty="0" err="1">
                <a:latin typeface="Courier New" panose="02070309020205020404" pitchFamily="49" charset="0"/>
                <a:cs typeface="Courier New" panose="02070309020205020404" pitchFamily="49" charset="0"/>
              </a:rPr>
              <a:t>stack.length</a:t>
            </a:r>
            <a:r>
              <a:rPr lang="en-US" sz="1100" dirty="0">
                <a:latin typeface="Courier New" panose="02070309020205020404" pitchFamily="49" charset="0"/>
                <a:cs typeface="Courier New" panose="02070309020205020404" pitchFamily="49" charset="0"/>
              </a:rPr>
              <a:t>*2]; </a:t>
            </a:r>
          </a:p>
          <a:p>
            <a:pPr marL="0" indent="0" defTabSz="228600">
              <a:spcBef>
                <a:spcPts val="0"/>
              </a:spcBef>
              <a:buNone/>
            </a:pPr>
            <a:r>
              <a:rPr lang="en-US" sz="1100" dirty="0">
                <a:latin typeface="Courier New" panose="02070309020205020404" pitchFamily="49" charset="0"/>
                <a:cs typeface="Courier New" panose="02070309020205020404" pitchFamily="49" charset="0"/>
              </a:rPr>
              <a:t>			for(int j = 0; j&lt;</a:t>
            </a:r>
            <a:r>
              <a:rPr lang="en-US" sz="1100" dirty="0" err="1">
                <a:latin typeface="Courier New" panose="02070309020205020404" pitchFamily="49" charset="0"/>
                <a:cs typeface="Courier New" panose="02070309020205020404" pitchFamily="49" charset="0"/>
              </a:rPr>
              <a:t>stack.length</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j++</a:t>
            </a:r>
            <a:r>
              <a:rPr lang="en-US" sz="1100" dirty="0">
                <a:latin typeface="Courier New" panose="02070309020205020404" pitchFamily="49" charset="0"/>
                <a:cs typeface="Courier New" panose="02070309020205020404" pitchFamily="49" charset="0"/>
              </a:rPr>
              <a:t>) {</a:t>
            </a:r>
          </a:p>
          <a:p>
            <a:pPr marL="0" indent="0" defTabSz="228600">
              <a:spcBef>
                <a:spcPts val="0"/>
              </a:spcBef>
              <a:buNone/>
            </a:pP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newStack</a:t>
            </a:r>
            <a:r>
              <a:rPr lang="en-US" sz="1100" dirty="0">
                <a:latin typeface="Courier New" panose="02070309020205020404" pitchFamily="49" charset="0"/>
                <a:cs typeface="Courier New" panose="02070309020205020404" pitchFamily="49" charset="0"/>
              </a:rPr>
              <a:t>[j] = stack[j];</a:t>
            </a:r>
          </a:p>
          <a:p>
            <a:pPr marL="0" indent="0" defTabSz="228600">
              <a:spcBef>
                <a:spcPts val="0"/>
              </a:spcBef>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None/>
            </a:pPr>
            <a:r>
              <a:rPr lang="en-US" sz="1100" dirty="0">
                <a:latin typeface="Courier New" panose="02070309020205020404" pitchFamily="49" charset="0"/>
                <a:cs typeface="Courier New" panose="02070309020205020404" pitchFamily="49" charset="0"/>
              </a:rPr>
              <a:t>			stack = </a:t>
            </a:r>
            <a:r>
              <a:rPr lang="en-US" sz="1100" dirty="0" err="1">
                <a:latin typeface="Courier New" panose="02070309020205020404" pitchFamily="49" charset="0"/>
                <a:cs typeface="Courier New" panose="02070309020205020404" pitchFamily="49" charset="0"/>
              </a:rPr>
              <a:t>newStack</a:t>
            </a:r>
            <a:r>
              <a:rPr lang="en-US" sz="1100" dirty="0">
                <a:latin typeface="Courier New" panose="02070309020205020404" pitchFamily="49" charset="0"/>
                <a:cs typeface="Courier New" panose="02070309020205020404" pitchFamily="49" charset="0"/>
              </a:rPr>
              <a:t>; </a:t>
            </a:r>
          </a:p>
          <a:p>
            <a:pPr marL="0" indent="0" defTabSz="228600">
              <a:spcBef>
                <a:spcPts val="0"/>
              </a:spcBef>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None/>
            </a:pPr>
            <a:r>
              <a:rPr lang="en-US" sz="1100" dirty="0">
                <a:latin typeface="Courier New" panose="02070309020205020404" pitchFamily="49" charset="0"/>
                <a:cs typeface="Courier New" panose="02070309020205020404" pitchFamily="49" charset="0"/>
              </a:rPr>
              <a:t>		stack[</a:t>
            </a:r>
            <a:r>
              <a:rPr lang="en-US" sz="1100" dirty="0" err="1">
                <a:latin typeface="Courier New" panose="02070309020205020404" pitchFamily="49" charset="0"/>
                <a:cs typeface="Courier New" panose="02070309020205020404" pitchFamily="49" charset="0"/>
              </a:rPr>
              <a:t>lastElementIndex</a:t>
            </a:r>
            <a:r>
              <a:rPr lang="en-US" sz="1100" dirty="0">
                <a:latin typeface="Courier New" panose="02070309020205020404" pitchFamily="49" charset="0"/>
                <a:cs typeface="Courier New" panose="02070309020205020404" pitchFamily="49" charset="0"/>
              </a:rPr>
              <a:t>] = element;</a:t>
            </a:r>
          </a:p>
          <a:p>
            <a:pPr marL="0" indent="0" defTabSz="228600">
              <a:spcBef>
                <a:spcPts val="0"/>
              </a:spcBef>
              <a:buNone/>
            </a:pP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lastElementIndex</a:t>
            </a:r>
            <a:r>
              <a:rPr lang="en-US" sz="1100" dirty="0">
                <a:latin typeface="Courier New" panose="02070309020205020404" pitchFamily="49" charset="0"/>
                <a:cs typeface="Courier New" panose="02070309020205020404" pitchFamily="49" charset="0"/>
              </a:rPr>
              <a:t>++;</a:t>
            </a:r>
          </a:p>
          <a:p>
            <a:pPr marL="0" indent="0" defTabSz="228600">
              <a:spcBef>
                <a:spcPts val="0"/>
              </a:spcBef>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None/>
            </a:pPr>
            <a:r>
              <a:rPr lang="en-US" sz="1100" dirty="0">
                <a:latin typeface="Courier New" panose="02070309020205020404" pitchFamily="49" charset="0"/>
                <a:cs typeface="Courier New" panose="02070309020205020404" pitchFamily="49" charset="0"/>
              </a:rPr>
              <a:t>	public Integer pop() {</a:t>
            </a:r>
          </a:p>
          <a:p>
            <a:pPr marL="0" indent="0" defTabSz="228600">
              <a:spcBef>
                <a:spcPts val="0"/>
              </a:spcBef>
              <a:buNone/>
            </a:pPr>
            <a:r>
              <a:rPr lang="en-US" sz="1100" dirty="0">
                <a:latin typeface="Courier New" panose="02070309020205020404" pitchFamily="49" charset="0"/>
                <a:cs typeface="Courier New" panose="02070309020205020404" pitchFamily="49" charset="0"/>
              </a:rPr>
              <a:t>		if (</a:t>
            </a:r>
            <a:r>
              <a:rPr lang="en-US" sz="1100" dirty="0" err="1">
                <a:latin typeface="Courier New" panose="02070309020205020404" pitchFamily="49" charset="0"/>
                <a:cs typeface="Courier New" panose="02070309020205020404" pitchFamily="49" charset="0"/>
              </a:rPr>
              <a:t>lastElementIndex</a:t>
            </a:r>
            <a:r>
              <a:rPr lang="en-US" sz="1100" dirty="0">
                <a:latin typeface="Courier New" panose="02070309020205020404" pitchFamily="49" charset="0"/>
                <a:cs typeface="Courier New" panose="02070309020205020404" pitchFamily="49" charset="0"/>
              </a:rPr>
              <a:t>&gt; 0)</a:t>
            </a:r>
          </a:p>
          <a:p>
            <a:pPr marL="0" indent="0" defTabSz="228600">
              <a:spcBef>
                <a:spcPts val="0"/>
              </a:spcBef>
              <a:buNone/>
            </a:pPr>
            <a:r>
              <a:rPr lang="en-US" sz="1100" dirty="0">
                <a:latin typeface="Courier New" panose="02070309020205020404" pitchFamily="49" charset="0"/>
                <a:cs typeface="Courier New" panose="02070309020205020404" pitchFamily="49" charset="0"/>
              </a:rPr>
              <a:t>			return stack[--</a:t>
            </a:r>
            <a:r>
              <a:rPr lang="en-US" sz="1100" dirty="0" err="1">
                <a:latin typeface="Courier New" panose="02070309020205020404" pitchFamily="49" charset="0"/>
                <a:cs typeface="Courier New" panose="02070309020205020404" pitchFamily="49" charset="0"/>
              </a:rPr>
              <a:t>lastElementIndex</a:t>
            </a:r>
            <a:r>
              <a:rPr lang="en-US" sz="1100" dirty="0">
                <a:latin typeface="Courier New" panose="02070309020205020404" pitchFamily="49" charset="0"/>
                <a:cs typeface="Courier New" panose="02070309020205020404" pitchFamily="49" charset="0"/>
              </a:rPr>
              <a:t>]; 		</a:t>
            </a:r>
          </a:p>
          <a:p>
            <a:pPr marL="0" indent="0" defTabSz="228600">
              <a:spcBef>
                <a:spcPts val="0"/>
              </a:spcBef>
              <a:buNone/>
            </a:pPr>
            <a:r>
              <a:rPr lang="en-US" sz="1100" dirty="0">
                <a:latin typeface="Courier New" panose="02070309020205020404" pitchFamily="49" charset="0"/>
                <a:cs typeface="Courier New" panose="02070309020205020404" pitchFamily="49" charset="0"/>
              </a:rPr>
              <a:t>		else </a:t>
            </a:r>
          </a:p>
          <a:p>
            <a:pPr marL="0" indent="0" defTabSz="228600">
              <a:spcBef>
                <a:spcPts val="0"/>
              </a:spcBef>
              <a:buNone/>
            </a:pPr>
            <a:r>
              <a:rPr lang="en-US" sz="1100" dirty="0">
                <a:latin typeface="Courier New" panose="02070309020205020404" pitchFamily="49" charset="0"/>
                <a:cs typeface="Courier New" panose="02070309020205020404" pitchFamily="49" charset="0"/>
              </a:rPr>
              <a:t>			return null;</a:t>
            </a:r>
          </a:p>
          <a:p>
            <a:pPr marL="0" indent="0" defTabSz="228600">
              <a:spcBef>
                <a:spcPts val="0"/>
              </a:spcBef>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None/>
            </a:pPr>
            <a:r>
              <a:rPr lang="en-US" sz="1100" dirty="0">
                <a:latin typeface="Courier New" panose="02070309020205020404" pitchFamily="49" charset="0"/>
                <a:cs typeface="Courier New" panose="02070309020205020404" pitchFamily="49" charset="0"/>
              </a:rPr>
              <a:t>	public int peek() {</a:t>
            </a:r>
          </a:p>
          <a:p>
            <a:pPr marL="0" indent="0" defTabSz="228600">
              <a:spcBef>
                <a:spcPts val="0"/>
              </a:spcBef>
              <a:buNone/>
            </a:pPr>
            <a:r>
              <a:rPr lang="en-US" sz="1100" dirty="0">
                <a:latin typeface="Courier New" panose="02070309020205020404" pitchFamily="49" charset="0"/>
                <a:cs typeface="Courier New" panose="02070309020205020404" pitchFamily="49" charset="0"/>
              </a:rPr>
              <a:t>		return stack[lastElementIndex-1]; </a:t>
            </a:r>
          </a:p>
          <a:p>
            <a:pPr marL="0" indent="0" defTabSz="228600">
              <a:spcBef>
                <a:spcPts val="0"/>
              </a:spcBef>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None/>
            </a:pPr>
            <a:r>
              <a:rPr lang="en-US" sz="1100" dirty="0">
                <a:latin typeface="Courier New" panose="02070309020205020404" pitchFamily="49" charset="0"/>
                <a:cs typeface="Courier New" panose="02070309020205020404" pitchFamily="49" charset="0"/>
              </a:rPr>
              <a:t>}</a:t>
            </a:r>
          </a:p>
        </p:txBody>
      </p:sp>
      <p:sp>
        <p:nvSpPr>
          <p:cNvPr id="4" name="Slide Number Placeholder 3">
            <a:extLst>
              <a:ext uri="{FF2B5EF4-FFF2-40B4-BE49-F238E27FC236}">
                <a16:creationId xmlns:a16="http://schemas.microsoft.com/office/drawing/2014/main" id="{D495871F-E054-4B65-A4E2-BC4780E34B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6" name="Text Placeholder 5">
            <a:extLst>
              <a:ext uri="{FF2B5EF4-FFF2-40B4-BE49-F238E27FC236}">
                <a16:creationId xmlns:a16="http://schemas.microsoft.com/office/drawing/2014/main" id="{72C87E29-33CF-4D38-A874-906BF9E470BF}"/>
              </a:ext>
            </a:extLst>
          </p:cNvPr>
          <p:cNvSpPr>
            <a:spLocks noGrp="1"/>
          </p:cNvSpPr>
          <p:nvPr>
            <p:ph type="body" idx="2"/>
          </p:nvPr>
        </p:nvSpPr>
        <p:spPr>
          <a:xfrm>
            <a:off x="159572" y="2232660"/>
            <a:ext cx="4009110" cy="4131052"/>
          </a:xfrm>
        </p:spPr>
        <p:style>
          <a:lnRef idx="1">
            <a:schemeClr val="accent2"/>
          </a:lnRef>
          <a:fillRef idx="2">
            <a:schemeClr val="accent2"/>
          </a:fillRef>
          <a:effectRef idx="1">
            <a:schemeClr val="accent2"/>
          </a:effectRef>
          <a:fontRef idx="minor">
            <a:schemeClr val="dk1"/>
          </a:fontRef>
        </p:style>
        <p:txBody>
          <a:bodyPr/>
          <a:lstStyle/>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public class </a:t>
            </a:r>
            <a:r>
              <a:rPr lang="en-US" sz="1100" dirty="0" err="1">
                <a:solidFill>
                  <a:srgbClr val="474C55"/>
                </a:solidFill>
                <a:latin typeface="Courier New" panose="02070309020205020404" pitchFamily="49" charset="0"/>
                <a:cs typeface="Courier New" panose="02070309020205020404" pitchFamily="49" charset="0"/>
              </a:rPr>
              <a:t>NodeStack</a:t>
            </a:r>
            <a:r>
              <a:rPr lang="en-US" sz="1100" dirty="0">
                <a:solidFill>
                  <a:srgbClr val="474C55"/>
                </a:solidFill>
                <a:latin typeface="Courier New" panose="02070309020205020404" pitchFamily="49" charset="0"/>
                <a:cs typeface="Courier New" panose="02070309020205020404" pitchFamily="49" charset="0"/>
              </a:rPr>
              <a:t> {</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Node top; </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public void push(int element) {</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Node </a:t>
            </a:r>
            <a:r>
              <a:rPr lang="en-US" sz="1100" dirty="0" err="1">
                <a:solidFill>
                  <a:srgbClr val="474C55"/>
                </a:solidFill>
                <a:latin typeface="Courier New" panose="02070309020205020404" pitchFamily="49" charset="0"/>
                <a:cs typeface="Courier New" panose="02070309020205020404" pitchFamily="49" charset="0"/>
              </a:rPr>
              <a:t>node</a:t>
            </a:r>
            <a:r>
              <a:rPr lang="en-US" sz="1100" dirty="0">
                <a:solidFill>
                  <a:srgbClr val="474C55"/>
                </a:solidFill>
                <a:latin typeface="Courier New" panose="02070309020205020404" pitchFamily="49" charset="0"/>
                <a:cs typeface="Courier New" panose="02070309020205020404" pitchFamily="49" charset="0"/>
              </a:rPr>
              <a:t> = new Node(element);</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push(node);</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public void push(Node node) {</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a:t>
            </a:r>
            <a:r>
              <a:rPr lang="en-US" sz="1100" dirty="0" err="1">
                <a:solidFill>
                  <a:srgbClr val="474C55"/>
                </a:solidFill>
                <a:latin typeface="Courier New" panose="02070309020205020404" pitchFamily="49" charset="0"/>
                <a:cs typeface="Courier New" panose="02070309020205020404" pitchFamily="49" charset="0"/>
              </a:rPr>
              <a:t>node.setNext</a:t>
            </a:r>
            <a:r>
              <a:rPr lang="en-US" sz="1100" dirty="0">
                <a:solidFill>
                  <a:srgbClr val="474C55"/>
                </a:solidFill>
                <a:latin typeface="Courier New" panose="02070309020205020404" pitchFamily="49" charset="0"/>
                <a:cs typeface="Courier New" panose="02070309020205020404" pitchFamily="49" charset="0"/>
              </a:rPr>
              <a:t>(top); </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top = node; </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public Node pop() {</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Node </a:t>
            </a:r>
            <a:r>
              <a:rPr lang="en-US" sz="1100" dirty="0" err="1">
                <a:solidFill>
                  <a:srgbClr val="474C55"/>
                </a:solidFill>
                <a:latin typeface="Courier New" panose="02070309020205020404" pitchFamily="49" charset="0"/>
                <a:cs typeface="Courier New" panose="02070309020205020404" pitchFamily="49" charset="0"/>
              </a:rPr>
              <a:t>poppedNode</a:t>
            </a:r>
            <a:r>
              <a:rPr lang="en-US" sz="1100" dirty="0">
                <a:solidFill>
                  <a:srgbClr val="474C55"/>
                </a:solidFill>
                <a:latin typeface="Courier New" panose="02070309020205020404" pitchFamily="49" charset="0"/>
                <a:cs typeface="Courier New" panose="02070309020205020404" pitchFamily="49" charset="0"/>
              </a:rPr>
              <a:t> = top; </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top = </a:t>
            </a:r>
            <a:r>
              <a:rPr lang="en-US" sz="1100" dirty="0" err="1">
                <a:solidFill>
                  <a:srgbClr val="474C55"/>
                </a:solidFill>
                <a:latin typeface="Courier New" panose="02070309020205020404" pitchFamily="49" charset="0"/>
                <a:cs typeface="Courier New" panose="02070309020205020404" pitchFamily="49" charset="0"/>
              </a:rPr>
              <a:t>top.getNext</a:t>
            </a:r>
            <a:r>
              <a:rPr lang="en-US" sz="1100" dirty="0">
                <a:solidFill>
                  <a:srgbClr val="474C55"/>
                </a:solidFill>
                <a:latin typeface="Courier New" panose="02070309020205020404" pitchFamily="49" charset="0"/>
                <a:cs typeface="Courier New" panose="02070309020205020404" pitchFamily="49" charset="0"/>
              </a:rPr>
              <a:t>();</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a:t>
            </a:r>
            <a:r>
              <a:rPr lang="en-US" sz="1100" dirty="0" err="1">
                <a:solidFill>
                  <a:srgbClr val="474C55"/>
                </a:solidFill>
                <a:latin typeface="Courier New" panose="02070309020205020404" pitchFamily="49" charset="0"/>
                <a:cs typeface="Courier New" panose="02070309020205020404" pitchFamily="49" charset="0"/>
              </a:rPr>
              <a:t>poppedNode.setNext</a:t>
            </a:r>
            <a:r>
              <a:rPr lang="en-US" sz="1100" dirty="0">
                <a:solidFill>
                  <a:srgbClr val="474C55"/>
                </a:solidFill>
                <a:latin typeface="Courier New" panose="02070309020205020404" pitchFamily="49" charset="0"/>
                <a:cs typeface="Courier New" panose="02070309020205020404" pitchFamily="49" charset="0"/>
              </a:rPr>
              <a:t>(null);</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return </a:t>
            </a:r>
            <a:r>
              <a:rPr lang="en-US" sz="1100" dirty="0" err="1">
                <a:solidFill>
                  <a:srgbClr val="474C55"/>
                </a:solidFill>
                <a:latin typeface="Courier New" panose="02070309020205020404" pitchFamily="49" charset="0"/>
                <a:cs typeface="Courier New" panose="02070309020205020404" pitchFamily="49" charset="0"/>
              </a:rPr>
              <a:t>poppedNode</a:t>
            </a:r>
            <a:r>
              <a:rPr lang="en-US" sz="1100" dirty="0">
                <a:solidFill>
                  <a:srgbClr val="474C55"/>
                </a:solidFill>
                <a:latin typeface="Courier New" panose="02070309020205020404" pitchFamily="49" charset="0"/>
                <a:cs typeface="Courier New" panose="02070309020205020404" pitchFamily="49" charset="0"/>
              </a:rPr>
              <a:t>;</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public Node peek() {</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return top; </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	}</a:t>
            </a:r>
          </a:p>
          <a:p>
            <a:pPr marL="0" lvl="0" indent="0" defTabSz="228600">
              <a:spcBef>
                <a:spcPts val="0"/>
              </a:spcBef>
              <a:buClr>
                <a:srgbClr val="F36A25"/>
              </a:buClr>
              <a:buNone/>
            </a:pPr>
            <a:r>
              <a:rPr lang="en-US" sz="1100" dirty="0">
                <a:solidFill>
                  <a:srgbClr val="474C55"/>
                </a:solidFill>
                <a:latin typeface="Courier New" panose="02070309020205020404" pitchFamily="49" charset="0"/>
                <a:cs typeface="Courier New" panose="02070309020205020404" pitchFamily="49" charset="0"/>
              </a:rPr>
              <a:t>}</a:t>
            </a:r>
            <a:endParaRPr lang="en-US" dirty="0">
              <a:latin typeface="Courier New" panose="02070309020205020404" pitchFamily="49" charset="0"/>
              <a:cs typeface="Courier New" panose="02070309020205020404" pitchFamily="49" charset="0"/>
            </a:endParaRPr>
          </a:p>
        </p:txBody>
      </p:sp>
      <p:sp>
        <p:nvSpPr>
          <p:cNvPr id="7" name="Text Placeholder 2">
            <a:extLst>
              <a:ext uri="{FF2B5EF4-FFF2-40B4-BE49-F238E27FC236}">
                <a16:creationId xmlns:a16="http://schemas.microsoft.com/office/drawing/2014/main" id="{D094B042-7A63-4056-A018-B064F354D081}"/>
              </a:ext>
            </a:extLst>
          </p:cNvPr>
          <p:cNvSpPr txBox="1">
            <a:spLocks/>
          </p:cNvSpPr>
          <p:nvPr/>
        </p:nvSpPr>
        <p:spPr>
          <a:xfrm>
            <a:off x="380010" y="1303133"/>
            <a:ext cx="4009110" cy="659774"/>
          </a:xfrm>
          <a:prstGeom prst="rect">
            <a:avLst/>
          </a:prstGeom>
          <a:noFill/>
          <a:ln>
            <a:noFill/>
          </a:ln>
        </p:spPr>
        <p:txBody>
          <a:bodyPr spcFirstLastPara="1" wrap="square" lIns="91425" tIns="45700" rIns="91425" bIns="45700" anchor="t" anchorCtr="0"/>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r>
              <a:rPr lang="en-US" sz="1400" dirty="0"/>
              <a:t>Many data structures can be supported differently with either nodes or arrays behind the scenes – for example: </a:t>
            </a:r>
          </a:p>
        </p:txBody>
      </p:sp>
    </p:spTree>
    <p:extLst>
      <p:ext uri="{BB962C8B-B14F-4D97-AF65-F5344CB8AC3E}">
        <p14:creationId xmlns:p14="http://schemas.microsoft.com/office/powerpoint/2010/main" val="2217254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500"/>
                                        <p:tgtEl>
                                          <p:spTgt spid="6">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fade">
                                      <p:cBhvr>
                                        <p:cTn id="13" dur="500"/>
                                        <p:tgtEl>
                                          <p:spTgt spid="6">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animEffect transition="in" filter="fade">
                                      <p:cBhvr>
                                        <p:cTn id="16" dur="500"/>
                                        <p:tgtEl>
                                          <p:spTgt spid="6">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xEl>
                                              <p:pRg st="23" end="23"/>
                                            </p:txEl>
                                          </p:spTgt>
                                        </p:tgtEl>
                                        <p:attrNameLst>
                                          <p:attrName>style.visibility</p:attrName>
                                        </p:attrNameLst>
                                      </p:cBhvr>
                                      <p:to>
                                        <p:strVal val="visible"/>
                                      </p:to>
                                    </p:set>
                                    <p:animEffect transition="in" filter="fade">
                                      <p:cBhvr>
                                        <p:cTn id="19" dur="500"/>
                                        <p:tgtEl>
                                          <p:spTgt spid="6">
                                            <p:txEl>
                                              <p:pRg st="23" end="2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
                                            <p:txEl>
                                              <p:pRg st="3" end="3"/>
                                            </p:txEl>
                                          </p:spTgt>
                                        </p:tgtEl>
                                        <p:attrNameLst>
                                          <p:attrName>style.visibility</p:attrName>
                                        </p:attrNameLst>
                                      </p:cBhvr>
                                      <p:to>
                                        <p:strVal val="visible"/>
                                      </p:to>
                                    </p:set>
                                    <p:animEffect transition="in" filter="fade">
                                      <p:cBhvr>
                                        <p:cTn id="24" dur="500"/>
                                        <p:tgtEl>
                                          <p:spTgt spid="6">
                                            <p:txEl>
                                              <p:pRg st="3" end="3"/>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xEl>
                                              <p:pRg st="5" end="5"/>
                                            </p:txEl>
                                          </p:spTgt>
                                        </p:tgtEl>
                                        <p:attrNameLst>
                                          <p:attrName>style.visibility</p:attrName>
                                        </p:attrNameLst>
                                      </p:cBhvr>
                                      <p:to>
                                        <p:strVal val="visible"/>
                                      </p:to>
                                    </p:set>
                                    <p:animEffect transition="in" filter="fade">
                                      <p:cBhvr>
                                        <p:cTn id="30" dur="500"/>
                                        <p:tgtEl>
                                          <p:spTgt spid="6">
                                            <p:txEl>
                                              <p:pRg st="5" end="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
                                            <p:txEl>
                                              <p:pRg st="6" end="6"/>
                                            </p:txEl>
                                          </p:spTgt>
                                        </p:tgtEl>
                                        <p:attrNameLst>
                                          <p:attrName>style.visibility</p:attrName>
                                        </p:attrNameLst>
                                      </p:cBhvr>
                                      <p:to>
                                        <p:strVal val="visible"/>
                                      </p:to>
                                    </p:set>
                                    <p:animEffect transition="in" filter="fade">
                                      <p:cBhvr>
                                        <p:cTn id="33" dur="500"/>
                                        <p:tgtEl>
                                          <p:spTgt spid="6">
                                            <p:txEl>
                                              <p:pRg st="6" end="6"/>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
                                            <p:txEl>
                                              <p:pRg st="7" end="7"/>
                                            </p:txEl>
                                          </p:spTgt>
                                        </p:tgtEl>
                                        <p:attrNameLst>
                                          <p:attrName>style.visibility</p:attrName>
                                        </p:attrNameLst>
                                      </p:cBhvr>
                                      <p:to>
                                        <p:strVal val="visible"/>
                                      </p:to>
                                    </p:set>
                                    <p:animEffect transition="in" filter="fade">
                                      <p:cBhvr>
                                        <p:cTn id="36" dur="500"/>
                                        <p:tgtEl>
                                          <p:spTgt spid="6">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6">
                                            <p:txEl>
                                              <p:pRg st="8" end="8"/>
                                            </p:txEl>
                                          </p:spTgt>
                                        </p:tgtEl>
                                        <p:attrNameLst>
                                          <p:attrName>style.visibility</p:attrName>
                                        </p:attrNameLst>
                                      </p:cBhvr>
                                      <p:to>
                                        <p:strVal val="visible"/>
                                      </p:to>
                                    </p:set>
                                    <p:animEffect transition="in" filter="fade">
                                      <p:cBhvr>
                                        <p:cTn id="41" dur="500"/>
                                        <p:tgtEl>
                                          <p:spTgt spid="6">
                                            <p:txEl>
                                              <p:pRg st="8" end="8"/>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6">
                                            <p:txEl>
                                              <p:pRg st="9" end="9"/>
                                            </p:txEl>
                                          </p:spTgt>
                                        </p:tgtEl>
                                        <p:attrNameLst>
                                          <p:attrName>style.visibility</p:attrName>
                                        </p:attrNameLst>
                                      </p:cBhvr>
                                      <p:to>
                                        <p:strVal val="visible"/>
                                      </p:to>
                                    </p:set>
                                    <p:animEffect transition="in" filter="fade">
                                      <p:cBhvr>
                                        <p:cTn id="44" dur="500"/>
                                        <p:tgtEl>
                                          <p:spTgt spid="6">
                                            <p:txEl>
                                              <p:pRg st="9" end="9"/>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animEffect transition="in" filter="fade">
                                      <p:cBhvr>
                                        <p:cTn id="47" dur="500"/>
                                        <p:tgtEl>
                                          <p:spTgt spid="6">
                                            <p:txEl>
                                              <p:pRg st="10" end="10"/>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
                                            <p:txEl>
                                              <p:pRg st="11" end="11"/>
                                            </p:txEl>
                                          </p:spTgt>
                                        </p:tgtEl>
                                        <p:attrNameLst>
                                          <p:attrName>style.visibility</p:attrName>
                                        </p:attrNameLst>
                                      </p:cBhvr>
                                      <p:to>
                                        <p:strVal val="visible"/>
                                      </p:to>
                                    </p:set>
                                    <p:animEffect transition="in" filter="fade">
                                      <p:cBhvr>
                                        <p:cTn id="50" dur="500"/>
                                        <p:tgtEl>
                                          <p:spTgt spid="6">
                                            <p:txEl>
                                              <p:pRg st="11" end="11"/>
                                            </p:tx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
                                            <p:txEl>
                                              <p:pRg st="12" end="12"/>
                                            </p:txEl>
                                          </p:spTgt>
                                        </p:tgtEl>
                                        <p:attrNameLst>
                                          <p:attrName>style.visibility</p:attrName>
                                        </p:attrNameLst>
                                      </p:cBhvr>
                                      <p:to>
                                        <p:strVal val="visible"/>
                                      </p:to>
                                    </p:set>
                                    <p:animEffect transition="in" filter="fade">
                                      <p:cBhvr>
                                        <p:cTn id="53" dur="500"/>
                                        <p:tgtEl>
                                          <p:spTgt spid="6">
                                            <p:txEl>
                                              <p:pRg st="12" end="1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6">
                                            <p:txEl>
                                              <p:pRg st="13" end="13"/>
                                            </p:txEl>
                                          </p:spTgt>
                                        </p:tgtEl>
                                        <p:attrNameLst>
                                          <p:attrName>style.visibility</p:attrName>
                                        </p:attrNameLst>
                                      </p:cBhvr>
                                      <p:to>
                                        <p:strVal val="visible"/>
                                      </p:to>
                                    </p:set>
                                    <p:animEffect transition="in" filter="fade">
                                      <p:cBhvr>
                                        <p:cTn id="58" dur="500"/>
                                        <p:tgtEl>
                                          <p:spTgt spid="6">
                                            <p:txEl>
                                              <p:pRg st="13" end="13"/>
                                            </p:txEl>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
                                            <p:txEl>
                                              <p:pRg st="14" end="14"/>
                                            </p:txEl>
                                          </p:spTgt>
                                        </p:tgtEl>
                                        <p:attrNameLst>
                                          <p:attrName>style.visibility</p:attrName>
                                        </p:attrNameLst>
                                      </p:cBhvr>
                                      <p:to>
                                        <p:strVal val="visible"/>
                                      </p:to>
                                    </p:set>
                                    <p:animEffect transition="in" filter="fade">
                                      <p:cBhvr>
                                        <p:cTn id="61" dur="500"/>
                                        <p:tgtEl>
                                          <p:spTgt spid="6">
                                            <p:txEl>
                                              <p:pRg st="14" end="14"/>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6">
                                            <p:txEl>
                                              <p:pRg st="15" end="15"/>
                                            </p:txEl>
                                          </p:spTgt>
                                        </p:tgtEl>
                                        <p:attrNameLst>
                                          <p:attrName>style.visibility</p:attrName>
                                        </p:attrNameLst>
                                      </p:cBhvr>
                                      <p:to>
                                        <p:strVal val="visible"/>
                                      </p:to>
                                    </p:set>
                                    <p:animEffect transition="in" filter="fade">
                                      <p:cBhvr>
                                        <p:cTn id="64" dur="500"/>
                                        <p:tgtEl>
                                          <p:spTgt spid="6">
                                            <p:txEl>
                                              <p:pRg st="15" end="15"/>
                                            </p:txEl>
                                          </p:spTgt>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
                                            <p:txEl>
                                              <p:pRg st="16" end="16"/>
                                            </p:txEl>
                                          </p:spTgt>
                                        </p:tgtEl>
                                        <p:attrNameLst>
                                          <p:attrName>style.visibility</p:attrName>
                                        </p:attrNameLst>
                                      </p:cBhvr>
                                      <p:to>
                                        <p:strVal val="visible"/>
                                      </p:to>
                                    </p:set>
                                    <p:animEffect transition="in" filter="fade">
                                      <p:cBhvr>
                                        <p:cTn id="67" dur="500"/>
                                        <p:tgtEl>
                                          <p:spTgt spid="6">
                                            <p:txEl>
                                              <p:pRg st="16" end="16"/>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6">
                                            <p:txEl>
                                              <p:pRg st="17" end="17"/>
                                            </p:txEl>
                                          </p:spTgt>
                                        </p:tgtEl>
                                        <p:attrNameLst>
                                          <p:attrName>style.visibility</p:attrName>
                                        </p:attrNameLst>
                                      </p:cBhvr>
                                      <p:to>
                                        <p:strVal val="visible"/>
                                      </p:to>
                                    </p:set>
                                    <p:animEffect transition="in" filter="fade">
                                      <p:cBhvr>
                                        <p:cTn id="70" dur="500"/>
                                        <p:tgtEl>
                                          <p:spTgt spid="6">
                                            <p:txEl>
                                              <p:pRg st="17" end="17"/>
                                            </p:txEl>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
                                            <p:txEl>
                                              <p:pRg st="18" end="18"/>
                                            </p:txEl>
                                          </p:spTgt>
                                        </p:tgtEl>
                                        <p:attrNameLst>
                                          <p:attrName>style.visibility</p:attrName>
                                        </p:attrNameLst>
                                      </p:cBhvr>
                                      <p:to>
                                        <p:strVal val="visible"/>
                                      </p:to>
                                    </p:set>
                                    <p:animEffect transition="in" filter="fade">
                                      <p:cBhvr>
                                        <p:cTn id="73" dur="500"/>
                                        <p:tgtEl>
                                          <p:spTgt spid="6">
                                            <p:txEl>
                                              <p:pRg st="18" end="18"/>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6">
                                            <p:txEl>
                                              <p:pRg st="19" end="19"/>
                                            </p:txEl>
                                          </p:spTgt>
                                        </p:tgtEl>
                                        <p:attrNameLst>
                                          <p:attrName>style.visibility</p:attrName>
                                        </p:attrNameLst>
                                      </p:cBhvr>
                                      <p:to>
                                        <p:strVal val="visible"/>
                                      </p:to>
                                    </p:set>
                                    <p:animEffect transition="in" filter="fade">
                                      <p:cBhvr>
                                        <p:cTn id="76" dur="500"/>
                                        <p:tgtEl>
                                          <p:spTgt spid="6">
                                            <p:txEl>
                                              <p:pRg st="19" end="19"/>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6">
                                            <p:txEl>
                                              <p:pRg st="20" end="20"/>
                                            </p:txEl>
                                          </p:spTgt>
                                        </p:tgtEl>
                                        <p:attrNameLst>
                                          <p:attrName>style.visibility</p:attrName>
                                        </p:attrNameLst>
                                      </p:cBhvr>
                                      <p:to>
                                        <p:strVal val="visible"/>
                                      </p:to>
                                    </p:set>
                                    <p:animEffect transition="in" filter="fade">
                                      <p:cBhvr>
                                        <p:cTn id="81" dur="500"/>
                                        <p:tgtEl>
                                          <p:spTgt spid="6">
                                            <p:txEl>
                                              <p:pRg st="20" end="20"/>
                                            </p:txEl>
                                          </p:spTgt>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6">
                                            <p:txEl>
                                              <p:pRg st="21" end="21"/>
                                            </p:txEl>
                                          </p:spTgt>
                                        </p:tgtEl>
                                        <p:attrNameLst>
                                          <p:attrName>style.visibility</p:attrName>
                                        </p:attrNameLst>
                                      </p:cBhvr>
                                      <p:to>
                                        <p:strVal val="visible"/>
                                      </p:to>
                                    </p:set>
                                    <p:animEffect transition="in" filter="fade">
                                      <p:cBhvr>
                                        <p:cTn id="84" dur="500"/>
                                        <p:tgtEl>
                                          <p:spTgt spid="6">
                                            <p:txEl>
                                              <p:pRg st="21" end="21"/>
                                            </p:txEl>
                                          </p:spTgt>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6">
                                            <p:txEl>
                                              <p:pRg st="22" end="22"/>
                                            </p:txEl>
                                          </p:spTgt>
                                        </p:tgtEl>
                                        <p:attrNameLst>
                                          <p:attrName>style.visibility</p:attrName>
                                        </p:attrNameLst>
                                      </p:cBhvr>
                                      <p:to>
                                        <p:strVal val="visible"/>
                                      </p:to>
                                    </p:set>
                                    <p:animEffect transition="in" filter="fade">
                                      <p:cBhvr>
                                        <p:cTn id="87" dur="500"/>
                                        <p:tgtEl>
                                          <p:spTgt spid="6">
                                            <p:txEl>
                                              <p:pRg st="22" end="22"/>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5">
                                            <p:bg/>
                                          </p:spTgt>
                                        </p:tgtEl>
                                        <p:attrNameLst>
                                          <p:attrName>style.visibility</p:attrName>
                                        </p:attrNameLst>
                                      </p:cBhvr>
                                      <p:to>
                                        <p:strVal val="visible"/>
                                      </p:to>
                                    </p:set>
                                    <p:animEffect transition="in" filter="fade">
                                      <p:cBhvr>
                                        <p:cTn id="92" dur="500"/>
                                        <p:tgtEl>
                                          <p:spTgt spid="5">
                                            <p:bg/>
                                          </p:spTgt>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
                                            <p:txEl>
                                              <p:pRg st="0" end="0"/>
                                            </p:txEl>
                                          </p:spTgt>
                                        </p:tgtEl>
                                        <p:attrNameLst>
                                          <p:attrName>style.visibility</p:attrName>
                                        </p:attrNameLst>
                                      </p:cBhvr>
                                      <p:to>
                                        <p:strVal val="visible"/>
                                      </p:to>
                                    </p:set>
                                    <p:animEffect transition="in" filter="fade">
                                      <p:cBhvr>
                                        <p:cTn id="95" dur="500"/>
                                        <p:tgtEl>
                                          <p:spTgt spid="5">
                                            <p:txEl>
                                              <p:pRg st="0" end="0"/>
                                            </p:txEl>
                                          </p:spTgt>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
                                            <p:txEl>
                                              <p:pRg st="1" end="1"/>
                                            </p:txEl>
                                          </p:spTgt>
                                        </p:tgtEl>
                                        <p:attrNameLst>
                                          <p:attrName>style.visibility</p:attrName>
                                        </p:attrNameLst>
                                      </p:cBhvr>
                                      <p:to>
                                        <p:strVal val="visible"/>
                                      </p:to>
                                    </p:set>
                                    <p:animEffect transition="in" filter="fade">
                                      <p:cBhvr>
                                        <p:cTn id="98" dur="500"/>
                                        <p:tgtEl>
                                          <p:spTgt spid="5">
                                            <p:txEl>
                                              <p:pRg st="1" end="1"/>
                                            </p:txEl>
                                          </p:spTgt>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
                                            <p:txEl>
                                              <p:pRg st="2" end="2"/>
                                            </p:txEl>
                                          </p:spTgt>
                                        </p:tgtEl>
                                        <p:attrNameLst>
                                          <p:attrName>style.visibility</p:attrName>
                                        </p:attrNameLst>
                                      </p:cBhvr>
                                      <p:to>
                                        <p:strVal val="visible"/>
                                      </p:to>
                                    </p:set>
                                    <p:animEffect transition="in" filter="fade">
                                      <p:cBhvr>
                                        <p:cTn id="101" dur="500"/>
                                        <p:tgtEl>
                                          <p:spTgt spid="5">
                                            <p:txEl>
                                              <p:pRg st="2" end="2"/>
                                            </p:txEl>
                                          </p:spTgt>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
                                            <p:txEl>
                                              <p:pRg st="3" end="3"/>
                                            </p:txEl>
                                          </p:spTgt>
                                        </p:tgtEl>
                                        <p:attrNameLst>
                                          <p:attrName>style.visibility</p:attrName>
                                        </p:attrNameLst>
                                      </p:cBhvr>
                                      <p:to>
                                        <p:strVal val="visible"/>
                                      </p:to>
                                    </p:set>
                                    <p:animEffect transition="in" filter="fade">
                                      <p:cBhvr>
                                        <p:cTn id="104" dur="500"/>
                                        <p:tgtEl>
                                          <p:spTgt spid="5">
                                            <p:txEl>
                                              <p:pRg st="3" end="3"/>
                                            </p:txEl>
                                          </p:spTgt>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
                                            <p:txEl>
                                              <p:pRg st="4" end="4"/>
                                            </p:txEl>
                                          </p:spTgt>
                                        </p:tgtEl>
                                        <p:attrNameLst>
                                          <p:attrName>style.visibility</p:attrName>
                                        </p:attrNameLst>
                                      </p:cBhvr>
                                      <p:to>
                                        <p:strVal val="visible"/>
                                      </p:to>
                                    </p:set>
                                    <p:animEffect transition="in" filter="fade">
                                      <p:cBhvr>
                                        <p:cTn id="107" dur="500"/>
                                        <p:tgtEl>
                                          <p:spTgt spid="5">
                                            <p:txEl>
                                              <p:pRg st="4" end="4"/>
                                            </p:txEl>
                                          </p:spTgt>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
                                            <p:txEl>
                                              <p:pRg st="5" end="5"/>
                                            </p:txEl>
                                          </p:spTgt>
                                        </p:tgtEl>
                                        <p:attrNameLst>
                                          <p:attrName>style.visibility</p:attrName>
                                        </p:attrNameLst>
                                      </p:cBhvr>
                                      <p:to>
                                        <p:strVal val="visible"/>
                                      </p:to>
                                    </p:set>
                                    <p:animEffect transition="in" filter="fade">
                                      <p:cBhvr>
                                        <p:cTn id="110" dur="500"/>
                                        <p:tgtEl>
                                          <p:spTgt spid="5">
                                            <p:txEl>
                                              <p:pRg st="5" end="5"/>
                                            </p:txEl>
                                          </p:spTgt>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
                                            <p:txEl>
                                              <p:pRg st="6" end="6"/>
                                            </p:txEl>
                                          </p:spTgt>
                                        </p:tgtEl>
                                        <p:attrNameLst>
                                          <p:attrName>style.visibility</p:attrName>
                                        </p:attrNameLst>
                                      </p:cBhvr>
                                      <p:to>
                                        <p:strVal val="visible"/>
                                      </p:to>
                                    </p:set>
                                    <p:animEffect transition="in" filter="fade">
                                      <p:cBhvr>
                                        <p:cTn id="113" dur="500"/>
                                        <p:tgtEl>
                                          <p:spTgt spid="5">
                                            <p:txEl>
                                              <p:pRg st="6" end="6"/>
                                            </p:txEl>
                                          </p:spTgt>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
                                            <p:txEl>
                                              <p:pRg st="7" end="7"/>
                                            </p:txEl>
                                          </p:spTgt>
                                        </p:tgtEl>
                                        <p:attrNameLst>
                                          <p:attrName>style.visibility</p:attrName>
                                        </p:attrNameLst>
                                      </p:cBhvr>
                                      <p:to>
                                        <p:strVal val="visible"/>
                                      </p:to>
                                    </p:set>
                                    <p:animEffect transition="in" filter="fade">
                                      <p:cBhvr>
                                        <p:cTn id="116" dur="500"/>
                                        <p:tgtEl>
                                          <p:spTgt spid="5">
                                            <p:txEl>
                                              <p:pRg st="7" end="7"/>
                                            </p:txEl>
                                          </p:spTgt>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5">
                                            <p:txEl>
                                              <p:pRg st="8" end="8"/>
                                            </p:txEl>
                                          </p:spTgt>
                                        </p:tgtEl>
                                        <p:attrNameLst>
                                          <p:attrName>style.visibility</p:attrName>
                                        </p:attrNameLst>
                                      </p:cBhvr>
                                      <p:to>
                                        <p:strVal val="visible"/>
                                      </p:to>
                                    </p:set>
                                    <p:animEffect transition="in" filter="fade">
                                      <p:cBhvr>
                                        <p:cTn id="119" dur="500"/>
                                        <p:tgtEl>
                                          <p:spTgt spid="5">
                                            <p:txEl>
                                              <p:pRg st="8" end="8"/>
                                            </p:txEl>
                                          </p:spTgt>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
                                            <p:txEl>
                                              <p:pRg st="9" end="9"/>
                                            </p:txEl>
                                          </p:spTgt>
                                        </p:tgtEl>
                                        <p:attrNameLst>
                                          <p:attrName>style.visibility</p:attrName>
                                        </p:attrNameLst>
                                      </p:cBhvr>
                                      <p:to>
                                        <p:strVal val="visible"/>
                                      </p:to>
                                    </p:set>
                                    <p:animEffect transition="in" filter="fade">
                                      <p:cBhvr>
                                        <p:cTn id="122" dur="500"/>
                                        <p:tgtEl>
                                          <p:spTgt spid="5">
                                            <p:txEl>
                                              <p:pRg st="9" end="9"/>
                                            </p:txEl>
                                          </p:spTgt>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5">
                                            <p:txEl>
                                              <p:pRg st="10" end="10"/>
                                            </p:txEl>
                                          </p:spTgt>
                                        </p:tgtEl>
                                        <p:attrNameLst>
                                          <p:attrName>style.visibility</p:attrName>
                                        </p:attrNameLst>
                                      </p:cBhvr>
                                      <p:to>
                                        <p:strVal val="visible"/>
                                      </p:to>
                                    </p:set>
                                    <p:animEffect transition="in" filter="fade">
                                      <p:cBhvr>
                                        <p:cTn id="125" dur="500"/>
                                        <p:tgtEl>
                                          <p:spTgt spid="5">
                                            <p:txEl>
                                              <p:pRg st="10" end="10"/>
                                            </p:txEl>
                                          </p:spTgt>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
                                            <p:txEl>
                                              <p:pRg st="11" end="11"/>
                                            </p:txEl>
                                          </p:spTgt>
                                        </p:tgtEl>
                                        <p:attrNameLst>
                                          <p:attrName>style.visibility</p:attrName>
                                        </p:attrNameLst>
                                      </p:cBhvr>
                                      <p:to>
                                        <p:strVal val="visible"/>
                                      </p:to>
                                    </p:set>
                                    <p:animEffect transition="in" filter="fade">
                                      <p:cBhvr>
                                        <p:cTn id="128" dur="500"/>
                                        <p:tgtEl>
                                          <p:spTgt spid="5">
                                            <p:txEl>
                                              <p:pRg st="11" end="11"/>
                                            </p:txEl>
                                          </p:spTgt>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
                                            <p:txEl>
                                              <p:pRg st="12" end="12"/>
                                            </p:txEl>
                                          </p:spTgt>
                                        </p:tgtEl>
                                        <p:attrNameLst>
                                          <p:attrName>style.visibility</p:attrName>
                                        </p:attrNameLst>
                                      </p:cBhvr>
                                      <p:to>
                                        <p:strVal val="visible"/>
                                      </p:to>
                                    </p:set>
                                    <p:animEffect transition="in" filter="fade">
                                      <p:cBhvr>
                                        <p:cTn id="131" dur="500"/>
                                        <p:tgtEl>
                                          <p:spTgt spid="5">
                                            <p:txEl>
                                              <p:pRg st="12" end="12"/>
                                            </p:txEl>
                                          </p:spTgt>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5">
                                            <p:txEl>
                                              <p:pRg st="13" end="13"/>
                                            </p:txEl>
                                          </p:spTgt>
                                        </p:tgtEl>
                                        <p:attrNameLst>
                                          <p:attrName>style.visibility</p:attrName>
                                        </p:attrNameLst>
                                      </p:cBhvr>
                                      <p:to>
                                        <p:strVal val="visible"/>
                                      </p:to>
                                    </p:set>
                                    <p:animEffect transition="in" filter="fade">
                                      <p:cBhvr>
                                        <p:cTn id="134" dur="500"/>
                                        <p:tgtEl>
                                          <p:spTgt spid="5">
                                            <p:txEl>
                                              <p:pRg st="13" end="13"/>
                                            </p:txEl>
                                          </p:spTgt>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
                                            <p:txEl>
                                              <p:pRg st="14" end="14"/>
                                            </p:txEl>
                                          </p:spTgt>
                                        </p:tgtEl>
                                        <p:attrNameLst>
                                          <p:attrName>style.visibility</p:attrName>
                                        </p:attrNameLst>
                                      </p:cBhvr>
                                      <p:to>
                                        <p:strVal val="visible"/>
                                      </p:to>
                                    </p:set>
                                    <p:animEffect transition="in" filter="fade">
                                      <p:cBhvr>
                                        <p:cTn id="137" dur="500"/>
                                        <p:tgtEl>
                                          <p:spTgt spid="5">
                                            <p:txEl>
                                              <p:pRg st="14" end="14"/>
                                            </p:txEl>
                                          </p:spTgt>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
                                            <p:txEl>
                                              <p:pRg st="15" end="15"/>
                                            </p:txEl>
                                          </p:spTgt>
                                        </p:tgtEl>
                                        <p:attrNameLst>
                                          <p:attrName>style.visibility</p:attrName>
                                        </p:attrNameLst>
                                      </p:cBhvr>
                                      <p:to>
                                        <p:strVal val="visible"/>
                                      </p:to>
                                    </p:set>
                                    <p:animEffect transition="in" filter="fade">
                                      <p:cBhvr>
                                        <p:cTn id="140" dur="500"/>
                                        <p:tgtEl>
                                          <p:spTgt spid="5">
                                            <p:txEl>
                                              <p:pRg st="15" end="15"/>
                                            </p:txEl>
                                          </p:spTgt>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
                                            <p:txEl>
                                              <p:pRg st="16" end="16"/>
                                            </p:txEl>
                                          </p:spTgt>
                                        </p:tgtEl>
                                        <p:attrNameLst>
                                          <p:attrName>style.visibility</p:attrName>
                                        </p:attrNameLst>
                                      </p:cBhvr>
                                      <p:to>
                                        <p:strVal val="visible"/>
                                      </p:to>
                                    </p:set>
                                    <p:animEffect transition="in" filter="fade">
                                      <p:cBhvr>
                                        <p:cTn id="143" dur="500"/>
                                        <p:tgtEl>
                                          <p:spTgt spid="5">
                                            <p:txEl>
                                              <p:pRg st="16" end="16"/>
                                            </p:txEl>
                                          </p:spTgt>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
                                            <p:txEl>
                                              <p:pRg st="17" end="17"/>
                                            </p:txEl>
                                          </p:spTgt>
                                        </p:tgtEl>
                                        <p:attrNameLst>
                                          <p:attrName>style.visibility</p:attrName>
                                        </p:attrNameLst>
                                      </p:cBhvr>
                                      <p:to>
                                        <p:strVal val="visible"/>
                                      </p:to>
                                    </p:set>
                                    <p:animEffect transition="in" filter="fade">
                                      <p:cBhvr>
                                        <p:cTn id="146" dur="500"/>
                                        <p:tgtEl>
                                          <p:spTgt spid="5">
                                            <p:txEl>
                                              <p:pRg st="17" end="17"/>
                                            </p:txEl>
                                          </p:spTgt>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
                                            <p:txEl>
                                              <p:pRg st="18" end="18"/>
                                            </p:txEl>
                                          </p:spTgt>
                                        </p:tgtEl>
                                        <p:attrNameLst>
                                          <p:attrName>style.visibility</p:attrName>
                                        </p:attrNameLst>
                                      </p:cBhvr>
                                      <p:to>
                                        <p:strVal val="visible"/>
                                      </p:to>
                                    </p:set>
                                    <p:animEffect transition="in" filter="fade">
                                      <p:cBhvr>
                                        <p:cTn id="149" dur="500"/>
                                        <p:tgtEl>
                                          <p:spTgt spid="5">
                                            <p:txEl>
                                              <p:pRg st="18" end="18"/>
                                            </p:txEl>
                                          </p:spTgt>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
                                            <p:txEl>
                                              <p:pRg st="19" end="19"/>
                                            </p:txEl>
                                          </p:spTgt>
                                        </p:tgtEl>
                                        <p:attrNameLst>
                                          <p:attrName>style.visibility</p:attrName>
                                        </p:attrNameLst>
                                      </p:cBhvr>
                                      <p:to>
                                        <p:strVal val="visible"/>
                                      </p:to>
                                    </p:set>
                                    <p:animEffect transition="in" filter="fade">
                                      <p:cBhvr>
                                        <p:cTn id="152" dur="500"/>
                                        <p:tgtEl>
                                          <p:spTgt spid="5">
                                            <p:txEl>
                                              <p:pRg st="19" end="19"/>
                                            </p:txEl>
                                          </p:spTgt>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
                                            <p:txEl>
                                              <p:pRg st="20" end="20"/>
                                            </p:txEl>
                                          </p:spTgt>
                                        </p:tgtEl>
                                        <p:attrNameLst>
                                          <p:attrName>style.visibility</p:attrName>
                                        </p:attrNameLst>
                                      </p:cBhvr>
                                      <p:to>
                                        <p:strVal val="visible"/>
                                      </p:to>
                                    </p:set>
                                    <p:animEffect transition="in" filter="fade">
                                      <p:cBhvr>
                                        <p:cTn id="155" dur="500"/>
                                        <p:tgtEl>
                                          <p:spTgt spid="5">
                                            <p:txEl>
                                              <p:pRg st="20" end="20"/>
                                            </p:txEl>
                                          </p:spTgt>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5">
                                            <p:txEl>
                                              <p:pRg st="21" end="21"/>
                                            </p:txEl>
                                          </p:spTgt>
                                        </p:tgtEl>
                                        <p:attrNameLst>
                                          <p:attrName>style.visibility</p:attrName>
                                        </p:attrNameLst>
                                      </p:cBhvr>
                                      <p:to>
                                        <p:strVal val="visible"/>
                                      </p:to>
                                    </p:set>
                                    <p:animEffect transition="in" filter="fade">
                                      <p:cBhvr>
                                        <p:cTn id="158" dur="500"/>
                                        <p:tgtEl>
                                          <p:spTgt spid="5">
                                            <p:txEl>
                                              <p:pRg st="21" end="21"/>
                                            </p:txEl>
                                          </p:spTgt>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
                                            <p:txEl>
                                              <p:pRg st="22" end="22"/>
                                            </p:txEl>
                                          </p:spTgt>
                                        </p:tgtEl>
                                        <p:attrNameLst>
                                          <p:attrName>style.visibility</p:attrName>
                                        </p:attrNameLst>
                                      </p:cBhvr>
                                      <p:to>
                                        <p:strVal val="visible"/>
                                      </p:to>
                                    </p:set>
                                    <p:animEffect transition="in" filter="fade">
                                      <p:cBhvr>
                                        <p:cTn id="161" dur="500"/>
                                        <p:tgtEl>
                                          <p:spTgt spid="5">
                                            <p:txEl>
                                              <p:pRg st="22" end="22"/>
                                            </p:txEl>
                                          </p:spTgt>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5">
                                            <p:txEl>
                                              <p:pRg st="23" end="23"/>
                                            </p:txEl>
                                          </p:spTgt>
                                        </p:tgtEl>
                                        <p:attrNameLst>
                                          <p:attrName>style.visibility</p:attrName>
                                        </p:attrNameLst>
                                      </p:cBhvr>
                                      <p:to>
                                        <p:strVal val="visible"/>
                                      </p:to>
                                    </p:set>
                                    <p:animEffect transition="in" filter="fade">
                                      <p:cBhvr>
                                        <p:cTn id="164" dur="500"/>
                                        <p:tgtEl>
                                          <p:spTgt spid="5">
                                            <p:txEl>
                                              <p:pRg st="23" end="23"/>
                                            </p:txEl>
                                          </p:spTgt>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5">
                                            <p:txEl>
                                              <p:pRg st="24" end="24"/>
                                            </p:txEl>
                                          </p:spTgt>
                                        </p:tgtEl>
                                        <p:attrNameLst>
                                          <p:attrName>style.visibility</p:attrName>
                                        </p:attrNameLst>
                                      </p:cBhvr>
                                      <p:to>
                                        <p:strVal val="visible"/>
                                      </p:to>
                                    </p:set>
                                    <p:animEffect transition="in" filter="fade">
                                      <p:cBhvr>
                                        <p:cTn id="167" dur="500"/>
                                        <p:tgtEl>
                                          <p:spTgt spid="5">
                                            <p:txEl>
                                              <p:pRg st="24" end="24"/>
                                            </p:txEl>
                                          </p:spTgt>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5">
                                            <p:txEl>
                                              <p:pRg st="25" end="25"/>
                                            </p:txEl>
                                          </p:spTgt>
                                        </p:tgtEl>
                                        <p:attrNameLst>
                                          <p:attrName>style.visibility</p:attrName>
                                        </p:attrNameLst>
                                      </p:cBhvr>
                                      <p:to>
                                        <p:strVal val="visible"/>
                                      </p:to>
                                    </p:set>
                                    <p:animEffect transition="in" filter="fade">
                                      <p:cBhvr>
                                        <p:cTn id="170" dur="500"/>
                                        <p:tgtEl>
                                          <p:spTgt spid="5">
                                            <p:txEl>
                                              <p:pRg st="25" end="25"/>
                                            </p:txEl>
                                          </p:spTgt>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5">
                                            <p:txEl>
                                              <p:pRg st="26" end="26"/>
                                            </p:txEl>
                                          </p:spTgt>
                                        </p:tgtEl>
                                        <p:attrNameLst>
                                          <p:attrName>style.visibility</p:attrName>
                                        </p:attrNameLst>
                                      </p:cBhvr>
                                      <p:to>
                                        <p:strVal val="visible"/>
                                      </p:to>
                                    </p:set>
                                    <p:animEffect transition="in" filter="fade">
                                      <p:cBhvr>
                                        <p:cTn id="173" dur="500"/>
                                        <p:tgtEl>
                                          <p:spTgt spid="5">
                                            <p:txEl>
                                              <p:pRg st="26" end="2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uiExpand="1"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333BA-9A3E-4459-B228-4CCC19BE9129}"/>
              </a:ext>
            </a:extLst>
          </p:cNvPr>
          <p:cNvSpPr>
            <a:spLocks noGrp="1"/>
          </p:cNvSpPr>
          <p:nvPr>
            <p:ph type="title"/>
          </p:nvPr>
        </p:nvSpPr>
        <p:spPr>
          <a:xfrm>
            <a:off x="380010" y="-4950"/>
            <a:ext cx="6529748" cy="1224150"/>
          </a:xfrm>
        </p:spPr>
        <p:txBody>
          <a:bodyPr/>
          <a:lstStyle/>
          <a:p>
            <a:r>
              <a:rPr lang="en-US" dirty="0"/>
              <a:t>Example: Simple Node LinkedList (Single)</a:t>
            </a:r>
          </a:p>
        </p:txBody>
      </p:sp>
      <p:sp>
        <p:nvSpPr>
          <p:cNvPr id="4" name="Slide Number Placeholder 3">
            <a:extLst>
              <a:ext uri="{FF2B5EF4-FFF2-40B4-BE49-F238E27FC236}">
                <a16:creationId xmlns:a16="http://schemas.microsoft.com/office/drawing/2014/main" id="{CFF32D76-682A-4874-B538-429C317C11D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5" name="Text Placeholder 4">
            <a:extLst>
              <a:ext uri="{FF2B5EF4-FFF2-40B4-BE49-F238E27FC236}">
                <a16:creationId xmlns:a16="http://schemas.microsoft.com/office/drawing/2014/main" id="{876E6EB8-4CB2-4EDE-9097-49F5A05C36B9}"/>
              </a:ext>
            </a:extLst>
          </p:cNvPr>
          <p:cNvSpPr txBox="1">
            <a:spLocks/>
          </p:cNvSpPr>
          <p:nvPr/>
        </p:nvSpPr>
        <p:spPr>
          <a:xfrm>
            <a:off x="232012" y="1481446"/>
            <a:ext cx="4412428" cy="4716622"/>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public class </a:t>
            </a:r>
            <a:r>
              <a:rPr lang="en-US" sz="1100" dirty="0" err="1">
                <a:latin typeface="Courier New" panose="02070309020205020404" pitchFamily="49" charset="0"/>
                <a:cs typeface="Courier New" panose="02070309020205020404" pitchFamily="49" charset="0"/>
              </a:rPr>
              <a:t>SingleNodeLinkedList</a:t>
            </a:r>
            <a:r>
              <a:rPr lang="en-US" sz="1100" dirty="0">
                <a:latin typeface="Courier New" panose="02070309020205020404" pitchFamily="49" charset="0"/>
                <a:cs typeface="Courier New" panose="02070309020205020404" pitchFamily="49" charset="0"/>
              </a:rPr>
              <a:t>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Node head;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public </a:t>
            </a:r>
            <a:r>
              <a:rPr lang="en-US" sz="1100" dirty="0" err="1">
                <a:latin typeface="Courier New" panose="02070309020205020404" pitchFamily="49" charset="0"/>
                <a:cs typeface="Courier New" panose="02070309020205020404" pitchFamily="49" charset="0"/>
              </a:rPr>
              <a:t>boolean</a:t>
            </a:r>
            <a:r>
              <a:rPr lang="en-US" sz="1100" dirty="0">
                <a:latin typeface="Courier New" panose="02070309020205020404" pitchFamily="49" charset="0"/>
                <a:cs typeface="Courier New" panose="02070309020205020404" pitchFamily="49" charset="0"/>
              </a:rPr>
              <a:t> add(Node node)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if(head == null)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head = node;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}else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Node runner = head;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while(</a:t>
            </a:r>
            <a:r>
              <a:rPr lang="en-US" sz="1100" dirty="0" err="1">
                <a:latin typeface="Courier New" panose="02070309020205020404" pitchFamily="49" charset="0"/>
                <a:cs typeface="Courier New" panose="02070309020205020404" pitchFamily="49" charset="0"/>
              </a:rPr>
              <a:t>runner.getNext</a:t>
            </a:r>
            <a:r>
              <a:rPr lang="en-US" sz="1100" dirty="0">
                <a:latin typeface="Courier New" panose="02070309020205020404" pitchFamily="49" charset="0"/>
                <a:cs typeface="Courier New" panose="02070309020205020404" pitchFamily="49" charset="0"/>
              </a:rPr>
              <a:t>() != null)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runner = </a:t>
            </a:r>
            <a:r>
              <a:rPr lang="en-US" sz="1100" dirty="0" err="1">
                <a:latin typeface="Courier New" panose="02070309020205020404" pitchFamily="49" charset="0"/>
                <a:cs typeface="Courier New" panose="02070309020205020404" pitchFamily="49" charset="0"/>
              </a:rPr>
              <a:t>runner.getNext</a:t>
            </a:r>
            <a:r>
              <a:rPr lang="en-US" sz="1100" dirty="0">
                <a:latin typeface="Courier New" panose="02070309020205020404" pitchFamily="49" charset="0"/>
                <a:cs typeface="Courier New" panose="02070309020205020404" pitchFamily="49" charset="0"/>
              </a:rPr>
              <a:t>();</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runner.setNext</a:t>
            </a:r>
            <a:r>
              <a:rPr lang="en-US" sz="1100" dirty="0">
                <a:latin typeface="Courier New" panose="02070309020205020404" pitchFamily="49" charset="0"/>
                <a:cs typeface="Courier New" panose="02070309020205020404" pitchFamily="49" charset="0"/>
              </a:rPr>
              <a:t>(node);</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return true;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public </a:t>
            </a:r>
            <a:r>
              <a:rPr lang="en-US" sz="1100" dirty="0" err="1">
                <a:latin typeface="Courier New" panose="02070309020205020404" pitchFamily="49" charset="0"/>
                <a:cs typeface="Courier New" panose="02070309020205020404" pitchFamily="49" charset="0"/>
              </a:rPr>
              <a:t>boolean</a:t>
            </a:r>
            <a:r>
              <a:rPr lang="en-US" sz="1100" dirty="0">
                <a:latin typeface="Courier New" panose="02070309020205020404" pitchFamily="49" charset="0"/>
                <a:cs typeface="Courier New" panose="02070309020205020404" pitchFamily="49" charset="0"/>
              </a:rPr>
              <a:t> add(int value)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Node </a:t>
            </a:r>
            <a:r>
              <a:rPr lang="en-US" sz="1100" dirty="0" err="1">
                <a:latin typeface="Courier New" panose="02070309020205020404" pitchFamily="49" charset="0"/>
                <a:cs typeface="Courier New" panose="02070309020205020404" pitchFamily="49" charset="0"/>
              </a:rPr>
              <a:t>newNode</a:t>
            </a:r>
            <a:r>
              <a:rPr lang="en-US" sz="1100" dirty="0">
                <a:latin typeface="Courier New" panose="02070309020205020404" pitchFamily="49" charset="0"/>
                <a:cs typeface="Courier New" panose="02070309020205020404" pitchFamily="49" charset="0"/>
              </a:rPr>
              <a:t> = new Node(value);</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return add(</a:t>
            </a:r>
            <a:r>
              <a:rPr lang="en-US" sz="1100" dirty="0" err="1">
                <a:latin typeface="Courier New" panose="02070309020205020404" pitchFamily="49" charset="0"/>
                <a:cs typeface="Courier New" panose="02070309020205020404" pitchFamily="49" charset="0"/>
              </a:rPr>
              <a:t>newNode</a:t>
            </a:r>
            <a:r>
              <a:rPr lang="en-US" sz="1100" dirty="0">
                <a:latin typeface="Courier New" panose="02070309020205020404" pitchFamily="49" charset="0"/>
                <a:cs typeface="Courier New" panose="02070309020205020404" pitchFamily="49" charset="0"/>
              </a:rPr>
              <a:t>);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//Continued … </a:t>
            </a:r>
          </a:p>
        </p:txBody>
      </p:sp>
      <p:sp>
        <p:nvSpPr>
          <p:cNvPr id="9" name="Text Placeholder 5">
            <a:extLst>
              <a:ext uri="{FF2B5EF4-FFF2-40B4-BE49-F238E27FC236}">
                <a16:creationId xmlns:a16="http://schemas.microsoft.com/office/drawing/2014/main" id="{BDFEE86E-ABB6-43C6-A3FB-A3444DE0EEBE}"/>
              </a:ext>
            </a:extLst>
          </p:cNvPr>
          <p:cNvSpPr txBox="1">
            <a:spLocks/>
          </p:cNvSpPr>
          <p:nvPr/>
        </p:nvSpPr>
        <p:spPr>
          <a:xfrm>
            <a:off x="4793715" y="1481446"/>
            <a:ext cx="4009110" cy="4716622"/>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//Continued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public  Integer remove()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if(head == null)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System.out.println</a:t>
            </a:r>
            <a:r>
              <a:rPr lang="en-US" sz="1100" dirty="0">
                <a:latin typeface="Courier New" panose="02070309020205020404" pitchFamily="49" charset="0"/>
                <a:cs typeface="Courier New" panose="02070309020205020404" pitchFamily="49" charset="0"/>
              </a:rPr>
              <a:t>("Empty List");</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return -1;</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}else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Node temp = head;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head = </a:t>
            </a:r>
            <a:r>
              <a:rPr lang="en-US" sz="1100" dirty="0" err="1">
                <a:latin typeface="Courier New" panose="02070309020205020404" pitchFamily="49" charset="0"/>
                <a:cs typeface="Courier New" panose="02070309020205020404" pitchFamily="49" charset="0"/>
              </a:rPr>
              <a:t>head.getNext</a:t>
            </a:r>
            <a:r>
              <a:rPr lang="en-US" sz="1100" dirty="0">
                <a:latin typeface="Courier New" panose="02070309020205020404" pitchFamily="49" charset="0"/>
                <a:cs typeface="Courier New" panose="02070309020205020404" pitchFamily="49" charset="0"/>
              </a:rPr>
              <a:t>();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temp.setNext</a:t>
            </a:r>
            <a:r>
              <a:rPr lang="en-US" sz="1100" dirty="0">
                <a:latin typeface="Courier New" panose="02070309020205020404" pitchFamily="49" charset="0"/>
                <a:cs typeface="Courier New" panose="02070309020205020404" pitchFamily="49" charset="0"/>
              </a:rPr>
              <a:t>(null);</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return </a:t>
            </a:r>
            <a:r>
              <a:rPr lang="en-US" sz="1100" dirty="0" err="1">
                <a:latin typeface="Courier New" panose="02070309020205020404" pitchFamily="49" charset="0"/>
                <a:cs typeface="Courier New" panose="02070309020205020404" pitchFamily="49" charset="0"/>
              </a:rPr>
              <a:t>temp.getData</a:t>
            </a:r>
            <a:r>
              <a:rPr lang="en-US" sz="1100" dirty="0">
                <a:latin typeface="Courier New" panose="02070309020205020404" pitchFamily="49" charset="0"/>
                <a:cs typeface="Courier New" panose="02070309020205020404" pitchFamily="49" charset="0"/>
              </a:rPr>
              <a:t>();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public String </a:t>
            </a:r>
            <a:r>
              <a:rPr lang="en-US" sz="1100" dirty="0" err="1">
                <a:latin typeface="Courier New" panose="02070309020205020404" pitchFamily="49" charset="0"/>
                <a:cs typeface="Courier New" panose="02070309020205020404" pitchFamily="49" charset="0"/>
              </a:rPr>
              <a:t>toString</a:t>
            </a:r>
            <a:r>
              <a:rPr lang="en-US" sz="1100" dirty="0">
                <a:latin typeface="Courier New" panose="02070309020205020404" pitchFamily="49" charset="0"/>
                <a:cs typeface="Courier New" panose="02070309020205020404" pitchFamily="49" charset="0"/>
              </a:rPr>
              <a:t>()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String s = "";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Node runner = head;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while (runner != null)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s += runner + "--&gt;";</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runner = </a:t>
            </a:r>
            <a:r>
              <a:rPr lang="en-US" sz="1100" dirty="0" err="1">
                <a:latin typeface="Courier New" panose="02070309020205020404" pitchFamily="49" charset="0"/>
                <a:cs typeface="Courier New" panose="02070309020205020404" pitchFamily="49" charset="0"/>
              </a:rPr>
              <a:t>runner.getNext</a:t>
            </a:r>
            <a:r>
              <a:rPr lang="en-US" sz="1100" dirty="0">
                <a:latin typeface="Courier New" panose="02070309020205020404" pitchFamily="49" charset="0"/>
                <a:cs typeface="Courier New" panose="02070309020205020404" pitchFamily="49" charset="0"/>
              </a:rPr>
              <a:t>();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return s;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	</a:t>
            </a:r>
          </a:p>
          <a:p>
            <a:pPr marL="0" indent="0" defTabSz="228600">
              <a:spcBef>
                <a:spcPts val="0"/>
              </a:spcBef>
              <a:buFont typeface="Arial"/>
              <a:buNone/>
            </a:pPr>
            <a:endParaRPr lang="en-US" sz="1100" dirty="0">
              <a:latin typeface="Courier New" panose="02070309020205020404" pitchFamily="49" charset="0"/>
              <a:cs typeface="Courier New" panose="02070309020205020404" pitchFamily="49" charset="0"/>
            </a:endParaRPr>
          </a:p>
          <a:p>
            <a:pPr marL="0" indent="0" defTabSz="228600">
              <a:spcBef>
                <a:spcPts val="0"/>
              </a:spcBef>
              <a:buFont typeface="Arial"/>
              <a:buNone/>
            </a:pPr>
            <a:r>
              <a:rPr lang="en-US" sz="1100" dirty="0">
                <a:latin typeface="Courier New" panose="02070309020205020404" pitchFamily="49" charset="0"/>
                <a:cs typeface="Courier New" panose="02070309020205020404" pitchFamily="49" charset="0"/>
              </a:rPr>
              <a:t>}</a:t>
            </a:r>
          </a:p>
          <a:p>
            <a:pPr marL="0" indent="0" defTabSz="228600">
              <a:spcBef>
                <a:spcPts val="0"/>
              </a:spcBef>
              <a:buClr>
                <a:srgbClr val="F36A25"/>
              </a:buClr>
              <a:buFont typeface="Arial"/>
              <a:buNone/>
            </a:pP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86231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5BB37-80AF-6E3E-B52D-593B2E1C15E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2244A7-DB52-2DDA-507F-015946A666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3" name="Title 2">
            <a:extLst>
              <a:ext uri="{FF2B5EF4-FFF2-40B4-BE49-F238E27FC236}">
                <a16:creationId xmlns:a16="http://schemas.microsoft.com/office/drawing/2014/main" id="{53752019-658D-03A9-3724-480B304088FE}"/>
              </a:ext>
            </a:extLst>
          </p:cNvPr>
          <p:cNvSpPr>
            <a:spLocks noGrp="1"/>
          </p:cNvSpPr>
          <p:nvPr>
            <p:ph type="title"/>
          </p:nvPr>
        </p:nvSpPr>
        <p:spPr/>
        <p:txBody>
          <a:bodyPr/>
          <a:lstStyle/>
          <a:p>
            <a:r>
              <a:rPr lang="en-US" sz="3600" dirty="0"/>
              <a:t>Generics</a:t>
            </a:r>
          </a:p>
        </p:txBody>
      </p:sp>
    </p:spTree>
    <p:extLst>
      <p:ext uri="{BB962C8B-B14F-4D97-AF65-F5344CB8AC3E}">
        <p14:creationId xmlns:p14="http://schemas.microsoft.com/office/powerpoint/2010/main" val="685613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ABC28-EF1F-A3AC-7A60-C2DF48276A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363531-AB16-5CF9-4D9F-C6DB90F76A79}"/>
              </a:ext>
            </a:extLst>
          </p:cNvPr>
          <p:cNvSpPr>
            <a:spLocks noGrp="1"/>
          </p:cNvSpPr>
          <p:nvPr>
            <p:ph type="title"/>
          </p:nvPr>
        </p:nvSpPr>
        <p:spPr/>
        <p:txBody>
          <a:bodyPr/>
          <a:lstStyle/>
          <a:p>
            <a:r>
              <a:rPr lang="en-US" dirty="0"/>
              <a:t>Generics</a:t>
            </a:r>
          </a:p>
        </p:txBody>
      </p:sp>
      <p:sp>
        <p:nvSpPr>
          <p:cNvPr id="3" name="Text Placeholder 2">
            <a:extLst>
              <a:ext uri="{FF2B5EF4-FFF2-40B4-BE49-F238E27FC236}">
                <a16:creationId xmlns:a16="http://schemas.microsoft.com/office/drawing/2014/main" id="{3129D30D-B847-285E-D9D6-5261848F3329}"/>
              </a:ext>
            </a:extLst>
          </p:cNvPr>
          <p:cNvSpPr>
            <a:spLocks noGrp="1"/>
          </p:cNvSpPr>
          <p:nvPr>
            <p:ph type="body" idx="1"/>
          </p:nvPr>
        </p:nvSpPr>
        <p:spPr>
          <a:xfrm>
            <a:off x="380010" y="1481447"/>
            <a:ext cx="8383980" cy="4882266"/>
          </a:xfrm>
        </p:spPr>
        <p:txBody>
          <a:bodyPr>
            <a:normAutofit fontScale="92500" lnSpcReduction="10000"/>
          </a:bodyPr>
          <a:lstStyle/>
          <a:p>
            <a:r>
              <a:rPr lang="en-US" dirty="0"/>
              <a:t>Generics act as a specifier (and limiter) for a type of data to be used within a class or interface.</a:t>
            </a:r>
          </a:p>
          <a:p>
            <a:r>
              <a:rPr lang="en-US" dirty="0"/>
              <a:t>Generics enforce the type of object allowed in the object/interface (i.e. the Collection)</a:t>
            </a:r>
          </a:p>
          <a:p>
            <a:r>
              <a:rPr lang="en-US" dirty="0"/>
              <a:t>In other words…Generics are a way of saying, “</a:t>
            </a:r>
            <a:r>
              <a:rPr lang="en-US" i="1" dirty="0"/>
              <a:t>I don’t know what type this will be, but when this class is instantiated into an object, a type will be provided</a:t>
            </a:r>
            <a:r>
              <a:rPr lang="en-US" dirty="0"/>
              <a:t>”</a:t>
            </a:r>
          </a:p>
          <a:p>
            <a:r>
              <a:rPr lang="en-US" dirty="0"/>
              <a:t>Generics are declared using Diamond operator &lt; &gt;</a:t>
            </a:r>
          </a:p>
          <a:p>
            <a:r>
              <a:rPr lang="en-US" dirty="0"/>
              <a:t>Generics provide compile-time safety</a:t>
            </a:r>
          </a:p>
          <a:p>
            <a:r>
              <a:rPr lang="en-US" dirty="0"/>
              <a:t>All Java Collections use Generics</a:t>
            </a:r>
          </a:p>
          <a:p>
            <a:pPr lvl="1"/>
            <a:r>
              <a:rPr lang="en-US" dirty="0"/>
              <a:t>This allows you to specify what type of object is stored in the collection</a:t>
            </a:r>
          </a:p>
        </p:txBody>
      </p:sp>
      <p:sp>
        <p:nvSpPr>
          <p:cNvPr id="4" name="Slide Number Placeholder 3">
            <a:extLst>
              <a:ext uri="{FF2B5EF4-FFF2-40B4-BE49-F238E27FC236}">
                <a16:creationId xmlns:a16="http://schemas.microsoft.com/office/drawing/2014/main" id="{43285AA2-8D46-3C7F-9587-D595337A1B85}"/>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a:t>
            </a:fld>
            <a:endParaRPr kumimoji="0" lang="en-US" sz="1200" b="0" i="0" u="none" strike="noStrike" kern="0" cap="none" spc="0" normalizeH="0" baseline="0" noProof="0">
              <a:ln>
                <a:noFill/>
              </a:ln>
              <a:solidFill>
                <a:srgbClr val="A0A1A0"/>
              </a:solidFill>
              <a:effectLst/>
              <a:uLnTx/>
              <a:uFillTx/>
              <a:latin typeface="Arial"/>
              <a:cs typeface="Arial"/>
              <a:sym typeface="Arial"/>
            </a:endParaRPr>
          </a:p>
        </p:txBody>
      </p:sp>
    </p:spTree>
    <p:extLst>
      <p:ext uri="{BB962C8B-B14F-4D97-AF65-F5344CB8AC3E}">
        <p14:creationId xmlns:p14="http://schemas.microsoft.com/office/powerpoint/2010/main" val="2105804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BFD3A-2FFC-4E8D-95F1-9C41F9AA8D40}"/>
              </a:ext>
            </a:extLst>
          </p:cNvPr>
          <p:cNvSpPr>
            <a:spLocks noGrp="1"/>
          </p:cNvSpPr>
          <p:nvPr>
            <p:ph type="title"/>
          </p:nvPr>
        </p:nvSpPr>
        <p:spPr/>
        <p:txBody>
          <a:bodyPr/>
          <a:lstStyle/>
          <a:p>
            <a:r>
              <a:rPr lang="en-US" dirty="0"/>
              <a:t>Generics</a:t>
            </a:r>
          </a:p>
        </p:txBody>
      </p:sp>
      <p:sp>
        <p:nvSpPr>
          <p:cNvPr id="3" name="Text Placeholder 2">
            <a:extLst>
              <a:ext uri="{FF2B5EF4-FFF2-40B4-BE49-F238E27FC236}">
                <a16:creationId xmlns:a16="http://schemas.microsoft.com/office/drawing/2014/main" id="{7B9E0700-E6D9-42C0-9F52-0CAC9EB4B9AB}"/>
              </a:ext>
            </a:extLst>
          </p:cNvPr>
          <p:cNvSpPr>
            <a:spLocks noGrp="1"/>
          </p:cNvSpPr>
          <p:nvPr>
            <p:ph type="body" idx="1"/>
          </p:nvPr>
        </p:nvSpPr>
        <p:spPr>
          <a:xfrm>
            <a:off x="380010" y="1481446"/>
            <a:ext cx="8383980" cy="2365935"/>
          </a:xfrm>
        </p:spPr>
        <p:txBody>
          <a:bodyPr>
            <a:normAutofit fontScale="85000" lnSpcReduction="20000"/>
          </a:bodyPr>
          <a:lstStyle/>
          <a:p>
            <a:r>
              <a:rPr lang="en-US" dirty="0"/>
              <a:t>Generics can be used when writing classes, interfaces and methods*.</a:t>
            </a:r>
          </a:p>
          <a:p>
            <a:pPr lvl="1"/>
            <a:r>
              <a:rPr lang="en-US" dirty="0"/>
              <a:t>*To use generics in a method, the containing class or interface must use generics</a:t>
            </a:r>
          </a:p>
          <a:p>
            <a:r>
              <a:rPr lang="en-US" dirty="0"/>
              <a:t>When implementing a Generic type on an object, you must use an object type</a:t>
            </a:r>
          </a:p>
          <a:p>
            <a:r>
              <a:rPr lang="en-US" dirty="0"/>
              <a:t>Primitives are achieved using wrapper classes</a:t>
            </a:r>
          </a:p>
        </p:txBody>
      </p:sp>
      <p:sp>
        <p:nvSpPr>
          <p:cNvPr id="4" name="Slide Number Placeholder 3">
            <a:extLst>
              <a:ext uri="{FF2B5EF4-FFF2-40B4-BE49-F238E27FC236}">
                <a16:creationId xmlns:a16="http://schemas.microsoft.com/office/drawing/2014/main" id="{642A279A-A0B5-4F67-94F3-EEC304C4311C}"/>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a:t>
            </a:fld>
            <a:endParaRPr kumimoji="0" lang="en-US" sz="1200" b="0" i="0" u="none" strike="noStrike" kern="0" cap="none" spc="0" normalizeH="0" baseline="0" noProof="0">
              <a:ln>
                <a:noFill/>
              </a:ln>
              <a:solidFill>
                <a:srgbClr val="A0A1A0"/>
              </a:solidFill>
              <a:effectLst/>
              <a:uLnTx/>
              <a:uFillTx/>
              <a:latin typeface="Arial"/>
              <a:cs typeface="Arial"/>
              <a:sym typeface="Arial"/>
            </a:endParaRPr>
          </a:p>
        </p:txBody>
      </p:sp>
      <p:sp>
        <p:nvSpPr>
          <p:cNvPr id="5" name="Google Shape;275;p24">
            <a:extLst>
              <a:ext uri="{FF2B5EF4-FFF2-40B4-BE49-F238E27FC236}">
                <a16:creationId xmlns:a16="http://schemas.microsoft.com/office/drawing/2014/main" id="{D2BDAB52-2255-09BE-5FCC-7C13FB8D6F35}"/>
              </a:ext>
            </a:extLst>
          </p:cNvPr>
          <p:cNvSpPr txBox="1">
            <a:spLocks/>
          </p:cNvSpPr>
          <p:nvPr/>
        </p:nvSpPr>
        <p:spPr>
          <a:xfrm>
            <a:off x="507258" y="3959525"/>
            <a:ext cx="8129484" cy="2769312"/>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0" indent="0">
              <a:spcBef>
                <a:spcPts val="0"/>
              </a:spcBef>
              <a:buSzPts val="2000"/>
              <a:buFont typeface="Arial"/>
              <a:buNone/>
            </a:pPr>
            <a:r>
              <a:rPr lang="en-US" sz="1600" dirty="0">
                <a:latin typeface="Courier New"/>
                <a:ea typeface="Courier New"/>
                <a:cs typeface="Courier New"/>
                <a:sym typeface="Courier New"/>
              </a:rPr>
              <a:t>public static void main (String[] </a:t>
            </a:r>
            <a:r>
              <a:rPr lang="en-US" sz="1600" dirty="0" err="1">
                <a:latin typeface="Courier New"/>
                <a:ea typeface="Courier New"/>
                <a:cs typeface="Courier New"/>
                <a:sym typeface="Courier New"/>
              </a:rPr>
              <a:t>args</a:t>
            </a:r>
            <a:r>
              <a:rPr lang="en-US" sz="1600" dirty="0">
                <a:latin typeface="Courier New"/>
                <a:ea typeface="Courier New"/>
                <a:cs typeface="Courier New"/>
                <a:sym typeface="Courier New"/>
              </a:rPr>
              <a:t>) {</a:t>
            </a:r>
          </a:p>
          <a:p>
            <a:pPr marL="50800" indent="0">
              <a:buNone/>
            </a:pPr>
            <a:r>
              <a:rPr lang="en-US" sz="1600" dirty="0">
                <a:latin typeface="Courier New" panose="02070309020205020404" pitchFamily="49" charset="0"/>
                <a:cs typeface="Courier New" panose="02070309020205020404" pitchFamily="49" charset="0"/>
              </a:rPr>
              <a:t>	ArrayList&lt;String&gt; </a:t>
            </a:r>
            <a:r>
              <a:rPr lang="en-US" sz="1600" dirty="0" err="1">
                <a:latin typeface="Courier New" panose="02070309020205020404" pitchFamily="49" charset="0"/>
                <a:cs typeface="Courier New" panose="02070309020205020404" pitchFamily="49" charset="0"/>
              </a:rPr>
              <a:t>strList</a:t>
            </a:r>
            <a:r>
              <a:rPr lang="en-US" sz="1600" dirty="0">
                <a:latin typeface="Courier New" panose="02070309020205020404" pitchFamily="49" charset="0"/>
                <a:cs typeface="Courier New" panose="02070309020205020404" pitchFamily="49" charset="0"/>
              </a:rPr>
              <a:t> = new ArrayList&lt;String&gt;();</a:t>
            </a:r>
          </a:p>
          <a:p>
            <a:pPr marL="0" indent="0">
              <a:spcBef>
                <a:spcPts val="0"/>
              </a:spcBef>
              <a:buSzPts val="2000"/>
              <a:buFont typeface="Arial"/>
              <a:buNone/>
            </a:pPr>
            <a:r>
              <a:rPr lang="en-US" sz="1600" dirty="0">
                <a:latin typeface="Courier New"/>
                <a:ea typeface="Courier New"/>
                <a:cs typeface="Courier New"/>
                <a:sym typeface="Courier New"/>
              </a:rPr>
              <a:t>}</a:t>
            </a:r>
          </a:p>
          <a:p>
            <a:pPr marL="0" indent="0">
              <a:spcBef>
                <a:spcPts val="0"/>
              </a:spcBef>
              <a:buSzPts val="2000"/>
              <a:buFont typeface="Arial"/>
              <a:buNone/>
            </a:pPr>
            <a:endParaRPr lang="en-US" sz="1600" dirty="0">
              <a:latin typeface="Courier New"/>
              <a:ea typeface="Courier New"/>
              <a:cs typeface="Courier New"/>
              <a:sym typeface="Courier New"/>
            </a:endParaRPr>
          </a:p>
          <a:p>
            <a:pPr marL="0" indent="0">
              <a:spcBef>
                <a:spcPts val="0"/>
              </a:spcBef>
              <a:buSzPts val="2000"/>
              <a:buFont typeface="Arial"/>
              <a:buNone/>
            </a:pPr>
            <a:r>
              <a:rPr lang="en-US" sz="1600" dirty="0">
                <a:latin typeface="Courier New"/>
                <a:ea typeface="Courier New"/>
                <a:cs typeface="Courier New"/>
                <a:sym typeface="Courier New"/>
              </a:rPr>
              <a:t>…</a:t>
            </a:r>
          </a:p>
          <a:p>
            <a:pPr marL="0" indent="0">
              <a:spcBef>
                <a:spcPts val="0"/>
              </a:spcBef>
              <a:buSzPts val="2000"/>
              <a:buFont typeface="Arial"/>
              <a:buNone/>
            </a:pPr>
            <a:endParaRPr lang="en-US" sz="1600" dirty="0">
              <a:latin typeface="Courier New"/>
              <a:ea typeface="Courier New"/>
              <a:cs typeface="Courier New"/>
              <a:sym typeface="Courier New"/>
            </a:endParaRPr>
          </a:p>
          <a:p>
            <a:pPr marL="0" indent="0">
              <a:spcBef>
                <a:spcPts val="0"/>
              </a:spcBef>
              <a:buSzPts val="2000"/>
              <a:buFont typeface="Arial"/>
              <a:buNone/>
            </a:pPr>
            <a:r>
              <a:rPr lang="en-US" sz="1600" dirty="0">
                <a:latin typeface="Courier New"/>
                <a:ea typeface="Courier New"/>
                <a:cs typeface="Courier New"/>
                <a:sym typeface="Courier New"/>
              </a:rPr>
              <a:t>public class </a:t>
            </a:r>
            <a:r>
              <a:rPr lang="en-US" sz="1600" dirty="0" err="1">
                <a:latin typeface="Courier New"/>
                <a:ea typeface="Courier New"/>
                <a:cs typeface="Courier New"/>
                <a:sym typeface="Courier New"/>
              </a:rPr>
              <a:t>GenericExample</a:t>
            </a:r>
            <a:r>
              <a:rPr lang="en-US" sz="1600" dirty="0">
                <a:latin typeface="Courier New"/>
                <a:ea typeface="Courier New"/>
                <a:cs typeface="Courier New"/>
                <a:sym typeface="Courier New"/>
              </a:rPr>
              <a:t>&lt;T&gt; {</a:t>
            </a:r>
          </a:p>
          <a:p>
            <a:pPr marL="0" indent="0">
              <a:spcBef>
                <a:spcPts val="0"/>
              </a:spcBef>
              <a:buSzPts val="2000"/>
              <a:buFont typeface="Arial"/>
              <a:buNone/>
            </a:pPr>
            <a:r>
              <a:rPr lang="en-US" sz="1600" dirty="0">
                <a:latin typeface="Courier New"/>
                <a:ea typeface="Courier New"/>
                <a:cs typeface="Courier New"/>
                <a:sym typeface="Courier New"/>
              </a:rPr>
              <a:t>	T t;</a:t>
            </a:r>
          </a:p>
          <a:p>
            <a:pPr marL="0" indent="0">
              <a:spcBef>
                <a:spcPts val="0"/>
              </a:spcBef>
              <a:buSzPts val="2000"/>
              <a:buFont typeface="Arial"/>
              <a:buNone/>
            </a:pPr>
            <a:endParaRPr lang="en-US" sz="1600" dirty="0">
              <a:latin typeface="Courier New"/>
              <a:ea typeface="Courier New"/>
              <a:cs typeface="Courier New"/>
              <a:sym typeface="Courier New"/>
            </a:endParaRPr>
          </a:p>
          <a:p>
            <a:pPr marL="0" indent="0">
              <a:spcBef>
                <a:spcPts val="0"/>
              </a:spcBef>
              <a:buSzPts val="2000"/>
              <a:buFont typeface="Arial"/>
              <a:buNone/>
            </a:pPr>
            <a:r>
              <a:rPr lang="en-US" sz="1600" dirty="0">
                <a:latin typeface="Courier New"/>
                <a:ea typeface="Courier New"/>
                <a:cs typeface="Courier New"/>
                <a:sym typeface="Courier New"/>
              </a:rPr>
              <a:t>	void </a:t>
            </a:r>
            <a:r>
              <a:rPr lang="en-US" sz="1600" dirty="0" err="1">
                <a:latin typeface="Courier New"/>
                <a:ea typeface="Courier New"/>
                <a:cs typeface="Courier New"/>
                <a:sym typeface="Courier New"/>
              </a:rPr>
              <a:t>printObject</a:t>
            </a:r>
            <a:r>
              <a:rPr lang="en-US" sz="1600" dirty="0">
                <a:latin typeface="Courier New"/>
                <a:ea typeface="Courier New"/>
                <a:cs typeface="Courier New"/>
                <a:sym typeface="Courier New"/>
              </a:rPr>
              <a:t>&lt;T&gt; () {</a:t>
            </a:r>
          </a:p>
          <a:p>
            <a:pPr marL="0" indent="0">
              <a:spcBef>
                <a:spcPts val="0"/>
              </a:spcBef>
              <a:buSzPts val="2000"/>
              <a:buFont typeface="Arial"/>
              <a:buNone/>
            </a:pPr>
            <a:r>
              <a:rPr lang="en-US" sz="1600" dirty="0">
                <a:latin typeface="Courier New"/>
                <a:ea typeface="Courier New"/>
                <a:cs typeface="Courier New"/>
                <a:sym typeface="Courier New"/>
              </a:rPr>
              <a:t>		</a:t>
            </a:r>
            <a:r>
              <a:rPr lang="en-US" sz="1600" dirty="0" err="1">
                <a:latin typeface="Courier New"/>
                <a:ea typeface="Courier New"/>
                <a:cs typeface="Courier New"/>
                <a:sym typeface="Courier New"/>
              </a:rPr>
              <a:t>System.out.println</a:t>
            </a:r>
            <a:r>
              <a:rPr lang="en-US" sz="1600" dirty="0">
                <a:latin typeface="Courier New"/>
                <a:ea typeface="Courier New"/>
                <a:cs typeface="Courier New"/>
                <a:sym typeface="Courier New"/>
              </a:rPr>
              <a:t>( </a:t>
            </a:r>
            <a:r>
              <a:rPr lang="en-US" sz="1600" dirty="0" err="1">
                <a:latin typeface="Courier New"/>
                <a:ea typeface="Courier New"/>
                <a:cs typeface="Courier New"/>
                <a:sym typeface="Courier New"/>
              </a:rPr>
              <a:t>t.toString</a:t>
            </a:r>
            <a:r>
              <a:rPr lang="en-US" sz="1600" dirty="0">
                <a:latin typeface="Courier New"/>
                <a:ea typeface="Courier New"/>
                <a:cs typeface="Courier New"/>
                <a:sym typeface="Courier New"/>
              </a:rPr>
              <a:t>() )</a:t>
            </a:r>
          </a:p>
          <a:p>
            <a:pPr marL="0" indent="0">
              <a:spcBef>
                <a:spcPts val="0"/>
              </a:spcBef>
              <a:buSzPts val="2000"/>
              <a:buFont typeface="Arial"/>
              <a:buNone/>
            </a:pPr>
            <a:r>
              <a:rPr lang="en-US" sz="1600" dirty="0">
                <a:latin typeface="Courier New"/>
                <a:ea typeface="Courier New"/>
                <a:cs typeface="Courier New"/>
                <a:sym typeface="Courier New"/>
              </a:rPr>
              <a:t>	}</a:t>
            </a:r>
          </a:p>
          <a:p>
            <a:pPr marL="0" indent="0">
              <a:spcBef>
                <a:spcPts val="0"/>
              </a:spcBef>
              <a:buSzPts val="2000"/>
              <a:buFont typeface="Arial"/>
              <a:buNone/>
            </a:pPr>
            <a:r>
              <a:rPr lang="en-US" sz="1600" dirty="0">
                <a:latin typeface="Courier New"/>
                <a:ea typeface="Courier New"/>
                <a:cs typeface="Courier New"/>
                <a:sym typeface="Courier New"/>
              </a:rPr>
              <a:t>}</a:t>
            </a:r>
          </a:p>
        </p:txBody>
      </p:sp>
    </p:spTree>
    <p:extLst>
      <p:ext uri="{BB962C8B-B14F-4D97-AF65-F5344CB8AC3E}">
        <p14:creationId xmlns:p14="http://schemas.microsoft.com/office/powerpoint/2010/main" val="2678975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F73DA-BF6C-63AC-D858-D14CDDA4F4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03834A-A480-29F5-3258-61344873B85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3" name="Title 2">
            <a:extLst>
              <a:ext uri="{FF2B5EF4-FFF2-40B4-BE49-F238E27FC236}">
                <a16:creationId xmlns:a16="http://schemas.microsoft.com/office/drawing/2014/main" id="{6D3B26C1-A33B-CE84-4380-7D69B70ACAE3}"/>
              </a:ext>
            </a:extLst>
          </p:cNvPr>
          <p:cNvSpPr>
            <a:spLocks noGrp="1"/>
          </p:cNvSpPr>
          <p:nvPr>
            <p:ph type="title"/>
          </p:nvPr>
        </p:nvSpPr>
        <p:spPr/>
        <p:txBody>
          <a:bodyPr/>
          <a:lstStyle/>
          <a:p>
            <a:r>
              <a:rPr lang="en-US" sz="3600" dirty="0"/>
              <a:t>Java Collection Hierarchy</a:t>
            </a:r>
          </a:p>
        </p:txBody>
      </p:sp>
    </p:spTree>
    <p:extLst>
      <p:ext uri="{BB962C8B-B14F-4D97-AF65-F5344CB8AC3E}">
        <p14:creationId xmlns:p14="http://schemas.microsoft.com/office/powerpoint/2010/main" val="3931831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Collection</a:t>
            </a:r>
            <a:endParaRPr dirty="0"/>
          </a:p>
        </p:txBody>
      </p:sp>
      <p:sp>
        <p:nvSpPr>
          <p:cNvPr id="226" name="Google Shape;226;p17"/>
          <p:cNvSpPr txBox="1">
            <a:spLocks noGrp="1"/>
          </p:cNvSpPr>
          <p:nvPr>
            <p:ph type="body" idx="1"/>
          </p:nvPr>
        </p:nvSpPr>
        <p:spPr>
          <a:xfrm>
            <a:off x="380010" y="1481446"/>
            <a:ext cx="8383980" cy="5111083"/>
          </a:xfrm>
          <a:prstGeom prst="rect">
            <a:avLst/>
          </a:prstGeom>
          <a:noFill/>
          <a:ln>
            <a:noFill/>
          </a:ln>
        </p:spPr>
        <p:txBody>
          <a:bodyPr spcFirstLastPara="1" wrap="square" lIns="91425" tIns="45700" rIns="91425" bIns="45700" anchor="t" anchorCtr="0">
            <a:noAutofit/>
          </a:bodyPr>
          <a:lstStyle/>
          <a:p>
            <a:pPr marL="342900" indent="-342900">
              <a:lnSpc>
                <a:spcPct val="90000"/>
              </a:lnSpc>
              <a:spcBef>
                <a:spcPts val="0"/>
              </a:spcBef>
              <a:buSzPts val="2590"/>
            </a:pPr>
            <a:r>
              <a:rPr lang="en-US" sz="2590" dirty="0"/>
              <a:t>A collection is a specialized type of data structure used to store, retrieve, transform, and manipulate data</a:t>
            </a:r>
          </a:p>
          <a:p>
            <a:pPr marL="342900" lvl="0" indent="-342900" algn="l" rtl="0">
              <a:lnSpc>
                <a:spcPct val="90000"/>
              </a:lnSpc>
              <a:spcBef>
                <a:spcPts val="0"/>
              </a:spcBef>
              <a:spcAft>
                <a:spcPts val="0"/>
              </a:spcAft>
              <a:buSzPts val="2590"/>
              <a:buChar char="•"/>
            </a:pPr>
            <a:r>
              <a:rPr lang="en-US" sz="2590" dirty="0"/>
              <a:t>A collection is an object that groups multiple elements into a single unit</a:t>
            </a:r>
          </a:p>
          <a:p>
            <a:pPr marL="342900" lvl="0" indent="-342900" algn="l" rtl="0">
              <a:lnSpc>
                <a:spcPct val="90000"/>
              </a:lnSpc>
              <a:spcBef>
                <a:spcPts val="0"/>
              </a:spcBef>
              <a:spcAft>
                <a:spcPts val="0"/>
              </a:spcAft>
              <a:buSzPts val="2590"/>
              <a:buChar char="•"/>
            </a:pPr>
            <a:r>
              <a:rPr lang="en-US" sz="2590" dirty="0"/>
              <a:t>Collections reduce programming effort by providing useful data structures and algorithms</a:t>
            </a:r>
          </a:p>
          <a:p>
            <a:pPr marL="342900" indent="-342900">
              <a:lnSpc>
                <a:spcPct val="90000"/>
              </a:lnSpc>
              <a:spcBef>
                <a:spcPts val="0"/>
              </a:spcBef>
              <a:buSzPts val="2590"/>
            </a:pPr>
            <a:r>
              <a:rPr lang="en-US" sz="2590" dirty="0"/>
              <a:t>Different programming languages provide collections within their standard libraries &amp; typically provide helper functions/features that leverage those collection objects.</a:t>
            </a:r>
          </a:p>
          <a:p>
            <a:pPr marL="342900" lvl="0" indent="-342900" algn="l" rtl="0">
              <a:lnSpc>
                <a:spcPct val="90000"/>
              </a:lnSpc>
              <a:spcBef>
                <a:spcPts val="0"/>
              </a:spcBef>
              <a:spcAft>
                <a:spcPts val="0"/>
              </a:spcAft>
              <a:buSzPts val="2590"/>
              <a:buChar char="•"/>
            </a:pPr>
            <a:endParaRPr lang="en-US" sz="2590" dirty="0"/>
          </a:p>
          <a:p>
            <a:pPr marL="342900" lvl="0" indent="-342900" algn="l" rtl="0">
              <a:lnSpc>
                <a:spcPct val="90000"/>
              </a:lnSpc>
              <a:spcBef>
                <a:spcPts val="0"/>
              </a:spcBef>
              <a:spcAft>
                <a:spcPts val="0"/>
              </a:spcAft>
              <a:buSzPts val="2590"/>
              <a:buChar char="•"/>
            </a:pPr>
            <a:endParaRPr sz="2190" dirty="0"/>
          </a:p>
        </p:txBody>
      </p:sp>
      <p:sp>
        <p:nvSpPr>
          <p:cNvPr id="227" name="Google Shape;227;p17"/>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a:t>
            </a:fld>
            <a:endParaRPr kumimoji="0" sz="1200" b="0" i="0" u="none" strike="noStrike" kern="0" cap="none" spc="0" normalizeH="0" baseline="0" noProof="0">
              <a:ln>
                <a:noFill/>
              </a:ln>
              <a:solidFill>
                <a:srgbClr val="A0A1A0"/>
              </a:solidFill>
              <a:effectLst/>
              <a:uLnTx/>
              <a:uFillTx/>
              <a:latin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9B483-2554-4BD2-91E8-92F8E3176FC5}"/>
              </a:ext>
            </a:extLst>
          </p:cNvPr>
          <p:cNvSpPr>
            <a:spLocks noGrp="1"/>
          </p:cNvSpPr>
          <p:nvPr>
            <p:ph type="title"/>
          </p:nvPr>
        </p:nvSpPr>
        <p:spPr/>
        <p:txBody>
          <a:bodyPr/>
          <a:lstStyle/>
          <a:p>
            <a:r>
              <a:rPr lang="en-US" dirty="0"/>
              <a:t>Collection Hierarchy</a:t>
            </a:r>
          </a:p>
        </p:txBody>
      </p:sp>
      <p:sp>
        <p:nvSpPr>
          <p:cNvPr id="3" name="Text Placeholder 2">
            <a:extLst>
              <a:ext uri="{FF2B5EF4-FFF2-40B4-BE49-F238E27FC236}">
                <a16:creationId xmlns:a16="http://schemas.microsoft.com/office/drawing/2014/main" id="{C9F2426F-D5F3-4D3A-A712-BEC20D2F76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027545-FFBA-4A8A-95DA-678F4C1890EC}"/>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a:t>
            </a:fld>
            <a:endParaRPr kumimoji="0" lang="en-US" sz="1200" b="0" i="0" u="none" strike="noStrike" kern="0" cap="none" spc="0" normalizeH="0" baseline="0" noProof="0">
              <a:ln>
                <a:noFill/>
              </a:ln>
              <a:solidFill>
                <a:srgbClr val="A0A1A0"/>
              </a:solidFill>
              <a:effectLst/>
              <a:uLnTx/>
              <a:uFillTx/>
              <a:latin typeface="Arial"/>
              <a:cs typeface="Arial"/>
              <a:sym typeface="Arial"/>
            </a:endParaRPr>
          </a:p>
        </p:txBody>
      </p:sp>
      <p:pic>
        <p:nvPicPr>
          <p:cNvPr id="6" name="Picture 5" descr="A screenshot of a cell phone&#10;&#10;Description automatically generated">
            <a:extLst>
              <a:ext uri="{FF2B5EF4-FFF2-40B4-BE49-F238E27FC236}">
                <a16:creationId xmlns:a16="http://schemas.microsoft.com/office/drawing/2014/main" id="{6DE63F13-A792-4CF3-8022-381880E622E1}"/>
              </a:ext>
            </a:extLst>
          </p:cNvPr>
          <p:cNvPicPr>
            <a:picLocks noChangeAspect="1"/>
          </p:cNvPicPr>
          <p:nvPr/>
        </p:nvPicPr>
        <p:blipFill>
          <a:blip r:embed="rId2"/>
          <a:stretch>
            <a:fillRect/>
          </a:stretch>
        </p:blipFill>
        <p:spPr>
          <a:xfrm>
            <a:off x="166900" y="1408528"/>
            <a:ext cx="8810200" cy="4671797"/>
          </a:xfrm>
          <a:prstGeom prst="rect">
            <a:avLst/>
          </a:prstGeom>
        </p:spPr>
      </p:pic>
    </p:spTree>
    <p:extLst>
      <p:ext uri="{BB962C8B-B14F-4D97-AF65-F5344CB8AC3E}">
        <p14:creationId xmlns:p14="http://schemas.microsoft.com/office/powerpoint/2010/main" val="401115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id="{8EB6CFDC-92DC-A52B-2A23-1F49C46985E6}"/>
            </a:ext>
          </a:extLst>
        </p:cNvPr>
        <p:cNvGrpSpPr/>
        <p:nvPr/>
      </p:nvGrpSpPr>
      <p:grpSpPr>
        <a:xfrm>
          <a:off x="0" y="0"/>
          <a:ext cx="0" cy="0"/>
          <a:chOff x="0" y="0"/>
          <a:chExt cx="0" cy="0"/>
        </a:xfrm>
      </p:grpSpPr>
      <p:sp>
        <p:nvSpPr>
          <p:cNvPr id="225" name="Google Shape;225;p17">
            <a:extLst>
              <a:ext uri="{FF2B5EF4-FFF2-40B4-BE49-F238E27FC236}">
                <a16:creationId xmlns:a16="http://schemas.microsoft.com/office/drawing/2014/main" id="{2170EBD7-ABC5-3EEE-3E1F-BEFA942D5CA4}"/>
              </a:ext>
            </a:extLst>
          </p:cNvPr>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Collection Hierarchy Overview</a:t>
            </a:r>
            <a:endParaRPr dirty="0"/>
          </a:p>
        </p:txBody>
      </p:sp>
      <p:sp>
        <p:nvSpPr>
          <p:cNvPr id="226" name="Google Shape;226;p17">
            <a:extLst>
              <a:ext uri="{FF2B5EF4-FFF2-40B4-BE49-F238E27FC236}">
                <a16:creationId xmlns:a16="http://schemas.microsoft.com/office/drawing/2014/main" id="{74609A81-0829-D7C9-A11F-0CB1FF804949}"/>
              </a:ext>
            </a:extLst>
          </p:cNvPr>
          <p:cNvSpPr txBox="1">
            <a:spLocks noGrp="1"/>
          </p:cNvSpPr>
          <p:nvPr>
            <p:ph type="body" idx="1"/>
          </p:nvPr>
        </p:nvSpPr>
        <p:spPr>
          <a:xfrm>
            <a:off x="380010" y="1481446"/>
            <a:ext cx="8383980" cy="511108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590"/>
              <a:buChar char="•"/>
            </a:pPr>
            <a:r>
              <a:rPr lang="en-US" sz="2590" b="1" dirty="0" err="1"/>
              <a:t>Iterable</a:t>
            </a:r>
            <a:r>
              <a:rPr lang="en-US" sz="2590" dirty="0"/>
              <a:t> – Everything can be “iterated through”. i.e. you can look at data within these items, one by one.</a:t>
            </a:r>
          </a:p>
          <a:p>
            <a:pPr marL="342900" lvl="0" indent="-342900" algn="l" rtl="0">
              <a:lnSpc>
                <a:spcPct val="90000"/>
              </a:lnSpc>
              <a:spcBef>
                <a:spcPts val="0"/>
              </a:spcBef>
              <a:spcAft>
                <a:spcPts val="0"/>
              </a:spcAft>
              <a:buSzPts val="2590"/>
              <a:buChar char="•"/>
            </a:pPr>
            <a:r>
              <a:rPr lang="en-US" sz="2590" b="1" dirty="0"/>
              <a:t>Collection </a:t>
            </a:r>
            <a:r>
              <a:rPr lang="en-US" sz="2590" dirty="0"/>
              <a:t>– An Interface in Java that provides an architecture to store and manipulate objects</a:t>
            </a:r>
          </a:p>
          <a:p>
            <a:pPr marL="342900" lvl="0" indent="-342900" algn="l" rtl="0">
              <a:lnSpc>
                <a:spcPct val="90000"/>
              </a:lnSpc>
              <a:spcBef>
                <a:spcPts val="0"/>
              </a:spcBef>
              <a:spcAft>
                <a:spcPts val="0"/>
              </a:spcAft>
              <a:buSzPts val="2590"/>
              <a:buChar char="•"/>
            </a:pPr>
            <a:r>
              <a:rPr lang="en-US" sz="2590" b="1" dirty="0"/>
              <a:t>Set</a:t>
            </a:r>
            <a:r>
              <a:rPr lang="en-US" sz="2590" dirty="0"/>
              <a:t> – A collection which cannot contain duplicate elements. </a:t>
            </a:r>
          </a:p>
          <a:p>
            <a:pPr marL="800100" lvl="1" indent="-342900">
              <a:lnSpc>
                <a:spcPct val="90000"/>
              </a:lnSpc>
              <a:spcBef>
                <a:spcPts val="0"/>
              </a:spcBef>
              <a:buSzPts val="2590"/>
              <a:buChar char="•"/>
            </a:pPr>
            <a:r>
              <a:rPr lang="en-US" sz="2190" dirty="0"/>
              <a:t>HashSet, </a:t>
            </a:r>
            <a:r>
              <a:rPr lang="en-US" sz="2190" dirty="0" err="1"/>
              <a:t>LinkedHashSet</a:t>
            </a:r>
            <a:r>
              <a:rPr lang="en-US" sz="2190" dirty="0"/>
              <a:t>, </a:t>
            </a:r>
            <a:r>
              <a:rPr lang="en-US" sz="2190" dirty="0" err="1"/>
              <a:t>SortedSet</a:t>
            </a:r>
            <a:endParaRPr lang="en-US" sz="2190" dirty="0"/>
          </a:p>
          <a:p>
            <a:pPr marL="342900" lvl="0" indent="-342900" algn="l" rtl="0">
              <a:lnSpc>
                <a:spcPct val="90000"/>
              </a:lnSpc>
              <a:spcBef>
                <a:spcPts val="0"/>
              </a:spcBef>
              <a:spcAft>
                <a:spcPts val="0"/>
              </a:spcAft>
              <a:buSzPts val="2590"/>
              <a:buChar char="•"/>
            </a:pPr>
            <a:r>
              <a:rPr lang="en-US" sz="2590" b="1" dirty="0"/>
              <a:t>Queue</a:t>
            </a:r>
            <a:r>
              <a:rPr lang="en-US" sz="2590" dirty="0"/>
              <a:t> – A collection which orders objects using a First-in-first-out principle or other strategy. Note, removal of elements may cause element re-ordering.</a:t>
            </a:r>
          </a:p>
          <a:p>
            <a:pPr marL="800100" lvl="1" indent="-342900">
              <a:lnSpc>
                <a:spcPct val="90000"/>
              </a:lnSpc>
              <a:spcBef>
                <a:spcPts val="0"/>
              </a:spcBef>
              <a:buSzPts val="2590"/>
              <a:buChar char="•"/>
            </a:pPr>
            <a:r>
              <a:rPr lang="en-US" sz="2190" dirty="0"/>
              <a:t>Priority Queue, Deque</a:t>
            </a:r>
          </a:p>
          <a:p>
            <a:pPr marL="342900" lvl="0" indent="-342900" algn="l" rtl="0">
              <a:lnSpc>
                <a:spcPct val="90000"/>
              </a:lnSpc>
              <a:spcBef>
                <a:spcPts val="0"/>
              </a:spcBef>
              <a:spcAft>
                <a:spcPts val="0"/>
              </a:spcAft>
              <a:buSzPts val="2590"/>
              <a:buChar char="•"/>
            </a:pPr>
            <a:r>
              <a:rPr lang="en-US" sz="2590" b="1" dirty="0"/>
              <a:t>List</a:t>
            </a:r>
            <a:r>
              <a:rPr lang="en-US" sz="2590" dirty="0"/>
              <a:t> – An ordered collection of objects which utilizes indexes to maintain the order.</a:t>
            </a:r>
          </a:p>
          <a:p>
            <a:pPr marL="800100" lvl="1" indent="-342900">
              <a:lnSpc>
                <a:spcPct val="90000"/>
              </a:lnSpc>
              <a:spcBef>
                <a:spcPts val="0"/>
              </a:spcBef>
              <a:buSzPts val="2590"/>
              <a:buChar char="•"/>
            </a:pPr>
            <a:r>
              <a:rPr lang="en-US" sz="2190" dirty="0" err="1"/>
              <a:t>ArrayList</a:t>
            </a:r>
            <a:r>
              <a:rPr lang="en-US" sz="2190" dirty="0"/>
              <a:t>, Vector, LinkedList</a:t>
            </a:r>
            <a:endParaRPr sz="2190" dirty="0"/>
          </a:p>
        </p:txBody>
      </p:sp>
      <p:sp>
        <p:nvSpPr>
          <p:cNvPr id="227" name="Google Shape;227;p17">
            <a:extLst>
              <a:ext uri="{FF2B5EF4-FFF2-40B4-BE49-F238E27FC236}">
                <a16:creationId xmlns:a16="http://schemas.microsoft.com/office/drawing/2014/main" id="{1F703270-1F31-345A-9050-4D4568DA8EDF}"/>
              </a:ext>
            </a:extLst>
          </p:cNvPr>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a:t>
            </a:fld>
            <a:endParaRPr kumimoji="0" sz="1200" b="0" i="0" u="none" strike="noStrike" kern="0" cap="none" spc="0" normalizeH="0" baseline="0" noProof="0">
              <a:ln>
                <a:noFill/>
              </a:ln>
              <a:solidFill>
                <a:srgbClr val="A0A1A0"/>
              </a:solidFill>
              <a:effectLst/>
              <a:uLnTx/>
              <a:uFillTx/>
              <a:latin typeface="Arial"/>
              <a:cs typeface="Arial"/>
              <a:sym typeface="Arial"/>
            </a:endParaRPr>
          </a:p>
        </p:txBody>
      </p:sp>
    </p:spTree>
    <p:extLst>
      <p:ext uri="{BB962C8B-B14F-4D97-AF65-F5344CB8AC3E}">
        <p14:creationId xmlns:p14="http://schemas.microsoft.com/office/powerpoint/2010/main" val="1651467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6">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6">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id="{9AD9A9AD-8632-EC9C-28C2-7E78D372105F}"/>
            </a:ext>
          </a:extLst>
        </p:cNvPr>
        <p:cNvGrpSpPr/>
        <p:nvPr/>
      </p:nvGrpSpPr>
      <p:grpSpPr>
        <a:xfrm>
          <a:off x="0" y="0"/>
          <a:ext cx="0" cy="0"/>
          <a:chOff x="0" y="0"/>
          <a:chExt cx="0" cy="0"/>
        </a:xfrm>
      </p:grpSpPr>
      <p:sp>
        <p:nvSpPr>
          <p:cNvPr id="225" name="Google Shape;225;p17">
            <a:extLst>
              <a:ext uri="{FF2B5EF4-FFF2-40B4-BE49-F238E27FC236}">
                <a16:creationId xmlns:a16="http://schemas.microsoft.com/office/drawing/2014/main" id="{7D3EFBF6-9640-E60D-291E-AE82E78218DC}"/>
              </a:ext>
            </a:extLst>
          </p:cNvPr>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Collection Interface Methods</a:t>
            </a:r>
            <a:endParaRPr dirty="0"/>
          </a:p>
        </p:txBody>
      </p:sp>
      <p:sp>
        <p:nvSpPr>
          <p:cNvPr id="226" name="Google Shape;226;p17">
            <a:extLst>
              <a:ext uri="{FF2B5EF4-FFF2-40B4-BE49-F238E27FC236}">
                <a16:creationId xmlns:a16="http://schemas.microsoft.com/office/drawing/2014/main" id="{6EB8E355-BA24-0646-E851-1DEE23867897}"/>
              </a:ext>
            </a:extLst>
          </p:cNvPr>
          <p:cNvSpPr txBox="1">
            <a:spLocks noGrp="1"/>
          </p:cNvSpPr>
          <p:nvPr>
            <p:ph type="body" idx="1"/>
          </p:nvPr>
        </p:nvSpPr>
        <p:spPr>
          <a:xfrm>
            <a:off x="380010" y="1481446"/>
            <a:ext cx="8383980" cy="511108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590"/>
              <a:buChar char="•"/>
            </a:pPr>
            <a:r>
              <a:rPr lang="en-US" sz="2590" i="1" dirty="0" err="1">
                <a:solidFill>
                  <a:srgbClr val="7030A0"/>
                </a:solidFill>
              </a:rPr>
              <a:t>boolean</a:t>
            </a:r>
            <a:r>
              <a:rPr lang="en-US" sz="2590" dirty="0"/>
              <a:t> add(E e)</a:t>
            </a:r>
          </a:p>
          <a:p>
            <a:pPr marL="342900" lvl="0" indent="-342900" algn="l" rtl="0">
              <a:lnSpc>
                <a:spcPct val="90000"/>
              </a:lnSpc>
              <a:spcBef>
                <a:spcPts val="0"/>
              </a:spcBef>
              <a:spcAft>
                <a:spcPts val="0"/>
              </a:spcAft>
              <a:buSzPts val="2590"/>
              <a:buChar char="•"/>
            </a:pPr>
            <a:r>
              <a:rPr lang="en-US" sz="2590" i="1" dirty="0" err="1">
                <a:solidFill>
                  <a:srgbClr val="7030A0"/>
                </a:solidFill>
              </a:rPr>
              <a:t>boolean</a:t>
            </a:r>
            <a:r>
              <a:rPr lang="en-US" sz="2590" dirty="0"/>
              <a:t> </a:t>
            </a:r>
            <a:r>
              <a:rPr lang="en-US" sz="2590" dirty="0" err="1"/>
              <a:t>addAll</a:t>
            </a:r>
            <a:r>
              <a:rPr lang="en-US" sz="2590" dirty="0"/>
              <a:t>(Collection c)</a:t>
            </a:r>
          </a:p>
          <a:p>
            <a:pPr marL="342900" lvl="0" indent="-342900" algn="l" rtl="0">
              <a:lnSpc>
                <a:spcPct val="90000"/>
              </a:lnSpc>
              <a:spcBef>
                <a:spcPts val="0"/>
              </a:spcBef>
              <a:spcAft>
                <a:spcPts val="0"/>
              </a:spcAft>
              <a:buSzPts val="2590"/>
              <a:buChar char="•"/>
            </a:pPr>
            <a:r>
              <a:rPr lang="en-US" sz="2590" i="1" dirty="0">
                <a:solidFill>
                  <a:srgbClr val="7030A0"/>
                </a:solidFill>
              </a:rPr>
              <a:t>void</a:t>
            </a:r>
            <a:r>
              <a:rPr lang="en-US" sz="2590" dirty="0"/>
              <a:t> clear()</a:t>
            </a:r>
          </a:p>
          <a:p>
            <a:pPr marL="342900" lvl="0" indent="-342900" algn="l" rtl="0">
              <a:lnSpc>
                <a:spcPct val="90000"/>
              </a:lnSpc>
              <a:spcBef>
                <a:spcPts val="0"/>
              </a:spcBef>
              <a:spcAft>
                <a:spcPts val="0"/>
              </a:spcAft>
              <a:buSzPts val="2590"/>
              <a:buChar char="•"/>
            </a:pPr>
            <a:r>
              <a:rPr lang="en-US" sz="2590" i="1" dirty="0" err="1">
                <a:solidFill>
                  <a:srgbClr val="7030A0"/>
                </a:solidFill>
              </a:rPr>
              <a:t>boolean</a:t>
            </a:r>
            <a:r>
              <a:rPr lang="en-US" sz="2590" dirty="0"/>
              <a:t> contains(Object o)</a:t>
            </a:r>
          </a:p>
          <a:p>
            <a:pPr marL="342900" lvl="0" indent="-342900" algn="l" rtl="0">
              <a:lnSpc>
                <a:spcPct val="90000"/>
              </a:lnSpc>
              <a:spcBef>
                <a:spcPts val="0"/>
              </a:spcBef>
              <a:spcAft>
                <a:spcPts val="0"/>
              </a:spcAft>
              <a:buSzPts val="2590"/>
              <a:buChar char="•"/>
            </a:pPr>
            <a:r>
              <a:rPr lang="en-US" sz="2590" i="1" dirty="0" err="1">
                <a:solidFill>
                  <a:srgbClr val="7030A0"/>
                </a:solidFill>
              </a:rPr>
              <a:t>boolean</a:t>
            </a:r>
            <a:r>
              <a:rPr lang="en-US" sz="2590" dirty="0"/>
              <a:t> equals(Object o)</a:t>
            </a:r>
          </a:p>
          <a:p>
            <a:pPr marL="342900" lvl="0" indent="-342900" algn="l" rtl="0">
              <a:lnSpc>
                <a:spcPct val="90000"/>
              </a:lnSpc>
              <a:spcBef>
                <a:spcPts val="0"/>
              </a:spcBef>
              <a:spcAft>
                <a:spcPts val="0"/>
              </a:spcAft>
              <a:buSzPts val="2590"/>
              <a:buChar char="•"/>
            </a:pPr>
            <a:r>
              <a:rPr lang="en-US" sz="2590" i="1" dirty="0" err="1">
                <a:solidFill>
                  <a:srgbClr val="7030A0"/>
                </a:solidFill>
              </a:rPr>
              <a:t>boolean</a:t>
            </a:r>
            <a:r>
              <a:rPr lang="en-US" sz="2590" dirty="0"/>
              <a:t> </a:t>
            </a:r>
            <a:r>
              <a:rPr lang="en-US" sz="2590" dirty="0" err="1"/>
              <a:t>isEmpty</a:t>
            </a:r>
            <a:r>
              <a:rPr lang="en-US" sz="2590" dirty="0"/>
              <a:t>()</a:t>
            </a:r>
          </a:p>
          <a:p>
            <a:pPr marL="342900" lvl="0" indent="-342900" algn="l" rtl="0">
              <a:lnSpc>
                <a:spcPct val="90000"/>
              </a:lnSpc>
              <a:spcBef>
                <a:spcPts val="0"/>
              </a:spcBef>
              <a:spcAft>
                <a:spcPts val="0"/>
              </a:spcAft>
              <a:buSzPts val="2590"/>
              <a:buChar char="•"/>
            </a:pPr>
            <a:r>
              <a:rPr lang="en-US" sz="2590" i="1" dirty="0"/>
              <a:t>Iterator&lt;E&gt;</a:t>
            </a:r>
            <a:r>
              <a:rPr lang="en-US" sz="2590" dirty="0"/>
              <a:t> iterator()</a:t>
            </a:r>
          </a:p>
          <a:p>
            <a:pPr marL="342900" lvl="0" indent="-342900" algn="l" rtl="0">
              <a:lnSpc>
                <a:spcPct val="90000"/>
              </a:lnSpc>
              <a:spcBef>
                <a:spcPts val="0"/>
              </a:spcBef>
              <a:spcAft>
                <a:spcPts val="0"/>
              </a:spcAft>
              <a:buSzPts val="2590"/>
              <a:buChar char="•"/>
            </a:pPr>
            <a:r>
              <a:rPr lang="en-US" sz="2590" i="1" dirty="0" err="1">
                <a:solidFill>
                  <a:srgbClr val="7030A0"/>
                </a:solidFill>
              </a:rPr>
              <a:t>boolean</a:t>
            </a:r>
            <a:r>
              <a:rPr lang="en-US" sz="2590" dirty="0"/>
              <a:t> remove(Object o)</a:t>
            </a:r>
          </a:p>
          <a:p>
            <a:pPr marL="342900" lvl="0" indent="-342900" algn="l" rtl="0">
              <a:lnSpc>
                <a:spcPct val="90000"/>
              </a:lnSpc>
              <a:spcBef>
                <a:spcPts val="0"/>
              </a:spcBef>
              <a:spcAft>
                <a:spcPts val="0"/>
              </a:spcAft>
              <a:buSzPts val="2590"/>
              <a:buChar char="•"/>
            </a:pPr>
            <a:r>
              <a:rPr lang="en-US" sz="2590" i="1" dirty="0" err="1">
                <a:solidFill>
                  <a:srgbClr val="7030A0"/>
                </a:solidFill>
              </a:rPr>
              <a:t>boolean</a:t>
            </a:r>
            <a:r>
              <a:rPr lang="en-US" sz="2590" dirty="0"/>
              <a:t> </a:t>
            </a:r>
            <a:r>
              <a:rPr lang="en-US" sz="2590" dirty="0" err="1"/>
              <a:t>removeAll</a:t>
            </a:r>
            <a:r>
              <a:rPr lang="en-US" sz="2590" dirty="0"/>
              <a:t>(Collection c)</a:t>
            </a:r>
          </a:p>
          <a:p>
            <a:pPr marL="342900" lvl="0" indent="-342900" algn="l" rtl="0">
              <a:lnSpc>
                <a:spcPct val="90000"/>
              </a:lnSpc>
              <a:spcBef>
                <a:spcPts val="0"/>
              </a:spcBef>
              <a:spcAft>
                <a:spcPts val="0"/>
              </a:spcAft>
              <a:buSzPts val="2590"/>
              <a:buChar char="•"/>
            </a:pPr>
            <a:r>
              <a:rPr lang="en-US" sz="2590" i="1" dirty="0">
                <a:solidFill>
                  <a:srgbClr val="7030A0"/>
                </a:solidFill>
              </a:rPr>
              <a:t>int</a:t>
            </a:r>
            <a:r>
              <a:rPr lang="en-US" sz="2590" dirty="0"/>
              <a:t> size()</a:t>
            </a:r>
          </a:p>
          <a:p>
            <a:pPr marL="342900" lvl="0" indent="-342900" algn="l" rtl="0">
              <a:lnSpc>
                <a:spcPct val="90000"/>
              </a:lnSpc>
              <a:spcBef>
                <a:spcPts val="0"/>
              </a:spcBef>
              <a:spcAft>
                <a:spcPts val="0"/>
              </a:spcAft>
              <a:buSzPts val="2590"/>
              <a:buChar char="•"/>
            </a:pPr>
            <a:r>
              <a:rPr lang="en-US" sz="2590" dirty="0"/>
              <a:t>and more…</a:t>
            </a:r>
          </a:p>
        </p:txBody>
      </p:sp>
      <p:sp>
        <p:nvSpPr>
          <p:cNvPr id="227" name="Google Shape;227;p17">
            <a:extLst>
              <a:ext uri="{FF2B5EF4-FFF2-40B4-BE49-F238E27FC236}">
                <a16:creationId xmlns:a16="http://schemas.microsoft.com/office/drawing/2014/main" id="{60A29707-F682-3545-9A7E-9EE6C77C9C90}"/>
              </a:ext>
            </a:extLst>
          </p:cNvPr>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sz="1200" b="0" i="0" u="none" strike="noStrike" kern="0" cap="none" spc="0" normalizeH="0" baseline="0" noProof="0">
              <a:ln>
                <a:noFill/>
              </a:ln>
              <a:solidFill>
                <a:srgbClr val="A0A1A0"/>
              </a:solidFill>
              <a:effectLst/>
              <a:uLnTx/>
              <a:uFillTx/>
              <a:latin typeface="Arial"/>
              <a:cs typeface="Arial"/>
              <a:sym typeface="Arial"/>
            </a:endParaRPr>
          </a:p>
        </p:txBody>
      </p:sp>
    </p:spTree>
    <p:extLst>
      <p:ext uri="{BB962C8B-B14F-4D97-AF65-F5344CB8AC3E}">
        <p14:creationId xmlns:p14="http://schemas.microsoft.com/office/powerpoint/2010/main" val="1181487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E15C5-58A8-5258-174A-61493B55436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660969-60BF-BD67-850E-00B9ADF4C54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
        <p:nvSpPr>
          <p:cNvPr id="3" name="Title 2">
            <a:extLst>
              <a:ext uri="{FF2B5EF4-FFF2-40B4-BE49-F238E27FC236}">
                <a16:creationId xmlns:a16="http://schemas.microsoft.com/office/drawing/2014/main" id="{B5FFD84B-7F73-EFEB-33BE-8C073BACF942}"/>
              </a:ext>
            </a:extLst>
          </p:cNvPr>
          <p:cNvSpPr>
            <a:spLocks noGrp="1"/>
          </p:cNvSpPr>
          <p:nvPr>
            <p:ph type="title"/>
          </p:nvPr>
        </p:nvSpPr>
        <p:spPr/>
        <p:txBody>
          <a:bodyPr/>
          <a:lstStyle/>
          <a:p>
            <a:r>
              <a:rPr lang="en-US" sz="3600" dirty="0"/>
              <a:t>Lists</a:t>
            </a:r>
          </a:p>
        </p:txBody>
      </p:sp>
    </p:spTree>
    <p:extLst>
      <p:ext uri="{BB962C8B-B14F-4D97-AF65-F5344CB8AC3E}">
        <p14:creationId xmlns:p14="http://schemas.microsoft.com/office/powerpoint/2010/main" val="2433156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Lists</a:t>
            </a:r>
            <a:endParaRPr dirty="0"/>
          </a:p>
        </p:txBody>
      </p:sp>
      <p:sp>
        <p:nvSpPr>
          <p:cNvPr id="226" name="Google Shape;226;p17"/>
          <p:cNvSpPr txBox="1">
            <a:spLocks noGrp="1"/>
          </p:cNvSpPr>
          <p:nvPr>
            <p:ph type="body" idx="1"/>
          </p:nvPr>
        </p:nvSpPr>
        <p:spPr>
          <a:xfrm>
            <a:off x="380010" y="1481446"/>
            <a:ext cx="8383980" cy="511108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590"/>
              <a:buChar char="•"/>
            </a:pPr>
            <a:r>
              <a:rPr lang="en-US" sz="3200" dirty="0"/>
              <a:t>Elements can be inserted or accessed by their position in the list</a:t>
            </a:r>
          </a:p>
          <a:p>
            <a:pPr marL="342900" lvl="0" indent="-342900" algn="l" rtl="0">
              <a:lnSpc>
                <a:spcPct val="90000"/>
              </a:lnSpc>
              <a:spcBef>
                <a:spcPts val="0"/>
              </a:spcBef>
              <a:spcAft>
                <a:spcPts val="0"/>
              </a:spcAft>
              <a:buSzPts val="2590"/>
              <a:buChar char="•"/>
            </a:pPr>
            <a:r>
              <a:rPr lang="en-US" sz="3200" dirty="0"/>
              <a:t>Like array, List uses a zero-based index</a:t>
            </a:r>
          </a:p>
          <a:p>
            <a:pPr marL="342900" lvl="0" indent="-342900" algn="l" rtl="0">
              <a:lnSpc>
                <a:spcPct val="90000"/>
              </a:lnSpc>
              <a:spcBef>
                <a:spcPts val="0"/>
              </a:spcBef>
              <a:spcAft>
                <a:spcPts val="0"/>
              </a:spcAft>
              <a:buSzPts val="2590"/>
              <a:buChar char="•"/>
            </a:pPr>
            <a:r>
              <a:rPr lang="en-US" sz="3200" dirty="0"/>
              <a:t>May contain duplicate elements</a:t>
            </a:r>
          </a:p>
          <a:p>
            <a:pPr marL="342900" lvl="0" indent="-342900" algn="l" rtl="0">
              <a:lnSpc>
                <a:spcPct val="90000"/>
              </a:lnSpc>
              <a:spcBef>
                <a:spcPts val="0"/>
              </a:spcBef>
              <a:spcAft>
                <a:spcPts val="0"/>
              </a:spcAft>
              <a:buSzPts val="2590"/>
              <a:buChar char="•"/>
            </a:pPr>
            <a:r>
              <a:rPr lang="en-US" sz="3200" dirty="0"/>
              <a:t>Methods include:</a:t>
            </a:r>
          </a:p>
          <a:p>
            <a:pPr marL="800100" lvl="1" indent="-342900">
              <a:lnSpc>
                <a:spcPct val="90000"/>
              </a:lnSpc>
              <a:spcBef>
                <a:spcPts val="0"/>
              </a:spcBef>
              <a:buSzPts val="2590"/>
              <a:buChar char="•"/>
            </a:pPr>
            <a:r>
              <a:rPr lang="en-US" sz="2800" i="1" dirty="0">
                <a:solidFill>
                  <a:srgbClr val="7030A0"/>
                </a:solidFill>
              </a:rPr>
              <a:t>void</a:t>
            </a:r>
            <a:r>
              <a:rPr lang="en-US" sz="2800" dirty="0"/>
              <a:t> add(int index, E element)</a:t>
            </a:r>
          </a:p>
          <a:p>
            <a:pPr marL="800100" lvl="1" indent="-342900">
              <a:lnSpc>
                <a:spcPct val="90000"/>
              </a:lnSpc>
              <a:spcBef>
                <a:spcPts val="0"/>
              </a:spcBef>
              <a:buSzPts val="2590"/>
              <a:buChar char="•"/>
            </a:pPr>
            <a:r>
              <a:rPr lang="en-US" sz="2800" i="1" dirty="0"/>
              <a:t>E</a:t>
            </a:r>
            <a:r>
              <a:rPr lang="en-US" sz="2800" dirty="0"/>
              <a:t> get(int index)</a:t>
            </a:r>
          </a:p>
          <a:p>
            <a:pPr marL="800100" lvl="1" indent="-342900">
              <a:lnSpc>
                <a:spcPct val="90000"/>
              </a:lnSpc>
              <a:spcBef>
                <a:spcPts val="0"/>
              </a:spcBef>
              <a:buSzPts val="2590"/>
              <a:buChar char="•"/>
            </a:pPr>
            <a:r>
              <a:rPr lang="en-US" sz="2800" i="1" dirty="0"/>
              <a:t>E</a:t>
            </a:r>
            <a:r>
              <a:rPr lang="en-US" sz="2800" dirty="0"/>
              <a:t> set(int index, E element)</a:t>
            </a:r>
          </a:p>
          <a:p>
            <a:pPr marL="800100" lvl="1" indent="-342900">
              <a:lnSpc>
                <a:spcPct val="90000"/>
              </a:lnSpc>
              <a:spcBef>
                <a:spcPts val="0"/>
              </a:spcBef>
              <a:buSzPts val="2590"/>
              <a:buChar char="•"/>
            </a:pPr>
            <a:r>
              <a:rPr lang="en-US" sz="2800" i="1" dirty="0"/>
              <a:t>E</a:t>
            </a:r>
            <a:r>
              <a:rPr lang="en-US" sz="2800" dirty="0"/>
              <a:t> remove(int index)</a:t>
            </a:r>
          </a:p>
          <a:p>
            <a:pPr marL="342900" lvl="0" indent="-342900" algn="l" rtl="0">
              <a:lnSpc>
                <a:spcPct val="90000"/>
              </a:lnSpc>
              <a:spcBef>
                <a:spcPts val="0"/>
              </a:spcBef>
              <a:spcAft>
                <a:spcPts val="0"/>
              </a:spcAft>
              <a:buSzPts val="2590"/>
              <a:buChar char="•"/>
            </a:pPr>
            <a:endParaRPr sz="2400" dirty="0"/>
          </a:p>
        </p:txBody>
      </p:sp>
      <p:sp>
        <p:nvSpPr>
          <p:cNvPr id="227" name="Google Shape;227;p17"/>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a:t>
            </a:fld>
            <a:endParaRPr kumimoji="0" sz="1200" b="0" i="0" u="none" strike="noStrike" kern="0" cap="none" spc="0" normalizeH="0" baseline="0" noProof="0">
              <a:ln>
                <a:noFill/>
              </a:ln>
              <a:solidFill>
                <a:srgbClr val="A0A1A0"/>
              </a:solidFill>
              <a:effectLst/>
              <a:uLnTx/>
              <a:uFillTx/>
              <a:latin typeface="Arial"/>
              <a:cs typeface="Arial"/>
              <a:sym typeface="Arial"/>
            </a:endParaRPr>
          </a:p>
        </p:txBody>
      </p:sp>
    </p:spTree>
    <p:extLst>
      <p:ext uri="{BB962C8B-B14F-4D97-AF65-F5344CB8AC3E}">
        <p14:creationId xmlns:p14="http://schemas.microsoft.com/office/powerpoint/2010/main" val="2259597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6">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6">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6">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id="{4F375095-5BE6-41DA-921F-99DFAA01F98D}"/>
            </a:ext>
          </a:extLst>
        </p:cNvPr>
        <p:cNvGrpSpPr/>
        <p:nvPr/>
      </p:nvGrpSpPr>
      <p:grpSpPr>
        <a:xfrm>
          <a:off x="0" y="0"/>
          <a:ext cx="0" cy="0"/>
          <a:chOff x="0" y="0"/>
          <a:chExt cx="0" cy="0"/>
        </a:xfrm>
      </p:grpSpPr>
      <p:sp>
        <p:nvSpPr>
          <p:cNvPr id="225" name="Google Shape;225;p17">
            <a:extLst>
              <a:ext uri="{FF2B5EF4-FFF2-40B4-BE49-F238E27FC236}">
                <a16:creationId xmlns:a16="http://schemas.microsoft.com/office/drawing/2014/main" id="{0628E772-6053-730E-BD12-E7622BE7C25D}"/>
              </a:ext>
            </a:extLst>
          </p:cNvPr>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Lists : Implementations</a:t>
            </a:r>
            <a:endParaRPr dirty="0"/>
          </a:p>
        </p:txBody>
      </p:sp>
      <p:sp>
        <p:nvSpPr>
          <p:cNvPr id="226" name="Google Shape;226;p17">
            <a:extLst>
              <a:ext uri="{FF2B5EF4-FFF2-40B4-BE49-F238E27FC236}">
                <a16:creationId xmlns:a16="http://schemas.microsoft.com/office/drawing/2014/main" id="{6F21BB3A-3D05-5408-391E-46609BFA3742}"/>
              </a:ext>
            </a:extLst>
          </p:cNvPr>
          <p:cNvSpPr txBox="1">
            <a:spLocks noGrp="1"/>
          </p:cNvSpPr>
          <p:nvPr>
            <p:ph type="body" idx="1"/>
          </p:nvPr>
        </p:nvSpPr>
        <p:spPr>
          <a:xfrm>
            <a:off x="380010" y="1481446"/>
            <a:ext cx="8383980" cy="511108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590"/>
              <a:buChar char="•"/>
            </a:pPr>
            <a:r>
              <a:rPr lang="en-US" b="1" dirty="0"/>
              <a:t>*ArrayList</a:t>
            </a:r>
          </a:p>
          <a:p>
            <a:pPr marL="800100" lvl="1" indent="-342900">
              <a:lnSpc>
                <a:spcPct val="90000"/>
              </a:lnSpc>
              <a:spcBef>
                <a:spcPts val="0"/>
              </a:spcBef>
              <a:buSzPts val="2590"/>
            </a:pPr>
            <a:r>
              <a:rPr lang="en-US" sz="2000" dirty="0"/>
              <a:t>Implementation of List interface that uses a dynamic array to store elements.</a:t>
            </a:r>
          </a:p>
          <a:p>
            <a:pPr marL="800100" lvl="1" indent="-342900">
              <a:lnSpc>
                <a:spcPct val="90000"/>
              </a:lnSpc>
              <a:spcBef>
                <a:spcPts val="0"/>
              </a:spcBef>
              <a:buSzPts val="2590"/>
            </a:pPr>
            <a:r>
              <a:rPr lang="en-US" sz="2000" dirty="0"/>
              <a:t>Not synchronized.</a:t>
            </a:r>
          </a:p>
          <a:p>
            <a:pPr marL="342900" lvl="0" indent="-342900" algn="l" rtl="0">
              <a:lnSpc>
                <a:spcPct val="90000"/>
              </a:lnSpc>
              <a:spcBef>
                <a:spcPts val="0"/>
              </a:spcBef>
              <a:spcAft>
                <a:spcPts val="0"/>
              </a:spcAft>
              <a:buSzPts val="2590"/>
              <a:buChar char="•"/>
            </a:pPr>
            <a:r>
              <a:rPr lang="en-US" b="1" dirty="0"/>
              <a:t>Vector</a:t>
            </a:r>
          </a:p>
          <a:p>
            <a:pPr marL="800100" lvl="1" indent="-342900">
              <a:lnSpc>
                <a:spcPct val="90000"/>
              </a:lnSpc>
              <a:spcBef>
                <a:spcPts val="0"/>
              </a:spcBef>
              <a:buSzPts val="2590"/>
            </a:pPr>
            <a:r>
              <a:rPr lang="en-US" sz="2000" dirty="0"/>
              <a:t>Similar to ArrayList; however, it is synchronized (thread-safe) &amp; implements a growable array to store objects.</a:t>
            </a:r>
          </a:p>
          <a:p>
            <a:pPr marL="342900" lvl="0" indent="-342900" algn="l" rtl="0">
              <a:lnSpc>
                <a:spcPct val="90000"/>
              </a:lnSpc>
              <a:spcBef>
                <a:spcPts val="0"/>
              </a:spcBef>
              <a:spcAft>
                <a:spcPts val="0"/>
              </a:spcAft>
              <a:buSzPts val="2590"/>
              <a:buChar char="•"/>
            </a:pPr>
            <a:r>
              <a:rPr lang="en-US" b="1" dirty="0"/>
              <a:t>Stack</a:t>
            </a:r>
          </a:p>
          <a:p>
            <a:pPr marL="800100" lvl="1" indent="-342900">
              <a:lnSpc>
                <a:spcPct val="90000"/>
              </a:lnSpc>
              <a:spcBef>
                <a:spcPts val="0"/>
              </a:spcBef>
              <a:buSzPts val="2590"/>
            </a:pPr>
            <a:r>
              <a:rPr lang="en-US" sz="2000" dirty="0"/>
              <a:t>Implementation of a Vector that processes data in a last-in, first-out order, like a stack of dinner plates.</a:t>
            </a:r>
          </a:p>
          <a:p>
            <a:pPr marL="342900" indent="-342900">
              <a:lnSpc>
                <a:spcPct val="90000"/>
              </a:lnSpc>
              <a:spcBef>
                <a:spcPts val="0"/>
              </a:spcBef>
              <a:buSzPts val="2590"/>
            </a:pPr>
            <a:r>
              <a:rPr lang="en-US" b="1" dirty="0"/>
              <a:t>*LinkedList</a:t>
            </a:r>
          </a:p>
          <a:p>
            <a:pPr marL="800100" lvl="1" indent="-342900">
              <a:lnSpc>
                <a:spcPct val="90000"/>
              </a:lnSpc>
              <a:spcBef>
                <a:spcPts val="0"/>
              </a:spcBef>
              <a:buSzPts val="2590"/>
            </a:pPr>
            <a:r>
              <a:rPr lang="en-US" sz="2000" dirty="0"/>
              <a:t>Implementation of the List interface that uses a doubly linked list to store the elements.</a:t>
            </a:r>
          </a:p>
          <a:p>
            <a:pPr marL="800100" lvl="1" indent="-342900">
              <a:lnSpc>
                <a:spcPct val="90000"/>
              </a:lnSpc>
              <a:spcBef>
                <a:spcPts val="0"/>
              </a:spcBef>
              <a:buSzPts val="2590"/>
            </a:pPr>
            <a:endParaRPr lang="en-US" sz="2000" dirty="0"/>
          </a:p>
        </p:txBody>
      </p:sp>
      <p:sp>
        <p:nvSpPr>
          <p:cNvPr id="227" name="Google Shape;227;p17">
            <a:extLst>
              <a:ext uri="{FF2B5EF4-FFF2-40B4-BE49-F238E27FC236}">
                <a16:creationId xmlns:a16="http://schemas.microsoft.com/office/drawing/2014/main" id="{DB754D58-8ABE-4919-7F76-16F3C2444271}"/>
              </a:ext>
            </a:extLst>
          </p:cNvPr>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a:t>
            </a:fld>
            <a:endParaRPr kumimoji="0" sz="1200" b="0" i="0" u="none" strike="noStrike" kern="0" cap="none" spc="0" normalizeH="0" baseline="0" noProof="0">
              <a:ln>
                <a:noFill/>
              </a:ln>
              <a:solidFill>
                <a:srgbClr val="A0A1A0"/>
              </a:solidFill>
              <a:effectLst/>
              <a:uLnTx/>
              <a:uFillTx/>
              <a:latin typeface="Arial"/>
              <a:cs typeface="Arial"/>
              <a:sym typeface="Arial"/>
            </a:endParaRPr>
          </a:p>
        </p:txBody>
      </p:sp>
    </p:spTree>
    <p:extLst>
      <p:ext uri="{BB962C8B-B14F-4D97-AF65-F5344CB8AC3E}">
        <p14:creationId xmlns:p14="http://schemas.microsoft.com/office/powerpoint/2010/main" val="3613458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6">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6">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D2195-02B4-4F46-9C05-FE79D027296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F95F18-A6F2-758B-D06B-50DF7FDE192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
        <p:nvSpPr>
          <p:cNvPr id="3" name="Title 2">
            <a:extLst>
              <a:ext uri="{FF2B5EF4-FFF2-40B4-BE49-F238E27FC236}">
                <a16:creationId xmlns:a16="http://schemas.microsoft.com/office/drawing/2014/main" id="{0F9C1609-3BAD-63BC-D26D-461AB6E7550E}"/>
              </a:ext>
            </a:extLst>
          </p:cNvPr>
          <p:cNvSpPr>
            <a:spLocks noGrp="1"/>
          </p:cNvSpPr>
          <p:nvPr>
            <p:ph type="title"/>
          </p:nvPr>
        </p:nvSpPr>
        <p:spPr/>
        <p:txBody>
          <a:bodyPr/>
          <a:lstStyle/>
          <a:p>
            <a:r>
              <a:rPr lang="en-US" sz="3600" dirty="0"/>
              <a:t>Sets</a:t>
            </a:r>
          </a:p>
        </p:txBody>
      </p:sp>
    </p:spTree>
    <p:extLst>
      <p:ext uri="{BB962C8B-B14F-4D97-AF65-F5344CB8AC3E}">
        <p14:creationId xmlns:p14="http://schemas.microsoft.com/office/powerpoint/2010/main" val="27927579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Sets</a:t>
            </a:r>
            <a:endParaRPr dirty="0"/>
          </a:p>
        </p:txBody>
      </p:sp>
      <p:sp>
        <p:nvSpPr>
          <p:cNvPr id="226" name="Google Shape;226;p17"/>
          <p:cNvSpPr txBox="1">
            <a:spLocks noGrp="1"/>
          </p:cNvSpPr>
          <p:nvPr>
            <p:ph type="body" idx="1"/>
          </p:nvPr>
        </p:nvSpPr>
        <p:spPr>
          <a:xfrm>
            <a:off x="380010" y="1481446"/>
            <a:ext cx="8383980" cy="5247391"/>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SzPts val="2590"/>
              <a:buChar char="•"/>
            </a:pPr>
            <a:r>
              <a:rPr lang="en-US" dirty="0"/>
              <a:t>The Set interfaces defined a collection of </a:t>
            </a:r>
            <a:r>
              <a:rPr lang="en-US" b="1" u="sng" dirty="0"/>
              <a:t>distinct</a:t>
            </a:r>
            <a:r>
              <a:rPr lang="en-US" dirty="0"/>
              <a:t> elements</a:t>
            </a:r>
          </a:p>
          <a:p>
            <a:pPr marL="342900" lvl="0" indent="-342900" algn="l" rtl="0">
              <a:lnSpc>
                <a:spcPct val="90000"/>
              </a:lnSpc>
              <a:spcBef>
                <a:spcPts val="0"/>
              </a:spcBef>
              <a:spcAft>
                <a:spcPts val="0"/>
              </a:spcAft>
              <a:buSzPts val="2590"/>
              <a:buChar char="•"/>
            </a:pPr>
            <a:r>
              <a:rPr lang="en-US" dirty="0"/>
              <a:t>Set does </a:t>
            </a:r>
            <a:r>
              <a:rPr lang="en-US" b="1" u="sng" dirty="0"/>
              <a:t>NOT</a:t>
            </a:r>
            <a:r>
              <a:rPr lang="en-US" dirty="0"/>
              <a:t> allow duplicate elements</a:t>
            </a:r>
          </a:p>
          <a:p>
            <a:pPr marL="342900" lvl="0" indent="-342900" algn="l" rtl="0">
              <a:lnSpc>
                <a:spcPct val="90000"/>
              </a:lnSpc>
              <a:spcBef>
                <a:spcPts val="0"/>
              </a:spcBef>
              <a:spcAft>
                <a:spcPts val="0"/>
              </a:spcAft>
              <a:buSzPts val="2590"/>
              <a:buChar char="•"/>
            </a:pPr>
            <a:r>
              <a:rPr lang="en-US" dirty="0"/>
              <a:t>Elements are accessed by iterating over the whole set</a:t>
            </a:r>
          </a:p>
          <a:p>
            <a:pPr marL="342900" lvl="0" indent="-342900" algn="l" rtl="0">
              <a:lnSpc>
                <a:spcPct val="90000"/>
              </a:lnSpc>
              <a:spcBef>
                <a:spcPts val="0"/>
              </a:spcBef>
              <a:spcAft>
                <a:spcPts val="0"/>
              </a:spcAft>
              <a:buSzPts val="2590"/>
              <a:buChar char="•"/>
            </a:pPr>
            <a:r>
              <a:rPr lang="en-US" dirty="0"/>
              <a:t>Methods include:</a:t>
            </a:r>
          </a:p>
          <a:p>
            <a:pPr marL="800100" lvl="1" indent="-342900">
              <a:lnSpc>
                <a:spcPct val="90000"/>
              </a:lnSpc>
              <a:spcBef>
                <a:spcPts val="0"/>
              </a:spcBef>
              <a:buSzPts val="2590"/>
              <a:buChar char="•"/>
            </a:pPr>
            <a:r>
              <a:rPr lang="en-US" sz="2000" i="1" dirty="0" err="1">
                <a:solidFill>
                  <a:srgbClr val="7030A0"/>
                </a:solidFill>
              </a:rPr>
              <a:t>boolean</a:t>
            </a:r>
            <a:r>
              <a:rPr lang="en-US" sz="2000" dirty="0"/>
              <a:t> add(E e)</a:t>
            </a:r>
          </a:p>
          <a:p>
            <a:pPr marL="800100" lvl="1" indent="-342900">
              <a:lnSpc>
                <a:spcPct val="90000"/>
              </a:lnSpc>
              <a:spcBef>
                <a:spcPts val="0"/>
              </a:spcBef>
              <a:buSzPts val="2590"/>
              <a:buChar char="•"/>
            </a:pPr>
            <a:r>
              <a:rPr lang="en-US" sz="2000" i="1" dirty="0">
                <a:solidFill>
                  <a:srgbClr val="7030A0"/>
                </a:solidFill>
              </a:rPr>
              <a:t>void</a:t>
            </a:r>
            <a:r>
              <a:rPr lang="en-US" sz="2000" dirty="0"/>
              <a:t> clear()</a:t>
            </a:r>
          </a:p>
          <a:p>
            <a:pPr marL="800100" lvl="1" indent="-342900">
              <a:lnSpc>
                <a:spcPct val="90000"/>
              </a:lnSpc>
              <a:spcBef>
                <a:spcPts val="0"/>
              </a:spcBef>
              <a:buSzPts val="2590"/>
              <a:buChar char="•"/>
            </a:pPr>
            <a:r>
              <a:rPr lang="en-US" sz="2000" i="1" dirty="0" err="1">
                <a:solidFill>
                  <a:srgbClr val="7030A0"/>
                </a:solidFill>
              </a:rPr>
              <a:t>boolean</a:t>
            </a:r>
            <a:r>
              <a:rPr lang="en-US" sz="2000" dirty="0"/>
              <a:t> remove(Object o)</a:t>
            </a:r>
          </a:p>
          <a:p>
            <a:pPr marL="800100" lvl="1" indent="-342900">
              <a:lnSpc>
                <a:spcPct val="90000"/>
              </a:lnSpc>
              <a:spcBef>
                <a:spcPts val="0"/>
              </a:spcBef>
              <a:buSzPts val="2590"/>
              <a:buChar char="•"/>
            </a:pPr>
            <a:r>
              <a:rPr lang="en-US" sz="2000" i="1" dirty="0">
                <a:solidFill>
                  <a:srgbClr val="7030A0"/>
                </a:solidFill>
              </a:rPr>
              <a:t>int</a:t>
            </a:r>
            <a:r>
              <a:rPr lang="en-US" sz="2000" dirty="0"/>
              <a:t> size()</a:t>
            </a:r>
          </a:p>
          <a:p>
            <a:pPr marL="800100" lvl="1" indent="-342900">
              <a:lnSpc>
                <a:spcPct val="90000"/>
              </a:lnSpc>
              <a:spcBef>
                <a:spcPts val="0"/>
              </a:spcBef>
              <a:buSzPts val="2590"/>
              <a:buChar char="•"/>
            </a:pPr>
            <a:r>
              <a:rPr lang="en-US" sz="2000" b="1" i="1" dirty="0"/>
              <a:t>Object</a:t>
            </a:r>
            <a:r>
              <a:rPr lang="en-US" sz="2000" dirty="0"/>
              <a:t>[] </a:t>
            </a:r>
            <a:r>
              <a:rPr lang="en-US" sz="2000" dirty="0" err="1"/>
              <a:t>toArray</a:t>
            </a:r>
            <a:r>
              <a:rPr lang="en-US" sz="2000" dirty="0"/>
              <a:t>()</a:t>
            </a:r>
          </a:p>
        </p:txBody>
      </p:sp>
      <p:sp>
        <p:nvSpPr>
          <p:cNvPr id="227" name="Google Shape;227;p17"/>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a:t>
            </a:fld>
            <a:endParaRPr kumimoji="0" sz="1200" b="0" i="0" u="none" strike="noStrike" kern="0" cap="none" spc="0" normalizeH="0" baseline="0" noProof="0">
              <a:ln>
                <a:noFill/>
              </a:ln>
              <a:solidFill>
                <a:srgbClr val="A0A1A0"/>
              </a:solidFill>
              <a:effectLst/>
              <a:uLnTx/>
              <a:uFillTx/>
              <a:latin typeface="Arial"/>
              <a:cs typeface="Arial"/>
              <a:sym typeface="Arial"/>
            </a:endParaRPr>
          </a:p>
        </p:txBody>
      </p:sp>
    </p:spTree>
    <p:extLst>
      <p:ext uri="{BB962C8B-B14F-4D97-AF65-F5344CB8AC3E}">
        <p14:creationId xmlns:p14="http://schemas.microsoft.com/office/powerpoint/2010/main" val="25351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6">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6">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6">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6">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id="{AC4B460E-9295-F605-156E-117EA51C1629}"/>
            </a:ext>
          </a:extLst>
        </p:cNvPr>
        <p:cNvGrpSpPr/>
        <p:nvPr/>
      </p:nvGrpSpPr>
      <p:grpSpPr>
        <a:xfrm>
          <a:off x="0" y="0"/>
          <a:ext cx="0" cy="0"/>
          <a:chOff x="0" y="0"/>
          <a:chExt cx="0" cy="0"/>
        </a:xfrm>
      </p:grpSpPr>
      <p:sp>
        <p:nvSpPr>
          <p:cNvPr id="225" name="Google Shape;225;p17">
            <a:extLst>
              <a:ext uri="{FF2B5EF4-FFF2-40B4-BE49-F238E27FC236}">
                <a16:creationId xmlns:a16="http://schemas.microsoft.com/office/drawing/2014/main" id="{5455F1F0-B223-3D38-6CA3-8DE0ADC404DF}"/>
              </a:ext>
            </a:extLst>
          </p:cNvPr>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Sets: Implementations</a:t>
            </a:r>
            <a:endParaRPr dirty="0"/>
          </a:p>
        </p:txBody>
      </p:sp>
      <p:sp>
        <p:nvSpPr>
          <p:cNvPr id="226" name="Google Shape;226;p17">
            <a:extLst>
              <a:ext uri="{FF2B5EF4-FFF2-40B4-BE49-F238E27FC236}">
                <a16:creationId xmlns:a16="http://schemas.microsoft.com/office/drawing/2014/main" id="{DA91CBEA-1C11-DE90-89BF-97045317233E}"/>
              </a:ext>
            </a:extLst>
          </p:cNvPr>
          <p:cNvSpPr txBox="1">
            <a:spLocks noGrp="1"/>
          </p:cNvSpPr>
          <p:nvPr>
            <p:ph type="body" idx="1"/>
          </p:nvPr>
        </p:nvSpPr>
        <p:spPr>
          <a:xfrm>
            <a:off x="380010" y="1481446"/>
            <a:ext cx="8383980" cy="5317697"/>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SzPts val="2590"/>
              <a:buChar char="•"/>
            </a:pPr>
            <a:r>
              <a:rPr lang="en-US" b="1" dirty="0"/>
              <a:t>*HashSet</a:t>
            </a:r>
          </a:p>
          <a:p>
            <a:pPr marL="800100" lvl="1" indent="-342900">
              <a:lnSpc>
                <a:spcPct val="90000"/>
              </a:lnSpc>
              <a:spcBef>
                <a:spcPts val="0"/>
              </a:spcBef>
              <a:buSzPts val="2590"/>
            </a:pPr>
            <a:r>
              <a:rPr lang="en-US" sz="2000" dirty="0"/>
              <a:t>Algorithmically* hashes** data to store information. Uses a </a:t>
            </a:r>
            <a:r>
              <a:rPr lang="en-US" sz="2000" dirty="0" err="1"/>
              <a:t>HashTable</a:t>
            </a:r>
            <a:r>
              <a:rPr lang="en-US" sz="2000" dirty="0"/>
              <a:t> as it’s underlying data storage</a:t>
            </a:r>
          </a:p>
          <a:p>
            <a:pPr marL="342900" lvl="0" indent="-342900" algn="l" rtl="0">
              <a:lnSpc>
                <a:spcPct val="90000"/>
              </a:lnSpc>
              <a:spcBef>
                <a:spcPts val="0"/>
              </a:spcBef>
              <a:spcAft>
                <a:spcPts val="0"/>
              </a:spcAft>
              <a:buSzPts val="2590"/>
              <a:buChar char="•"/>
            </a:pPr>
            <a:r>
              <a:rPr lang="en-US" b="1" dirty="0" err="1"/>
              <a:t>LinkedHashSet</a:t>
            </a:r>
            <a:endParaRPr lang="en-US" b="1" dirty="0"/>
          </a:p>
          <a:p>
            <a:pPr marL="800100" lvl="1" indent="-342900">
              <a:lnSpc>
                <a:spcPct val="90000"/>
              </a:lnSpc>
              <a:spcBef>
                <a:spcPts val="0"/>
              </a:spcBef>
              <a:buSzPts val="2590"/>
            </a:pPr>
            <a:r>
              <a:rPr lang="en-US" sz="2000" dirty="0"/>
              <a:t>Similar to HashSet, however is stores data using a </a:t>
            </a:r>
            <a:r>
              <a:rPr lang="en-US" sz="2000" dirty="0" err="1"/>
              <a:t>HashTable</a:t>
            </a:r>
            <a:r>
              <a:rPr lang="en-US" sz="2000" dirty="0"/>
              <a:t> and a doubly linked list to maintain insertion order of elements.</a:t>
            </a:r>
          </a:p>
          <a:p>
            <a:pPr marL="342900" indent="-342900">
              <a:lnSpc>
                <a:spcPct val="90000"/>
              </a:lnSpc>
              <a:spcBef>
                <a:spcPts val="0"/>
              </a:spcBef>
              <a:buSzPts val="2590"/>
            </a:pPr>
            <a:r>
              <a:rPr lang="en-US" b="1" dirty="0" err="1"/>
              <a:t>SortedSet</a:t>
            </a:r>
            <a:endParaRPr lang="en-US" b="1" dirty="0"/>
          </a:p>
          <a:p>
            <a:pPr marL="800100" lvl="1" indent="-342900">
              <a:lnSpc>
                <a:spcPct val="90000"/>
              </a:lnSpc>
              <a:spcBef>
                <a:spcPts val="0"/>
              </a:spcBef>
              <a:buSzPts val="2590"/>
            </a:pPr>
            <a:r>
              <a:rPr lang="en-US" sz="2000" dirty="0"/>
              <a:t>Stores elements and sorts them based on natural ordering or the implementation of the Comparable interface of the elements in the collection.</a:t>
            </a:r>
          </a:p>
          <a:p>
            <a:pPr marL="800100" lvl="1" indent="-342900">
              <a:lnSpc>
                <a:spcPct val="90000"/>
              </a:lnSpc>
              <a:spcBef>
                <a:spcPts val="0"/>
              </a:spcBef>
              <a:buSzPts val="2590"/>
            </a:pPr>
            <a:endParaRPr lang="en-US" sz="2000" dirty="0"/>
          </a:p>
          <a:p>
            <a:pPr marL="342900" indent="-342900">
              <a:lnSpc>
                <a:spcPct val="90000"/>
              </a:lnSpc>
              <a:spcBef>
                <a:spcPts val="0"/>
              </a:spcBef>
              <a:buSzPts val="2590"/>
            </a:pPr>
            <a:r>
              <a:rPr lang="en-US" sz="2400" dirty="0"/>
              <a:t>Sets also use the </a:t>
            </a:r>
            <a:r>
              <a:rPr lang="en-US" sz="2400" dirty="0">
                <a:latin typeface="Courier New" panose="02070309020205020404" pitchFamily="49" charset="0"/>
                <a:cs typeface="Courier New" panose="02070309020205020404" pitchFamily="49" charset="0"/>
              </a:rPr>
              <a:t>add() </a:t>
            </a:r>
            <a:r>
              <a:rPr lang="en-US" sz="2400" dirty="0"/>
              <a:t>method to add new information to the set, and the </a:t>
            </a:r>
            <a:r>
              <a:rPr lang="en-US" sz="2400" dirty="0">
                <a:latin typeface="Courier New" panose="02070309020205020404" pitchFamily="49" charset="0"/>
                <a:cs typeface="Courier New" panose="02070309020205020404" pitchFamily="49" charset="0"/>
              </a:rPr>
              <a:t>remove() </a:t>
            </a:r>
            <a:r>
              <a:rPr lang="en-US" sz="2400" dirty="0"/>
              <a:t>method to remove information.</a:t>
            </a:r>
          </a:p>
        </p:txBody>
      </p:sp>
      <p:sp>
        <p:nvSpPr>
          <p:cNvPr id="227" name="Google Shape;227;p17">
            <a:extLst>
              <a:ext uri="{FF2B5EF4-FFF2-40B4-BE49-F238E27FC236}">
                <a16:creationId xmlns:a16="http://schemas.microsoft.com/office/drawing/2014/main" id="{77D99D22-74CF-15DE-5F7F-C8B4D5520F02}"/>
              </a:ext>
            </a:extLst>
          </p:cNvPr>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22</a:t>
            </a:fld>
            <a:endParaRPr kumimoji="0" sz="1200" b="0" i="0" u="none" strike="noStrike" kern="0" cap="none" spc="0" normalizeH="0" baseline="0" noProof="0">
              <a:ln>
                <a:noFill/>
              </a:ln>
              <a:solidFill>
                <a:srgbClr val="A0A1A0"/>
              </a:solidFill>
              <a:effectLst/>
              <a:uLnTx/>
              <a:uFillTx/>
              <a:latin typeface="Arial"/>
              <a:cs typeface="Arial"/>
              <a:sym typeface="Arial"/>
            </a:endParaRPr>
          </a:p>
        </p:txBody>
      </p:sp>
    </p:spTree>
    <p:extLst>
      <p:ext uri="{BB962C8B-B14F-4D97-AF65-F5344CB8AC3E}">
        <p14:creationId xmlns:p14="http://schemas.microsoft.com/office/powerpoint/2010/main" val="3099060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6">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9FB1F-D9E9-FF64-F614-71C549D2516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7EE1DF-2A83-CE95-3981-A8AEA3C057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
        <p:nvSpPr>
          <p:cNvPr id="3" name="Title 2">
            <a:extLst>
              <a:ext uri="{FF2B5EF4-FFF2-40B4-BE49-F238E27FC236}">
                <a16:creationId xmlns:a16="http://schemas.microsoft.com/office/drawing/2014/main" id="{9DB3B162-5F0D-686E-29A5-F6016F1E0994}"/>
              </a:ext>
            </a:extLst>
          </p:cNvPr>
          <p:cNvSpPr>
            <a:spLocks noGrp="1"/>
          </p:cNvSpPr>
          <p:nvPr>
            <p:ph type="title"/>
          </p:nvPr>
        </p:nvSpPr>
        <p:spPr/>
        <p:txBody>
          <a:bodyPr/>
          <a:lstStyle/>
          <a:p>
            <a:r>
              <a:rPr lang="en-US" sz="3600" dirty="0"/>
              <a:t>Queues</a:t>
            </a:r>
          </a:p>
        </p:txBody>
      </p:sp>
    </p:spTree>
    <p:extLst>
      <p:ext uri="{BB962C8B-B14F-4D97-AF65-F5344CB8AC3E}">
        <p14:creationId xmlns:p14="http://schemas.microsoft.com/office/powerpoint/2010/main" val="18592423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Queue</a:t>
            </a:r>
            <a:endParaRPr dirty="0"/>
          </a:p>
        </p:txBody>
      </p:sp>
      <p:sp>
        <p:nvSpPr>
          <p:cNvPr id="226" name="Google Shape;226;p17"/>
          <p:cNvSpPr txBox="1">
            <a:spLocks noGrp="1"/>
          </p:cNvSpPr>
          <p:nvPr>
            <p:ph type="body" idx="1"/>
          </p:nvPr>
        </p:nvSpPr>
        <p:spPr>
          <a:xfrm>
            <a:off x="380010" y="1481446"/>
            <a:ext cx="8383980" cy="5111083"/>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SzPts val="2590"/>
              <a:buChar char="•"/>
            </a:pPr>
            <a:r>
              <a:rPr lang="en-US" sz="2190" dirty="0"/>
              <a:t>Placed objects on a “waiting list”, typically based on First-In-First-Out (FIFO)</a:t>
            </a:r>
          </a:p>
          <a:p>
            <a:pPr marL="342900" lvl="0" indent="-342900" algn="l" rtl="0">
              <a:lnSpc>
                <a:spcPct val="90000"/>
              </a:lnSpc>
              <a:spcBef>
                <a:spcPts val="0"/>
              </a:spcBef>
              <a:spcAft>
                <a:spcPts val="0"/>
              </a:spcAft>
              <a:buSzPts val="2590"/>
              <a:buChar char="•"/>
            </a:pPr>
            <a:r>
              <a:rPr lang="en-US" sz="2190" dirty="0"/>
              <a:t>Elements are added to the tail of the queue</a:t>
            </a:r>
          </a:p>
          <a:p>
            <a:pPr marL="342900" lvl="0" indent="-342900" algn="l" rtl="0">
              <a:lnSpc>
                <a:spcPct val="90000"/>
              </a:lnSpc>
              <a:spcBef>
                <a:spcPts val="0"/>
              </a:spcBef>
              <a:spcAft>
                <a:spcPts val="0"/>
              </a:spcAft>
              <a:buSzPts val="2590"/>
              <a:buChar char="•"/>
            </a:pPr>
            <a:r>
              <a:rPr lang="en-US" sz="2190" dirty="0"/>
              <a:t>Elements can be popped off the head of the queue</a:t>
            </a:r>
          </a:p>
          <a:p>
            <a:pPr marL="342900" lvl="0" indent="-342900" algn="l" rtl="0">
              <a:lnSpc>
                <a:spcPct val="90000"/>
              </a:lnSpc>
              <a:spcBef>
                <a:spcPts val="0"/>
              </a:spcBef>
              <a:spcAft>
                <a:spcPts val="0"/>
              </a:spcAft>
              <a:buSzPts val="2590"/>
              <a:buChar char="•"/>
            </a:pPr>
            <a:r>
              <a:rPr lang="en-US" sz="2190" dirty="0"/>
              <a:t>Methods include:</a:t>
            </a:r>
          </a:p>
          <a:p>
            <a:pPr marL="800100" lvl="1" indent="-342900">
              <a:lnSpc>
                <a:spcPct val="90000"/>
              </a:lnSpc>
              <a:spcBef>
                <a:spcPts val="0"/>
              </a:spcBef>
              <a:buSzPts val="2590"/>
              <a:buChar char="•"/>
            </a:pPr>
            <a:r>
              <a:rPr lang="en-US" sz="1790" i="1" dirty="0" err="1">
                <a:solidFill>
                  <a:srgbClr val="7030A0"/>
                </a:solidFill>
              </a:rPr>
              <a:t>boolean</a:t>
            </a:r>
            <a:r>
              <a:rPr lang="en-US" sz="1790" dirty="0"/>
              <a:t> add(E e): inserts elements and will throw exception if unable</a:t>
            </a:r>
          </a:p>
          <a:p>
            <a:pPr marL="800100" lvl="1" indent="-342900">
              <a:lnSpc>
                <a:spcPct val="90000"/>
              </a:lnSpc>
              <a:spcBef>
                <a:spcPts val="0"/>
              </a:spcBef>
              <a:buSzPts val="2590"/>
              <a:buChar char="•"/>
            </a:pPr>
            <a:r>
              <a:rPr lang="en-US" sz="1790" i="1" dirty="0" err="1">
                <a:solidFill>
                  <a:srgbClr val="7030A0"/>
                </a:solidFill>
              </a:rPr>
              <a:t>boolean</a:t>
            </a:r>
            <a:r>
              <a:rPr lang="en-US" sz="1790" dirty="0"/>
              <a:t> offer(E e): inserts elements (like add) but may be implemented to not throw exception</a:t>
            </a:r>
          </a:p>
          <a:p>
            <a:pPr marL="800100" lvl="1" indent="-342900">
              <a:lnSpc>
                <a:spcPct val="90000"/>
              </a:lnSpc>
              <a:spcBef>
                <a:spcPts val="0"/>
              </a:spcBef>
              <a:buSzPts val="2590"/>
              <a:buFont typeface="Arial"/>
              <a:buChar char="•"/>
            </a:pPr>
            <a:endParaRPr lang="en-US" sz="1790" dirty="0"/>
          </a:p>
          <a:p>
            <a:pPr marL="800100" lvl="1" indent="-342900">
              <a:lnSpc>
                <a:spcPct val="90000"/>
              </a:lnSpc>
              <a:spcBef>
                <a:spcPts val="0"/>
              </a:spcBef>
              <a:buSzPts val="2590"/>
              <a:buFont typeface="Arial"/>
              <a:buChar char="•"/>
            </a:pPr>
            <a:r>
              <a:rPr lang="en-US" sz="1790" b="1" i="1" dirty="0"/>
              <a:t>E</a:t>
            </a:r>
            <a:r>
              <a:rPr lang="en-US" sz="1790" dirty="0"/>
              <a:t> peek(): returns (but doesn’t remove) the head of queue.</a:t>
            </a:r>
          </a:p>
          <a:p>
            <a:pPr marL="800100" lvl="1" indent="-342900">
              <a:lnSpc>
                <a:spcPct val="90000"/>
              </a:lnSpc>
              <a:spcBef>
                <a:spcPts val="0"/>
              </a:spcBef>
              <a:buSzPts val="2590"/>
              <a:buChar char="•"/>
            </a:pPr>
            <a:r>
              <a:rPr lang="en-US" sz="1790" b="1" i="1" dirty="0"/>
              <a:t>E</a:t>
            </a:r>
            <a:r>
              <a:rPr lang="en-US" sz="1790" dirty="0"/>
              <a:t> element(): same as peek, but throws an exception when the queue is empty</a:t>
            </a:r>
          </a:p>
          <a:p>
            <a:pPr marL="800100" lvl="1" indent="-342900">
              <a:lnSpc>
                <a:spcPct val="90000"/>
              </a:lnSpc>
              <a:spcBef>
                <a:spcPts val="0"/>
              </a:spcBef>
              <a:buSzPts val="2590"/>
              <a:buChar char="•"/>
            </a:pPr>
            <a:endParaRPr lang="en-US" sz="1790" dirty="0"/>
          </a:p>
          <a:p>
            <a:pPr marL="800100" lvl="1" indent="-342900">
              <a:lnSpc>
                <a:spcPct val="90000"/>
              </a:lnSpc>
              <a:spcBef>
                <a:spcPts val="0"/>
              </a:spcBef>
              <a:buSzPts val="2590"/>
              <a:buChar char="•"/>
            </a:pPr>
            <a:r>
              <a:rPr lang="en-US" sz="1790" b="1" i="1" dirty="0"/>
              <a:t>E</a:t>
            </a:r>
            <a:r>
              <a:rPr lang="en-US" sz="1790" dirty="0"/>
              <a:t> remove(): retrieves and removes head of queue or exception when empty</a:t>
            </a:r>
          </a:p>
          <a:p>
            <a:pPr marL="800100" lvl="1" indent="-342900">
              <a:lnSpc>
                <a:spcPct val="90000"/>
              </a:lnSpc>
              <a:spcBef>
                <a:spcPts val="0"/>
              </a:spcBef>
              <a:buSzPts val="2590"/>
              <a:buFont typeface="Arial"/>
              <a:buChar char="•"/>
            </a:pPr>
            <a:r>
              <a:rPr lang="en-US" sz="1790" b="1" i="1" dirty="0"/>
              <a:t>E</a:t>
            </a:r>
            <a:r>
              <a:rPr lang="en-US" sz="1790" dirty="0"/>
              <a:t> poll(): same as remove, but returns null when empty instead of exception</a:t>
            </a:r>
          </a:p>
          <a:p>
            <a:pPr marL="800100" lvl="1" indent="-342900">
              <a:lnSpc>
                <a:spcPct val="90000"/>
              </a:lnSpc>
              <a:spcBef>
                <a:spcPts val="0"/>
              </a:spcBef>
              <a:buSzPts val="2590"/>
              <a:buChar char="•"/>
            </a:pPr>
            <a:endParaRPr sz="1790" dirty="0"/>
          </a:p>
        </p:txBody>
      </p:sp>
      <p:sp>
        <p:nvSpPr>
          <p:cNvPr id="227" name="Google Shape;227;p17"/>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24</a:t>
            </a:fld>
            <a:endParaRPr kumimoji="0" sz="1200" b="0" i="0" u="none" strike="noStrike" kern="0" cap="none" spc="0" normalizeH="0" baseline="0" noProof="0">
              <a:ln>
                <a:noFill/>
              </a:ln>
              <a:solidFill>
                <a:srgbClr val="A0A1A0"/>
              </a:solidFill>
              <a:effectLst/>
              <a:uLnTx/>
              <a:uFillTx/>
              <a:latin typeface="Arial"/>
              <a:cs typeface="Arial"/>
              <a:sym typeface="Arial"/>
            </a:endParaRPr>
          </a:p>
        </p:txBody>
      </p:sp>
    </p:spTree>
    <p:extLst>
      <p:ext uri="{BB962C8B-B14F-4D97-AF65-F5344CB8AC3E}">
        <p14:creationId xmlns:p14="http://schemas.microsoft.com/office/powerpoint/2010/main" val="2867356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6">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6">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6">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6">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6">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id="{48440507-048D-6CF6-B682-505E87D590B2}"/>
            </a:ext>
          </a:extLst>
        </p:cNvPr>
        <p:cNvGrpSpPr/>
        <p:nvPr/>
      </p:nvGrpSpPr>
      <p:grpSpPr>
        <a:xfrm>
          <a:off x="0" y="0"/>
          <a:ext cx="0" cy="0"/>
          <a:chOff x="0" y="0"/>
          <a:chExt cx="0" cy="0"/>
        </a:xfrm>
      </p:grpSpPr>
      <p:sp>
        <p:nvSpPr>
          <p:cNvPr id="225" name="Google Shape;225;p17">
            <a:extLst>
              <a:ext uri="{FF2B5EF4-FFF2-40B4-BE49-F238E27FC236}">
                <a16:creationId xmlns:a16="http://schemas.microsoft.com/office/drawing/2014/main" id="{B3E91CD7-414C-C66B-2627-8125EC275403}"/>
              </a:ext>
            </a:extLst>
          </p:cNvPr>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Queue: Implementations</a:t>
            </a:r>
            <a:endParaRPr dirty="0"/>
          </a:p>
        </p:txBody>
      </p:sp>
      <p:sp>
        <p:nvSpPr>
          <p:cNvPr id="226" name="Google Shape;226;p17">
            <a:extLst>
              <a:ext uri="{FF2B5EF4-FFF2-40B4-BE49-F238E27FC236}">
                <a16:creationId xmlns:a16="http://schemas.microsoft.com/office/drawing/2014/main" id="{DB902F26-0080-53D1-D619-5472AB5E0ABE}"/>
              </a:ext>
            </a:extLst>
          </p:cNvPr>
          <p:cNvSpPr txBox="1">
            <a:spLocks noGrp="1"/>
          </p:cNvSpPr>
          <p:nvPr>
            <p:ph type="body" idx="1"/>
          </p:nvPr>
        </p:nvSpPr>
        <p:spPr>
          <a:xfrm>
            <a:off x="380010" y="1481446"/>
            <a:ext cx="8383980" cy="5111083"/>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SzPts val="2590"/>
              <a:buChar char="•"/>
            </a:pPr>
            <a:r>
              <a:rPr lang="en-US" b="1" dirty="0"/>
              <a:t>Deque</a:t>
            </a:r>
          </a:p>
          <a:p>
            <a:pPr marL="800100" lvl="1" indent="-342900">
              <a:lnSpc>
                <a:spcPct val="90000"/>
              </a:lnSpc>
              <a:spcBef>
                <a:spcPts val="0"/>
              </a:spcBef>
              <a:buSzPts val="2590"/>
            </a:pPr>
            <a:r>
              <a:rPr lang="en-US" sz="2000" dirty="0"/>
              <a:t>Short for “double-ended” queue</a:t>
            </a:r>
          </a:p>
          <a:p>
            <a:pPr marL="800100" lvl="1" indent="-342900">
              <a:lnSpc>
                <a:spcPct val="90000"/>
              </a:lnSpc>
              <a:spcBef>
                <a:spcPts val="0"/>
              </a:spcBef>
              <a:buSzPts val="2590"/>
            </a:pPr>
            <a:r>
              <a:rPr lang="en-US" sz="2000" dirty="0"/>
              <a:t>A collection where both the “front” and “back” support insertion and removal. Allowing it to be used as a list and stack simultaneously.</a:t>
            </a:r>
          </a:p>
          <a:p>
            <a:pPr marL="342900" lvl="0" indent="-342900" algn="l" rtl="0">
              <a:lnSpc>
                <a:spcPct val="90000"/>
              </a:lnSpc>
              <a:spcBef>
                <a:spcPts val="0"/>
              </a:spcBef>
              <a:spcAft>
                <a:spcPts val="0"/>
              </a:spcAft>
              <a:buSzPts val="2590"/>
              <a:buChar char="•"/>
            </a:pPr>
            <a:r>
              <a:rPr lang="en-US" b="1" dirty="0"/>
              <a:t>Priority Queue</a:t>
            </a:r>
          </a:p>
          <a:p>
            <a:pPr marL="800100" lvl="1" indent="-342900">
              <a:lnSpc>
                <a:spcPct val="90000"/>
              </a:lnSpc>
              <a:spcBef>
                <a:spcPts val="0"/>
              </a:spcBef>
              <a:buSzPts val="2590"/>
            </a:pPr>
            <a:r>
              <a:rPr lang="en-US" sz="2000" dirty="0"/>
              <a:t>A collection that removes elements based on sorted priority that is based on natural ordering or the implementation of the Comparator interface for the elements in the collection.</a:t>
            </a:r>
          </a:p>
        </p:txBody>
      </p:sp>
      <p:sp>
        <p:nvSpPr>
          <p:cNvPr id="227" name="Google Shape;227;p17">
            <a:extLst>
              <a:ext uri="{FF2B5EF4-FFF2-40B4-BE49-F238E27FC236}">
                <a16:creationId xmlns:a16="http://schemas.microsoft.com/office/drawing/2014/main" id="{597BDA05-CFDF-FDF1-8841-B6735E9286A2}"/>
              </a:ext>
            </a:extLst>
          </p:cNvPr>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25</a:t>
            </a:fld>
            <a:endParaRPr kumimoji="0" sz="1200" b="0" i="0" u="none" strike="noStrike" kern="0" cap="none" spc="0" normalizeH="0" baseline="0" noProof="0">
              <a:ln>
                <a:noFill/>
              </a:ln>
              <a:solidFill>
                <a:srgbClr val="A0A1A0"/>
              </a:solidFill>
              <a:effectLst/>
              <a:uLnTx/>
              <a:uFillTx/>
              <a:latin typeface="Arial"/>
              <a:cs typeface="Arial"/>
              <a:sym typeface="Arial"/>
            </a:endParaRPr>
          </a:p>
        </p:txBody>
      </p:sp>
    </p:spTree>
    <p:extLst>
      <p:ext uri="{BB962C8B-B14F-4D97-AF65-F5344CB8AC3E}">
        <p14:creationId xmlns:p14="http://schemas.microsoft.com/office/powerpoint/2010/main" val="2409974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F0C70-748F-47D4-8D03-F8D42FBA8B20}"/>
              </a:ext>
            </a:extLst>
          </p:cNvPr>
          <p:cNvSpPr>
            <a:spLocks noGrp="1"/>
          </p:cNvSpPr>
          <p:nvPr>
            <p:ph type="title"/>
          </p:nvPr>
        </p:nvSpPr>
        <p:spPr/>
        <p:txBody>
          <a:bodyPr/>
          <a:lstStyle/>
          <a:p>
            <a:r>
              <a:rPr lang="en-US" dirty="0"/>
              <a:t>Collections (Summary)</a:t>
            </a:r>
          </a:p>
        </p:txBody>
      </p:sp>
      <p:sp>
        <p:nvSpPr>
          <p:cNvPr id="3" name="Text Placeholder 2">
            <a:extLst>
              <a:ext uri="{FF2B5EF4-FFF2-40B4-BE49-F238E27FC236}">
                <a16:creationId xmlns:a16="http://schemas.microsoft.com/office/drawing/2014/main" id="{B2F24DC3-E8C9-44E4-AEF1-E011117B1E08}"/>
              </a:ext>
            </a:extLst>
          </p:cNvPr>
          <p:cNvSpPr>
            <a:spLocks noGrp="1"/>
          </p:cNvSpPr>
          <p:nvPr>
            <p:ph type="body" idx="1"/>
          </p:nvPr>
        </p:nvSpPr>
        <p:spPr>
          <a:xfrm>
            <a:off x="380010" y="1219200"/>
            <a:ext cx="8383980" cy="5509637"/>
          </a:xfrm>
        </p:spPr>
        <p:txBody>
          <a:bodyPr/>
          <a:lstStyle/>
          <a:p>
            <a:r>
              <a:rPr lang="en-US" dirty="0"/>
              <a:t>List</a:t>
            </a:r>
          </a:p>
          <a:p>
            <a:pPr lvl="1"/>
            <a:r>
              <a:rPr lang="en-US" dirty="0"/>
              <a:t>Ordered</a:t>
            </a:r>
          </a:p>
          <a:p>
            <a:pPr lvl="1"/>
            <a:r>
              <a:rPr lang="en-US" dirty="0"/>
              <a:t>Allows Duplicates</a:t>
            </a:r>
          </a:p>
          <a:p>
            <a:pPr lvl="1"/>
            <a:r>
              <a:rPr lang="en-US" i="1" dirty="0"/>
              <a:t>Indexed*** </a:t>
            </a:r>
          </a:p>
          <a:p>
            <a:r>
              <a:rPr lang="en-US" dirty="0"/>
              <a:t>Set</a:t>
            </a:r>
          </a:p>
          <a:p>
            <a:pPr lvl="1"/>
            <a:r>
              <a:rPr lang="en-US" dirty="0"/>
              <a:t>Non-ordered</a:t>
            </a:r>
          </a:p>
          <a:p>
            <a:pPr lvl="1"/>
            <a:r>
              <a:rPr lang="en-US" i="1" dirty="0"/>
              <a:t>No Duplicates</a:t>
            </a:r>
            <a:r>
              <a:rPr lang="en-US" dirty="0"/>
              <a:t>***</a:t>
            </a:r>
          </a:p>
          <a:p>
            <a:r>
              <a:rPr lang="en-US" dirty="0"/>
              <a:t>Queue</a:t>
            </a:r>
          </a:p>
          <a:p>
            <a:pPr lvl="1"/>
            <a:r>
              <a:rPr lang="en-US" dirty="0"/>
              <a:t>FIFO*** </a:t>
            </a:r>
          </a:p>
          <a:p>
            <a:pPr lvl="1"/>
            <a:r>
              <a:rPr lang="en-US" dirty="0"/>
              <a:t>Ordered*</a:t>
            </a:r>
          </a:p>
          <a:p>
            <a:pPr lvl="1"/>
            <a:r>
              <a:rPr lang="en-US" dirty="0"/>
              <a:t>Allows Duplicates </a:t>
            </a:r>
          </a:p>
        </p:txBody>
      </p:sp>
      <p:sp>
        <p:nvSpPr>
          <p:cNvPr id="4" name="Slide Number Placeholder 3">
            <a:extLst>
              <a:ext uri="{FF2B5EF4-FFF2-40B4-BE49-F238E27FC236}">
                <a16:creationId xmlns:a16="http://schemas.microsoft.com/office/drawing/2014/main" id="{02BD7544-74A5-4719-9F65-B68C800BCB9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Tree>
    <p:extLst>
      <p:ext uri="{BB962C8B-B14F-4D97-AF65-F5344CB8AC3E}">
        <p14:creationId xmlns:p14="http://schemas.microsoft.com/office/powerpoint/2010/main" val="3505425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9593A-7652-DD71-B688-53DF40E880A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E40D9F-65BD-C15A-08F6-21EF5EF88D7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
        <p:nvSpPr>
          <p:cNvPr id="3" name="Title 2">
            <a:extLst>
              <a:ext uri="{FF2B5EF4-FFF2-40B4-BE49-F238E27FC236}">
                <a16:creationId xmlns:a16="http://schemas.microsoft.com/office/drawing/2014/main" id="{DD37C86C-9D91-F5AB-19E9-2B4744C15AF3}"/>
              </a:ext>
            </a:extLst>
          </p:cNvPr>
          <p:cNvSpPr>
            <a:spLocks noGrp="1"/>
          </p:cNvSpPr>
          <p:nvPr>
            <p:ph type="title"/>
          </p:nvPr>
        </p:nvSpPr>
        <p:spPr/>
        <p:txBody>
          <a:bodyPr/>
          <a:lstStyle/>
          <a:p>
            <a:r>
              <a:rPr lang="en-US" sz="3600" dirty="0"/>
              <a:t>Maps</a:t>
            </a:r>
          </a:p>
        </p:txBody>
      </p:sp>
    </p:spTree>
    <p:extLst>
      <p:ext uri="{BB962C8B-B14F-4D97-AF65-F5344CB8AC3E}">
        <p14:creationId xmlns:p14="http://schemas.microsoft.com/office/powerpoint/2010/main" val="25477234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Java Maps</a:t>
            </a:r>
            <a:endParaRPr/>
          </a:p>
        </p:txBody>
      </p:sp>
      <p:sp>
        <p:nvSpPr>
          <p:cNvPr id="254" name="Google Shape;254;p21"/>
          <p:cNvSpPr txBox="1">
            <a:spLocks noGrp="1"/>
          </p:cNvSpPr>
          <p:nvPr>
            <p:ph type="body" idx="1"/>
          </p:nvPr>
        </p:nvSpPr>
        <p:spPr>
          <a:xfrm>
            <a:off x="380010" y="1481446"/>
            <a:ext cx="8383980" cy="5247391"/>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spcBef>
                <a:spcPts val="0"/>
              </a:spcBef>
              <a:spcAft>
                <a:spcPts val="0"/>
              </a:spcAft>
              <a:buSzPts val="2800"/>
              <a:buChar char="•"/>
            </a:pPr>
            <a:r>
              <a:rPr lang="en-US" dirty="0"/>
              <a:t>Maps are a “non-</a:t>
            </a:r>
            <a:r>
              <a:rPr lang="en-US" dirty="0" err="1"/>
              <a:t>iterable</a:t>
            </a:r>
            <a:r>
              <a:rPr lang="en-US" dirty="0"/>
              <a:t>” data structure</a:t>
            </a:r>
          </a:p>
          <a:p>
            <a:pPr marL="800100" lvl="1" indent="-342900">
              <a:spcBef>
                <a:spcPts val="0"/>
              </a:spcBef>
              <a:buSzPts val="2800"/>
              <a:buChar char="•"/>
            </a:pPr>
            <a:r>
              <a:rPr lang="en-US" dirty="0"/>
              <a:t>Maps in Java do not implement the Collection interface or the </a:t>
            </a:r>
            <a:r>
              <a:rPr lang="en-US" dirty="0" err="1"/>
              <a:t>Iterable</a:t>
            </a:r>
            <a:r>
              <a:rPr lang="en-US" dirty="0"/>
              <a:t> interface</a:t>
            </a:r>
          </a:p>
          <a:p>
            <a:pPr marL="800100" lvl="1" indent="-342900">
              <a:spcBef>
                <a:spcPts val="0"/>
              </a:spcBef>
              <a:buSzPts val="2800"/>
              <a:buChar char="•"/>
            </a:pPr>
            <a:r>
              <a:rPr lang="en-US" dirty="0"/>
              <a:t>Ex: </a:t>
            </a:r>
            <a:r>
              <a:rPr lang="en-US" dirty="0">
                <a:latin typeface="Courier New" panose="02070309020205020404" pitchFamily="49" charset="0"/>
                <a:cs typeface="Courier New" panose="02070309020205020404" pitchFamily="49" charset="0"/>
              </a:rPr>
              <a:t>Map&lt;String, Integer&gt; </a:t>
            </a:r>
            <a:r>
              <a:rPr lang="en-US" dirty="0" err="1">
                <a:latin typeface="Courier New" panose="02070309020205020404" pitchFamily="49" charset="0"/>
                <a:cs typeface="Courier New" panose="02070309020205020404" pitchFamily="49" charset="0"/>
              </a:rPr>
              <a:t>mp</a:t>
            </a:r>
            <a:r>
              <a:rPr lang="en-US" dirty="0">
                <a:latin typeface="Courier New" panose="02070309020205020404" pitchFamily="49" charset="0"/>
                <a:cs typeface="Courier New" panose="02070309020205020404" pitchFamily="49" charset="0"/>
              </a:rPr>
              <a:t> = new </a:t>
            </a:r>
            <a:r>
              <a:rPr lang="en-US" dirty="0" err="1">
                <a:latin typeface="Courier New" panose="02070309020205020404" pitchFamily="49" charset="0"/>
                <a:cs typeface="Courier New" panose="02070309020205020404" pitchFamily="49" charset="0"/>
              </a:rPr>
              <a:t>Hashmap</a:t>
            </a:r>
            <a:r>
              <a:rPr lang="en-US" dirty="0">
                <a:latin typeface="Courier New" panose="02070309020205020404" pitchFamily="49" charset="0"/>
                <a:cs typeface="Courier New" panose="02070309020205020404" pitchFamily="49" charset="0"/>
              </a:rPr>
              <a:t>&lt;&gt; ();</a:t>
            </a:r>
          </a:p>
          <a:p>
            <a:pPr marL="342900" lvl="0" indent="-342900" algn="l" rtl="0">
              <a:spcBef>
                <a:spcPts val="0"/>
              </a:spcBef>
              <a:spcAft>
                <a:spcPts val="0"/>
              </a:spcAft>
              <a:buSzPts val="2800"/>
              <a:buChar char="•"/>
            </a:pPr>
            <a:r>
              <a:rPr lang="en-US" dirty="0"/>
              <a:t>Stores data as: Key-Value Pairs</a:t>
            </a:r>
          </a:p>
          <a:p>
            <a:pPr marL="800100" lvl="1" indent="-342900">
              <a:spcBef>
                <a:spcPts val="0"/>
              </a:spcBef>
              <a:buSzPts val="2800"/>
              <a:buChar char="•"/>
            </a:pPr>
            <a:r>
              <a:rPr lang="en-US" dirty="0"/>
              <a:t>Key: identifier</a:t>
            </a:r>
          </a:p>
          <a:p>
            <a:pPr marL="800100" lvl="1" indent="-342900">
              <a:spcBef>
                <a:spcPts val="0"/>
              </a:spcBef>
              <a:buSzPts val="2800"/>
              <a:buChar char="•"/>
            </a:pPr>
            <a:r>
              <a:rPr lang="en-US" dirty="0"/>
              <a:t>Value: associated data</a:t>
            </a:r>
          </a:p>
          <a:p>
            <a:pPr marL="342900" lvl="0" indent="-342900" algn="l" rtl="0">
              <a:spcBef>
                <a:spcPts val="0"/>
              </a:spcBef>
              <a:spcAft>
                <a:spcPts val="0"/>
              </a:spcAft>
              <a:buSzPts val="2800"/>
              <a:buChar char="•"/>
            </a:pPr>
            <a:r>
              <a:rPr lang="en-US" dirty="0"/>
              <a:t>You can insert new </a:t>
            </a:r>
            <a:r>
              <a:rPr lang="en-US" dirty="0" err="1"/>
              <a:t>key:value</a:t>
            </a:r>
            <a:r>
              <a:rPr lang="en-US" dirty="0"/>
              <a:t> pairs using the </a:t>
            </a:r>
            <a:r>
              <a:rPr lang="en-US" dirty="0">
                <a:latin typeface="Courier New" panose="02070309020205020404" pitchFamily="49" charset="0"/>
                <a:cs typeface="Courier New" panose="02070309020205020404" pitchFamily="49" charset="0"/>
              </a:rPr>
              <a:t>put()</a:t>
            </a:r>
            <a:r>
              <a:rPr lang="en-US" dirty="0"/>
              <a:t> method.</a:t>
            </a:r>
          </a:p>
          <a:p>
            <a:pPr marL="800100" lvl="1" indent="-342900">
              <a:spcBef>
                <a:spcPts val="0"/>
              </a:spcBef>
              <a:buSzPts val="2800"/>
              <a:buChar char="•"/>
            </a:pPr>
            <a:r>
              <a:rPr lang="en-US" dirty="0" err="1">
                <a:latin typeface="Courier New" panose="02070309020205020404" pitchFamily="49" charset="0"/>
                <a:cs typeface="Courier New" panose="02070309020205020404" pitchFamily="49" charset="0"/>
              </a:rPr>
              <a:t>mp.put</a:t>
            </a:r>
            <a:r>
              <a:rPr lang="en-US" dirty="0">
                <a:latin typeface="Courier New" panose="02070309020205020404" pitchFamily="49" charset="0"/>
                <a:cs typeface="Courier New" panose="02070309020205020404" pitchFamily="49" charset="0"/>
              </a:rPr>
              <a:t>(“a”,1)</a:t>
            </a:r>
          </a:p>
          <a:p>
            <a:pPr marL="342900" lvl="0" indent="-342900" algn="l" rtl="0">
              <a:spcBef>
                <a:spcPts val="560"/>
              </a:spcBef>
              <a:spcAft>
                <a:spcPts val="0"/>
              </a:spcAft>
              <a:buSzPts val="2800"/>
              <a:buChar char="•"/>
            </a:pPr>
            <a:r>
              <a:rPr lang="en-US" dirty="0"/>
              <a:t>Although the Map is not </a:t>
            </a:r>
            <a:r>
              <a:rPr lang="en-US" dirty="0" err="1"/>
              <a:t>iterable</a:t>
            </a:r>
            <a:r>
              <a:rPr lang="en-US" dirty="0"/>
              <a:t>, the </a:t>
            </a:r>
            <a:r>
              <a:rPr lang="en-US" dirty="0" err="1">
                <a:latin typeface="Courier New" panose="02070309020205020404" pitchFamily="49" charset="0"/>
                <a:cs typeface="Courier New" panose="02070309020205020404" pitchFamily="49" charset="0"/>
              </a:rPr>
              <a:t>keySet</a:t>
            </a:r>
            <a:r>
              <a:rPr lang="en-US" dirty="0">
                <a:latin typeface="Courier New" panose="02070309020205020404" pitchFamily="49" charset="0"/>
                <a:cs typeface="Courier New" panose="02070309020205020404" pitchFamily="49" charset="0"/>
              </a:rPr>
              <a:t>()</a:t>
            </a:r>
            <a:r>
              <a:rPr lang="en-US" dirty="0"/>
              <a:t> and </a:t>
            </a:r>
            <a:r>
              <a:rPr lang="en-US" dirty="0">
                <a:latin typeface="Courier New" panose="02070309020205020404" pitchFamily="49" charset="0"/>
                <a:cs typeface="Courier New" panose="02070309020205020404" pitchFamily="49" charset="0"/>
              </a:rPr>
              <a:t>values()</a:t>
            </a:r>
            <a:r>
              <a:rPr lang="en-US" dirty="0"/>
              <a:t> methods of a Map both return </a:t>
            </a:r>
            <a:r>
              <a:rPr lang="en-US" dirty="0" err="1"/>
              <a:t>Iterable</a:t>
            </a:r>
            <a:r>
              <a:rPr lang="en-US" dirty="0"/>
              <a:t> collections of all the keys and values in the Map, respectively.</a:t>
            </a:r>
            <a:endParaRPr dirty="0"/>
          </a:p>
          <a:p>
            <a:pPr marL="342900" lvl="0" indent="-342900" algn="l" rtl="0">
              <a:spcBef>
                <a:spcPts val="560"/>
              </a:spcBef>
              <a:spcAft>
                <a:spcPts val="0"/>
              </a:spcAft>
              <a:buSzPts val="2800"/>
              <a:buChar char="•"/>
            </a:pPr>
            <a:r>
              <a:rPr lang="en-US" dirty="0"/>
              <a:t>You can iterate over a keyset to facilitate iterating through a map intuitively.</a:t>
            </a:r>
            <a:endParaRPr dirty="0"/>
          </a:p>
        </p:txBody>
      </p:sp>
      <p:sp>
        <p:nvSpPr>
          <p:cNvPr id="255" name="Google Shape;255;p2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4">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4">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4">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4">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3FFAD-81E5-4CCB-8DA6-194F0C482FAF}"/>
              </a:ext>
            </a:extLst>
          </p:cNvPr>
          <p:cNvSpPr>
            <a:spLocks noGrp="1"/>
          </p:cNvSpPr>
          <p:nvPr>
            <p:ph type="title"/>
          </p:nvPr>
        </p:nvSpPr>
        <p:spPr/>
        <p:txBody>
          <a:bodyPr/>
          <a:lstStyle/>
          <a:p>
            <a:r>
              <a:rPr lang="en-US" dirty="0"/>
              <a:t>Map</a:t>
            </a:r>
          </a:p>
        </p:txBody>
      </p:sp>
      <p:sp>
        <p:nvSpPr>
          <p:cNvPr id="4" name="Slide Number Placeholder 3">
            <a:extLst>
              <a:ext uri="{FF2B5EF4-FFF2-40B4-BE49-F238E27FC236}">
                <a16:creationId xmlns:a16="http://schemas.microsoft.com/office/drawing/2014/main" id="{5B6217FB-90E9-4DF1-BCA3-AD192DAF5E0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pic>
        <p:nvPicPr>
          <p:cNvPr id="6" name="Picture 5" descr="A screenshot of a cell phone&#10;&#10;Description automatically generated">
            <a:extLst>
              <a:ext uri="{FF2B5EF4-FFF2-40B4-BE49-F238E27FC236}">
                <a16:creationId xmlns:a16="http://schemas.microsoft.com/office/drawing/2014/main" id="{E8E14685-F17B-4C74-B8DF-52F73AF796FF}"/>
              </a:ext>
            </a:extLst>
          </p:cNvPr>
          <p:cNvPicPr>
            <a:picLocks noChangeAspect="1"/>
          </p:cNvPicPr>
          <p:nvPr/>
        </p:nvPicPr>
        <p:blipFill>
          <a:blip r:embed="rId2"/>
          <a:stretch>
            <a:fillRect/>
          </a:stretch>
        </p:blipFill>
        <p:spPr>
          <a:xfrm>
            <a:off x="71670" y="3030847"/>
            <a:ext cx="9000659" cy="2583077"/>
          </a:xfrm>
          <a:prstGeom prst="rect">
            <a:avLst/>
          </a:prstGeom>
        </p:spPr>
      </p:pic>
      <p:pic>
        <p:nvPicPr>
          <p:cNvPr id="7" name="Picture 6">
            <a:extLst>
              <a:ext uri="{FF2B5EF4-FFF2-40B4-BE49-F238E27FC236}">
                <a16:creationId xmlns:a16="http://schemas.microsoft.com/office/drawing/2014/main" id="{6CE58A2E-ADD3-4BED-84A2-33F79D1C80F6}"/>
              </a:ext>
            </a:extLst>
          </p:cNvPr>
          <p:cNvPicPr>
            <a:picLocks noChangeAspect="1"/>
          </p:cNvPicPr>
          <p:nvPr/>
        </p:nvPicPr>
        <p:blipFill>
          <a:blip r:embed="rId3"/>
          <a:stretch>
            <a:fillRect/>
          </a:stretch>
        </p:blipFill>
        <p:spPr>
          <a:xfrm>
            <a:off x="1314394" y="1530612"/>
            <a:ext cx="1287892" cy="1188823"/>
          </a:xfrm>
          <a:prstGeom prst="rect">
            <a:avLst/>
          </a:prstGeom>
        </p:spPr>
      </p:pic>
    </p:spTree>
    <p:extLst>
      <p:ext uri="{BB962C8B-B14F-4D97-AF65-F5344CB8AC3E}">
        <p14:creationId xmlns:p14="http://schemas.microsoft.com/office/powerpoint/2010/main" val="8285680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Maps</a:t>
            </a:r>
            <a:endParaRPr dirty="0"/>
          </a:p>
        </p:txBody>
      </p:sp>
      <p:sp>
        <p:nvSpPr>
          <p:cNvPr id="254" name="Google Shape;254;p21"/>
          <p:cNvSpPr txBox="1">
            <a:spLocks noGrp="1"/>
          </p:cNvSpPr>
          <p:nvPr>
            <p:ph type="body" idx="1"/>
          </p:nvPr>
        </p:nvSpPr>
        <p:spPr>
          <a:xfrm>
            <a:off x="380010" y="1481447"/>
            <a:ext cx="8383980" cy="4882265"/>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SzPts val="2800"/>
              <a:buChar char="•"/>
            </a:pPr>
            <a:r>
              <a:rPr lang="en-US" dirty="0"/>
              <a:t>HashMap</a:t>
            </a:r>
          </a:p>
          <a:p>
            <a:pPr marL="800100" lvl="1" indent="-342900">
              <a:spcBef>
                <a:spcPts val="0"/>
              </a:spcBef>
              <a:buSzPts val="2800"/>
            </a:pPr>
            <a:r>
              <a:rPr lang="en-US" dirty="0"/>
              <a:t>A collection that stores algorithmically hashed data in Key-Value pairs, in which the value is linked to a key, and the key is then hashed and used as the index of the value.</a:t>
            </a:r>
          </a:p>
          <a:p>
            <a:pPr marL="342900" lvl="0" indent="-342900" algn="l" rtl="0">
              <a:spcBef>
                <a:spcPts val="0"/>
              </a:spcBef>
              <a:spcAft>
                <a:spcPts val="0"/>
              </a:spcAft>
              <a:buSzPts val="2800"/>
              <a:buChar char="•"/>
            </a:pPr>
            <a:r>
              <a:rPr lang="en-US" dirty="0" err="1"/>
              <a:t>HashTable</a:t>
            </a:r>
            <a:endParaRPr lang="en-US" dirty="0"/>
          </a:p>
          <a:p>
            <a:pPr marL="800100" lvl="1" indent="-342900">
              <a:spcBef>
                <a:spcPts val="0"/>
              </a:spcBef>
              <a:buSzPts val="2800"/>
            </a:pPr>
            <a:r>
              <a:rPr lang="en-US" dirty="0"/>
              <a:t>Similar to a HashMap, however, a </a:t>
            </a:r>
            <a:r>
              <a:rPr lang="en-US" dirty="0" err="1"/>
              <a:t>HashTable</a:t>
            </a:r>
            <a:r>
              <a:rPr lang="en-US" dirty="0"/>
              <a:t> is synchronized (thread safe).</a:t>
            </a:r>
          </a:p>
          <a:p>
            <a:pPr marL="342900" lvl="0" indent="-342900" algn="l" rtl="0">
              <a:spcBef>
                <a:spcPts val="0"/>
              </a:spcBef>
              <a:spcAft>
                <a:spcPts val="0"/>
              </a:spcAft>
              <a:buSzPts val="2800"/>
              <a:buChar char="•"/>
            </a:pPr>
            <a:r>
              <a:rPr lang="en-US" dirty="0" err="1"/>
              <a:t>SortedMap</a:t>
            </a:r>
            <a:endParaRPr lang="en-US" dirty="0"/>
          </a:p>
          <a:p>
            <a:pPr marL="800100" lvl="1" indent="-342900">
              <a:spcBef>
                <a:spcPts val="0"/>
              </a:spcBef>
              <a:buSzPts val="2800"/>
            </a:pPr>
            <a:r>
              <a:rPr lang="en-US" dirty="0"/>
              <a:t>A collection that stores data in Key-Value pairs and holds the keys in sorted order based on natural ordering or </a:t>
            </a:r>
            <a:r>
              <a:rPr lang="en-US" sz="2400" dirty="0"/>
              <a:t>based on the implementation of the Comparator interface for the elements in the collection</a:t>
            </a:r>
            <a:endParaRPr dirty="0"/>
          </a:p>
        </p:txBody>
      </p:sp>
      <p:sp>
        <p:nvSpPr>
          <p:cNvPr id="255" name="Google Shape;255;p2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4120355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C53EA-FDD4-7AFA-8376-9780CCDE839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02FF83-446C-5143-DB1F-A9645AA3070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
        <p:nvSpPr>
          <p:cNvPr id="3" name="Title 2">
            <a:extLst>
              <a:ext uri="{FF2B5EF4-FFF2-40B4-BE49-F238E27FC236}">
                <a16:creationId xmlns:a16="http://schemas.microsoft.com/office/drawing/2014/main" id="{1B40CBBE-D242-CBE9-E8FF-4DE63E9CA4B5}"/>
              </a:ext>
            </a:extLst>
          </p:cNvPr>
          <p:cNvSpPr>
            <a:spLocks noGrp="1"/>
          </p:cNvSpPr>
          <p:nvPr>
            <p:ph type="title"/>
          </p:nvPr>
        </p:nvSpPr>
        <p:spPr/>
        <p:txBody>
          <a:bodyPr/>
          <a:lstStyle/>
          <a:p>
            <a:r>
              <a:rPr lang="en-US" sz="3600" dirty="0"/>
              <a:t>Comparisons</a:t>
            </a:r>
          </a:p>
        </p:txBody>
      </p:sp>
    </p:spTree>
    <p:extLst>
      <p:ext uri="{BB962C8B-B14F-4D97-AF65-F5344CB8AC3E}">
        <p14:creationId xmlns:p14="http://schemas.microsoft.com/office/powerpoint/2010/main" val="32782739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2"/>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Comparing Collection Elements</a:t>
            </a:r>
            <a:endParaRPr/>
          </a:p>
        </p:txBody>
      </p:sp>
      <p:sp>
        <p:nvSpPr>
          <p:cNvPr id="261" name="Google Shape;261;p22"/>
          <p:cNvSpPr txBox="1">
            <a:spLocks noGrp="1"/>
          </p:cNvSpPr>
          <p:nvPr>
            <p:ph type="body" idx="1"/>
          </p:nvPr>
        </p:nvSpPr>
        <p:spPr>
          <a:xfrm>
            <a:off x="380010" y="1481446"/>
            <a:ext cx="8383980" cy="4882266"/>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800"/>
              <a:buChar char="•"/>
            </a:pPr>
            <a:r>
              <a:rPr lang="en-US" dirty="0"/>
              <a:t>When you need to sort a collection, you need to compare two elements at a time to evaluate which comes before or after the other.</a:t>
            </a:r>
            <a:endParaRPr dirty="0"/>
          </a:p>
          <a:p>
            <a:pPr marL="342900" lvl="0" indent="-342900" algn="l" rtl="0">
              <a:lnSpc>
                <a:spcPct val="90000"/>
              </a:lnSpc>
              <a:spcBef>
                <a:spcPts val="560"/>
              </a:spcBef>
              <a:spcAft>
                <a:spcPts val="0"/>
              </a:spcAft>
              <a:buSzPts val="2800"/>
              <a:buChar char="•"/>
            </a:pPr>
            <a:r>
              <a:rPr lang="en-US" dirty="0"/>
              <a:t>Java has two interfaces for this: Comparable, and Comparator</a:t>
            </a:r>
            <a:endParaRPr dirty="0"/>
          </a:p>
          <a:p>
            <a:pPr marL="342900" lvl="0" indent="-342900" algn="l" rtl="0">
              <a:lnSpc>
                <a:spcPct val="90000"/>
              </a:lnSpc>
              <a:spcBef>
                <a:spcPts val="560"/>
              </a:spcBef>
              <a:spcAft>
                <a:spcPts val="0"/>
              </a:spcAft>
              <a:buSzPts val="2800"/>
              <a:buChar char="•"/>
            </a:pPr>
            <a:r>
              <a:rPr lang="en-US" dirty="0"/>
              <a:t>Comparing two objects, A and B produces an int…</a:t>
            </a:r>
            <a:endParaRPr dirty="0"/>
          </a:p>
          <a:p>
            <a:pPr marL="742950" lvl="1" indent="-285750" algn="l" rtl="0">
              <a:lnSpc>
                <a:spcPct val="90000"/>
              </a:lnSpc>
              <a:spcBef>
                <a:spcPts val="480"/>
              </a:spcBef>
              <a:spcAft>
                <a:spcPts val="0"/>
              </a:spcAft>
              <a:buSzPts val="2400"/>
              <a:buChar char="–"/>
            </a:pPr>
            <a:r>
              <a:rPr lang="en-US" dirty="0"/>
              <a:t>If A comes before B, the result should be </a:t>
            </a:r>
            <a:r>
              <a:rPr lang="en-US" i="1" dirty="0"/>
              <a:t>less than 0</a:t>
            </a:r>
            <a:endParaRPr dirty="0"/>
          </a:p>
          <a:p>
            <a:pPr marL="742950" lvl="1" indent="-285750" algn="l" rtl="0">
              <a:lnSpc>
                <a:spcPct val="90000"/>
              </a:lnSpc>
              <a:spcBef>
                <a:spcPts val="480"/>
              </a:spcBef>
              <a:spcAft>
                <a:spcPts val="0"/>
              </a:spcAft>
              <a:buSzPts val="2400"/>
              <a:buChar char="–"/>
            </a:pPr>
            <a:r>
              <a:rPr lang="en-US" dirty="0"/>
              <a:t>If A has the same place as B, the result should be 0</a:t>
            </a:r>
            <a:endParaRPr dirty="0"/>
          </a:p>
          <a:p>
            <a:pPr marL="742950" lvl="1" indent="-285750" algn="l" rtl="0">
              <a:lnSpc>
                <a:spcPct val="90000"/>
              </a:lnSpc>
              <a:spcBef>
                <a:spcPts val="480"/>
              </a:spcBef>
              <a:spcAft>
                <a:spcPts val="0"/>
              </a:spcAft>
              <a:buSzPts val="2400"/>
              <a:buChar char="–"/>
            </a:pPr>
            <a:r>
              <a:rPr lang="en-US" dirty="0"/>
              <a:t>If A comes after B, the result should be </a:t>
            </a:r>
            <a:r>
              <a:rPr lang="en-US" i="1" dirty="0"/>
              <a:t>greater than 0.</a:t>
            </a:r>
            <a:endParaRPr dirty="0"/>
          </a:p>
          <a:p>
            <a:pPr marL="742950" lvl="1" indent="-285750" algn="l" rtl="0">
              <a:lnSpc>
                <a:spcPct val="90000"/>
              </a:lnSpc>
              <a:spcBef>
                <a:spcPts val="480"/>
              </a:spcBef>
              <a:spcAft>
                <a:spcPts val="0"/>
              </a:spcAft>
              <a:buSzPts val="2400"/>
              <a:buChar char="–"/>
            </a:pPr>
            <a:r>
              <a:rPr lang="en-US" dirty="0"/>
              <a:t>The specific output value is never guaranteed!</a:t>
            </a:r>
            <a:endParaRPr dirty="0"/>
          </a:p>
        </p:txBody>
      </p:sp>
      <p:sp>
        <p:nvSpPr>
          <p:cNvPr id="262" name="Google Shape;262;p22"/>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1">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1">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3"/>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Comparable vs Comparator</a:t>
            </a:r>
            <a:endParaRPr/>
          </a:p>
        </p:txBody>
      </p:sp>
      <p:sp>
        <p:nvSpPr>
          <p:cNvPr id="268" name="Google Shape;268;p23"/>
          <p:cNvSpPr txBox="1">
            <a:spLocks noGrp="1"/>
          </p:cNvSpPr>
          <p:nvPr>
            <p:ph type="body" idx="1"/>
          </p:nvPr>
        </p:nvSpPr>
        <p:spPr>
          <a:xfrm>
            <a:off x="380010" y="1481446"/>
            <a:ext cx="8383980" cy="4882266"/>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590"/>
              <a:buChar char="•"/>
            </a:pPr>
            <a:r>
              <a:rPr lang="en-US" sz="2590" dirty="0"/>
              <a:t>Comparable is implemented by the </a:t>
            </a:r>
            <a:r>
              <a:rPr lang="en-US" sz="2590" i="1" dirty="0"/>
              <a:t>object itself</a:t>
            </a:r>
            <a:r>
              <a:rPr lang="en-US" sz="2590" dirty="0"/>
              <a:t>. It defines a single method for comparing an object against another</a:t>
            </a:r>
            <a:endParaRPr dirty="0"/>
          </a:p>
          <a:p>
            <a:pPr marL="742950" lvl="1" indent="-285750" algn="l" rtl="0">
              <a:lnSpc>
                <a:spcPct val="90000"/>
              </a:lnSpc>
              <a:spcBef>
                <a:spcPts val="370"/>
              </a:spcBef>
              <a:spcAft>
                <a:spcPts val="0"/>
              </a:spcAft>
              <a:buSzPts val="1850"/>
              <a:buChar char="–"/>
            </a:pPr>
            <a:r>
              <a:rPr lang="en-US" sz="1850" dirty="0">
                <a:latin typeface="Courier New"/>
                <a:ea typeface="Courier New"/>
                <a:cs typeface="Courier New"/>
                <a:sym typeface="Courier New"/>
              </a:rPr>
              <a:t>public interface Comparable&lt;T&gt; {</a:t>
            </a:r>
            <a:br>
              <a:rPr lang="en-US" sz="1850" dirty="0">
                <a:latin typeface="Courier New"/>
                <a:ea typeface="Courier New"/>
                <a:cs typeface="Courier New"/>
                <a:sym typeface="Courier New"/>
              </a:rPr>
            </a:br>
            <a:r>
              <a:rPr lang="en-US" sz="1850" dirty="0">
                <a:latin typeface="Courier New"/>
                <a:ea typeface="Courier New"/>
                <a:cs typeface="Courier New"/>
                <a:sym typeface="Courier New"/>
              </a:rPr>
              <a:t>    int </a:t>
            </a:r>
            <a:r>
              <a:rPr lang="en-US" sz="1850" dirty="0" err="1">
                <a:latin typeface="Courier New"/>
                <a:ea typeface="Courier New"/>
                <a:cs typeface="Courier New"/>
                <a:sym typeface="Courier New"/>
              </a:rPr>
              <a:t>compareTo</a:t>
            </a:r>
            <a:r>
              <a:rPr lang="en-US" sz="1850" dirty="0">
                <a:latin typeface="Courier New"/>
                <a:ea typeface="Courier New"/>
                <a:cs typeface="Courier New"/>
                <a:sym typeface="Courier New"/>
              </a:rPr>
              <a:t>(T other);</a:t>
            </a:r>
            <a:br>
              <a:rPr lang="en-US" sz="1850" dirty="0">
                <a:latin typeface="Courier New"/>
                <a:ea typeface="Courier New"/>
                <a:cs typeface="Courier New"/>
                <a:sym typeface="Courier New"/>
              </a:rPr>
            </a:br>
            <a:r>
              <a:rPr lang="en-US" sz="1850" dirty="0">
                <a:latin typeface="Courier New"/>
                <a:ea typeface="Courier New"/>
                <a:cs typeface="Courier New"/>
                <a:sym typeface="Courier New"/>
              </a:rPr>
              <a:t>}</a:t>
            </a:r>
            <a:endParaRPr dirty="0"/>
          </a:p>
          <a:p>
            <a:pPr marL="342900" lvl="0" indent="-342900" algn="l" rtl="0">
              <a:lnSpc>
                <a:spcPct val="90000"/>
              </a:lnSpc>
              <a:spcBef>
                <a:spcPts val="518"/>
              </a:spcBef>
              <a:spcAft>
                <a:spcPts val="0"/>
              </a:spcAft>
              <a:buSzPts val="2590"/>
              <a:buChar char="•"/>
            </a:pPr>
            <a:r>
              <a:rPr lang="en-US" sz="2590" dirty="0"/>
              <a:t>Comparator is implemented by a 3</a:t>
            </a:r>
            <a:r>
              <a:rPr lang="en-US" sz="2590" baseline="30000" dirty="0"/>
              <a:t>rd </a:t>
            </a:r>
            <a:r>
              <a:rPr lang="en-US" sz="2590" dirty="0"/>
              <a:t>party class, and can define a single method for comparing two objects.</a:t>
            </a:r>
            <a:endParaRPr dirty="0"/>
          </a:p>
          <a:p>
            <a:pPr marL="742950" lvl="1" indent="-285750" algn="l" rtl="0">
              <a:lnSpc>
                <a:spcPct val="90000"/>
              </a:lnSpc>
              <a:spcBef>
                <a:spcPts val="370"/>
              </a:spcBef>
              <a:spcAft>
                <a:spcPts val="0"/>
              </a:spcAft>
              <a:buSzPts val="1850"/>
              <a:buChar char="–"/>
            </a:pPr>
            <a:r>
              <a:rPr lang="en-US" sz="1850" dirty="0">
                <a:latin typeface="Courier New"/>
                <a:ea typeface="Courier New"/>
                <a:cs typeface="Courier New"/>
                <a:sym typeface="Courier New"/>
              </a:rPr>
              <a:t>public interface Comparator&lt;T&gt; {</a:t>
            </a:r>
            <a:br>
              <a:rPr lang="en-US" sz="1850" dirty="0">
                <a:latin typeface="Courier New"/>
                <a:ea typeface="Courier New"/>
                <a:cs typeface="Courier New"/>
                <a:sym typeface="Courier New"/>
              </a:rPr>
            </a:br>
            <a:r>
              <a:rPr lang="en-US" sz="1850" dirty="0">
                <a:latin typeface="Courier New"/>
                <a:ea typeface="Courier New"/>
                <a:cs typeface="Courier New"/>
                <a:sym typeface="Courier New"/>
              </a:rPr>
              <a:t>    int compare(T </a:t>
            </a:r>
            <a:r>
              <a:rPr lang="en-US" sz="1850" dirty="0" err="1">
                <a:latin typeface="Courier New"/>
                <a:ea typeface="Courier New"/>
                <a:cs typeface="Courier New"/>
                <a:sym typeface="Courier New"/>
              </a:rPr>
              <a:t>objectA</a:t>
            </a:r>
            <a:r>
              <a:rPr lang="en-US" sz="1850" dirty="0">
                <a:latin typeface="Courier New"/>
                <a:ea typeface="Courier New"/>
                <a:cs typeface="Courier New"/>
                <a:sym typeface="Courier New"/>
              </a:rPr>
              <a:t>, T </a:t>
            </a:r>
            <a:r>
              <a:rPr lang="en-US" sz="1850" dirty="0" err="1">
                <a:latin typeface="Courier New"/>
                <a:ea typeface="Courier New"/>
                <a:cs typeface="Courier New"/>
                <a:sym typeface="Courier New"/>
              </a:rPr>
              <a:t>objectB</a:t>
            </a:r>
            <a:r>
              <a:rPr lang="en-US" sz="1850" dirty="0">
                <a:latin typeface="Courier New"/>
                <a:ea typeface="Courier New"/>
                <a:cs typeface="Courier New"/>
                <a:sym typeface="Courier New"/>
              </a:rPr>
              <a:t>);</a:t>
            </a:r>
            <a:br>
              <a:rPr lang="en-US" sz="1850" dirty="0">
                <a:latin typeface="Courier New"/>
                <a:ea typeface="Courier New"/>
                <a:cs typeface="Courier New"/>
                <a:sym typeface="Courier New"/>
              </a:rPr>
            </a:br>
            <a:r>
              <a:rPr lang="en-US" sz="1850" dirty="0">
                <a:latin typeface="Courier New"/>
                <a:ea typeface="Courier New"/>
                <a:cs typeface="Courier New"/>
                <a:sym typeface="Courier New"/>
              </a:rPr>
              <a:t>}</a:t>
            </a:r>
            <a:endParaRPr dirty="0"/>
          </a:p>
          <a:p>
            <a:pPr marL="342900" lvl="0" indent="-342900" algn="l" rtl="0">
              <a:lnSpc>
                <a:spcPct val="90000"/>
              </a:lnSpc>
              <a:spcBef>
                <a:spcPts val="518"/>
              </a:spcBef>
              <a:spcAft>
                <a:spcPts val="0"/>
              </a:spcAft>
              <a:buSzPts val="2590"/>
              <a:buChar char="•"/>
            </a:pPr>
            <a:r>
              <a:rPr lang="en-US" sz="2590" dirty="0"/>
              <a:t>Comparable defines a </a:t>
            </a:r>
            <a:r>
              <a:rPr lang="en-US" sz="2590" i="1" dirty="0"/>
              <a:t>default</a:t>
            </a:r>
            <a:r>
              <a:rPr lang="en-US" sz="2590" dirty="0"/>
              <a:t> comparison behavior for an object. Comparator defines </a:t>
            </a:r>
            <a:r>
              <a:rPr lang="en-US" sz="2590" i="1" dirty="0"/>
              <a:t>custom</a:t>
            </a:r>
            <a:r>
              <a:rPr lang="en-US" sz="2590" dirty="0"/>
              <a:t> behavior.</a:t>
            </a:r>
            <a:endParaRPr dirty="0"/>
          </a:p>
          <a:p>
            <a:pPr marL="342900" lvl="0" indent="-178435" algn="l" rtl="0">
              <a:lnSpc>
                <a:spcPct val="90000"/>
              </a:lnSpc>
              <a:spcBef>
                <a:spcPts val="518"/>
              </a:spcBef>
              <a:spcAft>
                <a:spcPts val="0"/>
              </a:spcAft>
              <a:buSzPts val="2590"/>
              <a:buNone/>
            </a:pPr>
            <a:endParaRPr sz="2590" dirty="0"/>
          </a:p>
        </p:txBody>
      </p:sp>
      <p:sp>
        <p:nvSpPr>
          <p:cNvPr id="269" name="Google Shape;269;p23"/>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8">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3">
          <a:extLst>
            <a:ext uri="{FF2B5EF4-FFF2-40B4-BE49-F238E27FC236}">
              <a16:creationId xmlns:a16="http://schemas.microsoft.com/office/drawing/2014/main" id="{C5E6DC5C-E8BB-BB07-CE4E-EFA7F2315F6C}"/>
            </a:ext>
          </a:extLst>
        </p:cNvPr>
        <p:cNvGrpSpPr/>
        <p:nvPr/>
      </p:nvGrpSpPr>
      <p:grpSpPr>
        <a:xfrm>
          <a:off x="0" y="0"/>
          <a:ext cx="0" cy="0"/>
          <a:chOff x="0" y="0"/>
          <a:chExt cx="0" cy="0"/>
        </a:xfrm>
      </p:grpSpPr>
      <p:sp>
        <p:nvSpPr>
          <p:cNvPr id="274" name="Google Shape;274;p24">
            <a:extLst>
              <a:ext uri="{FF2B5EF4-FFF2-40B4-BE49-F238E27FC236}">
                <a16:creationId xmlns:a16="http://schemas.microsoft.com/office/drawing/2014/main" id="{D7429C80-69B8-826A-123A-E0EBE3C1EA40}"/>
              </a:ext>
            </a:extLst>
          </p:cNvPr>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Comparable Example</a:t>
            </a:r>
            <a:endParaRPr/>
          </a:p>
        </p:txBody>
      </p:sp>
      <p:sp>
        <p:nvSpPr>
          <p:cNvPr id="275" name="Google Shape;275;p24">
            <a:extLst>
              <a:ext uri="{FF2B5EF4-FFF2-40B4-BE49-F238E27FC236}">
                <a16:creationId xmlns:a16="http://schemas.microsoft.com/office/drawing/2014/main" id="{42E461CB-AB8C-E072-A4F0-A5A215C4A8D0}"/>
              </a:ext>
            </a:extLst>
          </p:cNvPr>
          <p:cNvSpPr txBox="1">
            <a:spLocks noGrp="1"/>
          </p:cNvSpPr>
          <p:nvPr>
            <p:ph type="body" idx="1"/>
          </p:nvPr>
        </p:nvSpPr>
        <p:spPr>
          <a:xfrm>
            <a:off x="380010" y="1610987"/>
            <a:ext cx="8383980" cy="4149734"/>
          </a:xfrm>
          <a:prstGeom prst="rect">
            <a:avLst/>
          </a:prstGeom>
          <a:ln/>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p>
            <a:pPr marL="0" lvl="0" indent="0" algn="l" rtl="0">
              <a:spcBef>
                <a:spcPts val="0"/>
              </a:spcBef>
              <a:spcAft>
                <a:spcPts val="0"/>
              </a:spcAft>
              <a:buSzPts val="2000"/>
              <a:buNone/>
            </a:pPr>
            <a:r>
              <a:rPr lang="en-US" sz="2000" dirty="0">
                <a:latin typeface="Courier New"/>
                <a:ea typeface="Courier New"/>
                <a:cs typeface="Courier New"/>
                <a:sym typeface="Courier New"/>
              </a:rPr>
              <a:t>public class Student implements Comparable&lt;Student&gt; {</a:t>
            </a:r>
            <a:endParaRPr dirty="0"/>
          </a:p>
          <a:p>
            <a:pPr marL="0" lvl="0" indent="0" algn="l" rtl="0">
              <a:spcBef>
                <a:spcPts val="400"/>
              </a:spcBef>
              <a:spcAft>
                <a:spcPts val="0"/>
              </a:spcAft>
              <a:buSzPts val="2000"/>
              <a:buNone/>
            </a:pPr>
            <a:r>
              <a:rPr lang="en-US" sz="2000" dirty="0">
                <a:latin typeface="Courier New"/>
                <a:ea typeface="Courier New"/>
                <a:cs typeface="Courier New"/>
                <a:sym typeface="Courier New"/>
              </a:rPr>
              <a:t>    int </a:t>
            </a:r>
            <a:r>
              <a:rPr lang="en-US" sz="2000" dirty="0" err="1">
                <a:latin typeface="Courier New"/>
                <a:ea typeface="Courier New"/>
                <a:cs typeface="Courier New"/>
                <a:sym typeface="Courier New"/>
              </a:rPr>
              <a:t>studentID</a:t>
            </a:r>
            <a:r>
              <a:rPr lang="en-US" sz="2000" dirty="0">
                <a:latin typeface="Courier New"/>
                <a:ea typeface="Courier New"/>
                <a:cs typeface="Courier New"/>
                <a:sym typeface="Courier New"/>
              </a:rPr>
              <a:t>;</a:t>
            </a:r>
            <a:endParaRPr dirty="0"/>
          </a:p>
          <a:p>
            <a:pPr marL="0" lvl="0" indent="0" algn="l" rtl="0">
              <a:spcBef>
                <a:spcPts val="400"/>
              </a:spcBef>
              <a:spcAft>
                <a:spcPts val="0"/>
              </a:spcAft>
              <a:buSzPts val="2000"/>
              <a:buNone/>
            </a:pPr>
            <a:r>
              <a:rPr lang="en-US" sz="2000" dirty="0">
                <a:latin typeface="Courier New"/>
                <a:ea typeface="Courier New"/>
                <a:cs typeface="Courier New"/>
                <a:sym typeface="Courier New"/>
              </a:rPr>
              <a:t>    String fist;</a:t>
            </a:r>
            <a:endParaRPr dirty="0"/>
          </a:p>
          <a:p>
            <a:pPr marL="0" lvl="0" indent="0" algn="l" rtl="0">
              <a:spcBef>
                <a:spcPts val="400"/>
              </a:spcBef>
              <a:spcAft>
                <a:spcPts val="0"/>
              </a:spcAft>
              <a:buSzPts val="2000"/>
              <a:buNone/>
            </a:pPr>
            <a:r>
              <a:rPr lang="en-US" sz="2000" dirty="0">
                <a:latin typeface="Courier New"/>
                <a:ea typeface="Courier New"/>
                <a:cs typeface="Courier New"/>
                <a:sym typeface="Courier New"/>
              </a:rPr>
              <a:t>    String last;</a:t>
            </a:r>
            <a:endParaRPr dirty="0"/>
          </a:p>
          <a:p>
            <a:pPr marL="0" lvl="0" indent="0" algn="l" rtl="0">
              <a:spcBef>
                <a:spcPts val="400"/>
              </a:spcBef>
              <a:spcAft>
                <a:spcPts val="0"/>
              </a:spcAft>
              <a:buSzPts val="2000"/>
              <a:buNone/>
            </a:pPr>
            <a:endParaRPr sz="2000" dirty="0">
              <a:latin typeface="Courier New"/>
              <a:ea typeface="Courier New"/>
              <a:cs typeface="Courier New"/>
              <a:sym typeface="Courier New"/>
            </a:endParaRPr>
          </a:p>
          <a:p>
            <a:pPr marL="0" lvl="0" indent="0" algn="l" rtl="0">
              <a:spcBef>
                <a:spcPts val="400"/>
              </a:spcBef>
              <a:spcAft>
                <a:spcPts val="0"/>
              </a:spcAft>
              <a:buSzPts val="2000"/>
              <a:buNone/>
            </a:pPr>
            <a:r>
              <a:rPr lang="en-US" sz="2000" dirty="0">
                <a:latin typeface="Courier New"/>
                <a:ea typeface="Courier New"/>
                <a:cs typeface="Courier New"/>
                <a:sym typeface="Courier New"/>
              </a:rPr>
              <a:t>    // The natural ordering of students is by</a:t>
            </a:r>
            <a:endParaRPr dirty="0"/>
          </a:p>
          <a:p>
            <a:pPr marL="0" lvl="0" indent="0" algn="l" rtl="0">
              <a:spcBef>
                <a:spcPts val="400"/>
              </a:spcBef>
              <a:spcAft>
                <a:spcPts val="0"/>
              </a:spcAft>
              <a:buSzPts val="2000"/>
              <a:buNone/>
            </a:pPr>
            <a:r>
              <a:rPr lang="en-US" sz="2000" dirty="0">
                <a:latin typeface="Courier New"/>
                <a:ea typeface="Courier New"/>
                <a:cs typeface="Courier New"/>
                <a:sym typeface="Courier New"/>
              </a:rPr>
              <a:t>    // Student ID.</a:t>
            </a:r>
            <a:endParaRPr dirty="0"/>
          </a:p>
          <a:p>
            <a:pPr marL="0" lvl="0" indent="0" algn="l" rtl="0">
              <a:spcBef>
                <a:spcPts val="400"/>
              </a:spcBef>
              <a:spcAft>
                <a:spcPts val="0"/>
              </a:spcAft>
              <a:buSzPts val="2000"/>
              <a:buNone/>
            </a:pPr>
            <a:r>
              <a:rPr lang="en-US" sz="2000" dirty="0">
                <a:latin typeface="Courier New"/>
                <a:ea typeface="Courier New"/>
                <a:cs typeface="Courier New"/>
                <a:sym typeface="Courier New"/>
              </a:rPr>
              <a:t>    public int </a:t>
            </a:r>
            <a:r>
              <a:rPr lang="en-US" sz="2000" dirty="0" err="1">
                <a:latin typeface="Courier New"/>
                <a:ea typeface="Courier New"/>
                <a:cs typeface="Courier New"/>
                <a:sym typeface="Courier New"/>
              </a:rPr>
              <a:t>compareTo</a:t>
            </a:r>
            <a:r>
              <a:rPr lang="en-US" sz="2000" dirty="0">
                <a:latin typeface="Courier New"/>
                <a:ea typeface="Courier New"/>
                <a:cs typeface="Courier New"/>
                <a:sym typeface="Courier New"/>
              </a:rPr>
              <a:t>(Student other) {</a:t>
            </a:r>
            <a:endParaRPr dirty="0"/>
          </a:p>
          <a:p>
            <a:pPr marL="0" lvl="0" indent="0" algn="l" rtl="0">
              <a:spcBef>
                <a:spcPts val="400"/>
              </a:spcBef>
              <a:spcAft>
                <a:spcPts val="0"/>
              </a:spcAft>
              <a:buSzPts val="2000"/>
              <a:buNone/>
            </a:pPr>
            <a:r>
              <a:rPr lang="en-US" sz="2000" dirty="0">
                <a:latin typeface="Courier New"/>
                <a:ea typeface="Courier New"/>
                <a:cs typeface="Courier New"/>
                <a:sym typeface="Courier New"/>
              </a:rPr>
              <a:t>        return </a:t>
            </a:r>
            <a:r>
              <a:rPr lang="en-US" sz="2000" dirty="0" err="1">
                <a:latin typeface="Courier New"/>
                <a:ea typeface="Courier New"/>
                <a:cs typeface="Courier New"/>
                <a:sym typeface="Courier New"/>
              </a:rPr>
              <a:t>this.studentID</a:t>
            </a:r>
            <a:r>
              <a:rPr lang="en-US" sz="2000" dirty="0">
                <a:latin typeface="Courier New"/>
                <a:ea typeface="Courier New"/>
                <a:cs typeface="Courier New"/>
                <a:sym typeface="Courier New"/>
              </a:rPr>
              <a:t> – </a:t>
            </a:r>
            <a:r>
              <a:rPr lang="en-US" sz="2000" dirty="0" err="1">
                <a:latin typeface="Courier New"/>
                <a:ea typeface="Courier New"/>
                <a:cs typeface="Courier New"/>
                <a:sym typeface="Courier New"/>
              </a:rPr>
              <a:t>other.studentID</a:t>
            </a:r>
            <a:r>
              <a:rPr lang="en-US" sz="2000" dirty="0">
                <a:latin typeface="Courier New"/>
                <a:ea typeface="Courier New"/>
                <a:cs typeface="Courier New"/>
                <a:sym typeface="Courier New"/>
              </a:rPr>
              <a:t>;</a:t>
            </a:r>
            <a:endParaRPr dirty="0"/>
          </a:p>
          <a:p>
            <a:pPr marL="0" lvl="0" indent="0" algn="l" rtl="0">
              <a:spcBef>
                <a:spcPts val="400"/>
              </a:spcBef>
              <a:spcAft>
                <a:spcPts val="0"/>
              </a:spcAft>
              <a:buSzPts val="2000"/>
              <a:buNone/>
            </a:pPr>
            <a:r>
              <a:rPr lang="en-US" sz="2000" dirty="0">
                <a:latin typeface="Courier New"/>
                <a:ea typeface="Courier New"/>
                <a:cs typeface="Courier New"/>
                <a:sym typeface="Courier New"/>
              </a:rPr>
              <a:t>    }</a:t>
            </a:r>
            <a:endParaRPr dirty="0"/>
          </a:p>
          <a:p>
            <a:pPr marL="0" lvl="0" indent="0" algn="l" rtl="0">
              <a:spcBef>
                <a:spcPts val="400"/>
              </a:spcBef>
              <a:spcAft>
                <a:spcPts val="0"/>
              </a:spcAft>
              <a:buSzPts val="2000"/>
              <a:buNone/>
            </a:pPr>
            <a:r>
              <a:rPr lang="en-US" sz="2000" dirty="0">
                <a:latin typeface="Courier New"/>
                <a:ea typeface="Courier New"/>
                <a:cs typeface="Courier New"/>
                <a:sym typeface="Courier New"/>
              </a:rPr>
              <a:t>}</a:t>
            </a:r>
            <a:endParaRPr dirty="0"/>
          </a:p>
        </p:txBody>
      </p:sp>
      <p:sp>
        <p:nvSpPr>
          <p:cNvPr id="276" name="Google Shape;276;p24">
            <a:extLst>
              <a:ext uri="{FF2B5EF4-FFF2-40B4-BE49-F238E27FC236}">
                <a16:creationId xmlns:a16="http://schemas.microsoft.com/office/drawing/2014/main" id="{03589D8D-5EE5-305E-749E-F6B4E1664F84}"/>
              </a:ext>
            </a:extLst>
          </p:cNvPr>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28179030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5"/>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Comparator Example</a:t>
            </a:r>
            <a:endParaRPr/>
          </a:p>
        </p:txBody>
      </p:sp>
      <p:sp>
        <p:nvSpPr>
          <p:cNvPr id="282" name="Google Shape;282;p25"/>
          <p:cNvSpPr txBox="1">
            <a:spLocks noGrp="1"/>
          </p:cNvSpPr>
          <p:nvPr>
            <p:ph type="body" idx="1"/>
          </p:nvPr>
        </p:nvSpPr>
        <p:spPr>
          <a:xfrm>
            <a:off x="273330" y="1539240"/>
            <a:ext cx="8383980" cy="5007034"/>
          </a:xfrm>
          <a:prstGeom prst="rect">
            <a:avLst/>
          </a:prstGeom>
          <a:ln/>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p>
            <a:pPr marL="0" lvl="0" indent="0" algn="l" rtl="0">
              <a:lnSpc>
                <a:spcPct val="90000"/>
              </a:lnSpc>
              <a:spcBef>
                <a:spcPts val="0"/>
              </a:spcBef>
              <a:spcAft>
                <a:spcPts val="0"/>
              </a:spcAft>
              <a:buSzPts val="1800"/>
              <a:buNone/>
            </a:pPr>
            <a:endParaRPr lang="en-US" sz="1800" dirty="0">
              <a:latin typeface="Courier New"/>
              <a:ea typeface="Courier New"/>
              <a:cs typeface="Courier New"/>
              <a:sym typeface="Courier New"/>
            </a:endParaRPr>
          </a:p>
          <a:p>
            <a:pPr marL="0" lvl="0" indent="0" algn="l" rtl="0">
              <a:lnSpc>
                <a:spcPct val="90000"/>
              </a:lnSpc>
              <a:spcBef>
                <a:spcPts val="0"/>
              </a:spcBef>
              <a:spcAft>
                <a:spcPts val="0"/>
              </a:spcAft>
              <a:buSzPts val="1800"/>
              <a:buNone/>
            </a:pPr>
            <a:r>
              <a:rPr lang="en-US" sz="1800" dirty="0">
                <a:latin typeface="Courier New"/>
                <a:ea typeface="Courier New"/>
                <a:cs typeface="Courier New"/>
                <a:sym typeface="Courier New"/>
              </a:rPr>
              <a:t>public class Student implements Comparable&lt;Student&gt; {</a:t>
            </a:r>
            <a:endParaRPr dirty="0"/>
          </a:p>
          <a:p>
            <a:pPr marL="0" lvl="0" indent="0" algn="l" rtl="0">
              <a:lnSpc>
                <a:spcPct val="90000"/>
              </a:lnSpc>
              <a:spcBef>
                <a:spcPts val="360"/>
              </a:spcBef>
              <a:spcAft>
                <a:spcPts val="0"/>
              </a:spcAft>
              <a:buSzPts val="1800"/>
              <a:buNone/>
            </a:pPr>
            <a:r>
              <a:rPr lang="en-US" sz="1800" dirty="0">
                <a:latin typeface="Courier New"/>
                <a:ea typeface="Courier New"/>
                <a:cs typeface="Courier New"/>
                <a:sym typeface="Courier New"/>
              </a:rPr>
              <a:t>    int </a:t>
            </a:r>
            <a:r>
              <a:rPr lang="en-US" sz="1800" dirty="0" err="1">
                <a:latin typeface="Courier New"/>
                <a:ea typeface="Courier New"/>
                <a:cs typeface="Courier New"/>
                <a:sym typeface="Courier New"/>
              </a:rPr>
              <a:t>studentID</a:t>
            </a:r>
            <a:r>
              <a:rPr lang="en-US" sz="1800" dirty="0">
                <a:latin typeface="Courier New"/>
                <a:ea typeface="Courier New"/>
                <a:cs typeface="Courier New"/>
                <a:sym typeface="Courier New"/>
              </a:rPr>
              <a:t>;</a:t>
            </a:r>
            <a:endParaRPr dirty="0"/>
          </a:p>
          <a:p>
            <a:pPr marL="0" lvl="0" indent="0" algn="l" rtl="0">
              <a:lnSpc>
                <a:spcPct val="90000"/>
              </a:lnSpc>
              <a:spcBef>
                <a:spcPts val="360"/>
              </a:spcBef>
              <a:spcAft>
                <a:spcPts val="0"/>
              </a:spcAft>
              <a:buSzPts val="1800"/>
              <a:buNone/>
            </a:pPr>
            <a:r>
              <a:rPr lang="en-US" sz="1800" dirty="0">
                <a:latin typeface="Courier New"/>
                <a:ea typeface="Courier New"/>
                <a:cs typeface="Courier New"/>
                <a:sym typeface="Courier New"/>
              </a:rPr>
              <a:t>    String first;</a:t>
            </a:r>
            <a:endParaRPr dirty="0"/>
          </a:p>
          <a:p>
            <a:pPr marL="0" lvl="0" indent="0" algn="l" rtl="0">
              <a:lnSpc>
                <a:spcPct val="90000"/>
              </a:lnSpc>
              <a:spcBef>
                <a:spcPts val="360"/>
              </a:spcBef>
              <a:spcAft>
                <a:spcPts val="0"/>
              </a:spcAft>
              <a:buSzPts val="1800"/>
              <a:buNone/>
            </a:pPr>
            <a:r>
              <a:rPr lang="en-US" sz="1800" dirty="0">
                <a:latin typeface="Courier New"/>
                <a:ea typeface="Courier New"/>
                <a:cs typeface="Courier New"/>
                <a:sym typeface="Courier New"/>
              </a:rPr>
              <a:t>    String last;</a:t>
            </a:r>
            <a:endParaRPr dirty="0"/>
          </a:p>
          <a:p>
            <a:pPr marL="0" lvl="0" indent="0" algn="l" rtl="0">
              <a:lnSpc>
                <a:spcPct val="90000"/>
              </a:lnSpc>
              <a:spcBef>
                <a:spcPts val="360"/>
              </a:spcBef>
              <a:spcAft>
                <a:spcPts val="0"/>
              </a:spcAft>
              <a:buSzPts val="1800"/>
              <a:buNone/>
            </a:pPr>
            <a:r>
              <a:rPr lang="en-US" sz="1800" dirty="0">
                <a:latin typeface="Courier New"/>
                <a:ea typeface="Courier New"/>
                <a:cs typeface="Courier New"/>
                <a:sym typeface="Courier New"/>
              </a:rPr>
              <a:t>}</a:t>
            </a:r>
            <a:endParaRPr sz="1800" dirty="0">
              <a:latin typeface="Courier New"/>
              <a:ea typeface="Courier New"/>
              <a:cs typeface="Courier New"/>
              <a:sym typeface="Courier New"/>
            </a:endParaRPr>
          </a:p>
          <a:p>
            <a:pPr marL="0" lvl="0" indent="0" algn="l" rtl="0">
              <a:lnSpc>
                <a:spcPct val="90000"/>
              </a:lnSpc>
              <a:spcBef>
                <a:spcPts val="360"/>
              </a:spcBef>
              <a:spcAft>
                <a:spcPts val="0"/>
              </a:spcAft>
              <a:buSzPts val="1800"/>
              <a:buNone/>
            </a:pPr>
            <a:r>
              <a:rPr lang="en-US" sz="1800" dirty="0">
                <a:latin typeface="Courier New"/>
                <a:ea typeface="Courier New"/>
                <a:cs typeface="Courier New"/>
                <a:sym typeface="Courier New"/>
              </a:rPr>
              <a:t>public class </a:t>
            </a:r>
            <a:r>
              <a:rPr lang="en-US" sz="1800" dirty="0" err="1">
                <a:latin typeface="Courier New"/>
                <a:ea typeface="Courier New"/>
                <a:cs typeface="Courier New"/>
                <a:sym typeface="Courier New"/>
              </a:rPr>
              <a:t>NameComparator</a:t>
            </a:r>
            <a:r>
              <a:rPr lang="en-US" sz="1800" dirty="0">
                <a:latin typeface="Courier New"/>
                <a:ea typeface="Courier New"/>
                <a:cs typeface="Courier New"/>
                <a:sym typeface="Courier New"/>
              </a:rPr>
              <a:t> implements Comparator&lt;Student&gt; {</a:t>
            </a:r>
            <a:endParaRPr dirty="0"/>
          </a:p>
          <a:p>
            <a:pPr marL="0" lvl="0" indent="0" algn="l" rtl="0">
              <a:lnSpc>
                <a:spcPct val="90000"/>
              </a:lnSpc>
              <a:spcBef>
                <a:spcPts val="360"/>
              </a:spcBef>
              <a:spcAft>
                <a:spcPts val="0"/>
              </a:spcAft>
              <a:buSzPts val="1800"/>
              <a:buNone/>
            </a:pPr>
            <a:r>
              <a:rPr lang="en-US" sz="1800" dirty="0">
                <a:latin typeface="Courier New"/>
                <a:ea typeface="Courier New"/>
                <a:cs typeface="Courier New"/>
                <a:sym typeface="Courier New"/>
              </a:rPr>
              <a:t>    // Comparing students by their name involves sorting by</a:t>
            </a:r>
            <a:endParaRPr dirty="0"/>
          </a:p>
          <a:p>
            <a:pPr marL="0" lvl="0" indent="0" algn="l" rtl="0">
              <a:lnSpc>
                <a:spcPct val="90000"/>
              </a:lnSpc>
              <a:spcBef>
                <a:spcPts val="360"/>
              </a:spcBef>
              <a:spcAft>
                <a:spcPts val="0"/>
              </a:spcAft>
              <a:buSzPts val="1800"/>
              <a:buNone/>
            </a:pPr>
            <a:r>
              <a:rPr lang="en-US" sz="1800" dirty="0">
                <a:latin typeface="Courier New"/>
                <a:ea typeface="Courier New"/>
                <a:cs typeface="Courier New"/>
                <a:sym typeface="Courier New"/>
              </a:rPr>
              <a:t>    // last name, then first name. This is equivalent to</a:t>
            </a:r>
            <a:endParaRPr dirty="0"/>
          </a:p>
          <a:p>
            <a:pPr marL="0" lvl="0" indent="0" algn="l" rtl="0">
              <a:lnSpc>
                <a:spcPct val="90000"/>
              </a:lnSpc>
              <a:spcBef>
                <a:spcPts val="360"/>
              </a:spcBef>
              <a:spcAft>
                <a:spcPts val="0"/>
              </a:spcAft>
              <a:buSzPts val="1800"/>
              <a:buNone/>
            </a:pPr>
            <a:r>
              <a:rPr lang="en-US" sz="1800" dirty="0">
                <a:latin typeface="Courier New"/>
                <a:ea typeface="Courier New"/>
                <a:cs typeface="Courier New"/>
                <a:sym typeface="Courier New"/>
              </a:rPr>
              <a:t>    // reversing the full names and sorting alphabetically.</a:t>
            </a:r>
            <a:endParaRPr dirty="0"/>
          </a:p>
          <a:p>
            <a:pPr marL="0" lvl="0" indent="0" algn="l" rtl="0">
              <a:lnSpc>
                <a:spcPct val="90000"/>
              </a:lnSpc>
              <a:spcBef>
                <a:spcPts val="360"/>
              </a:spcBef>
              <a:spcAft>
                <a:spcPts val="0"/>
              </a:spcAft>
              <a:buSzPts val="1800"/>
              <a:buNone/>
            </a:pPr>
            <a:r>
              <a:rPr lang="en-US" sz="1800" dirty="0">
                <a:latin typeface="Courier New"/>
                <a:ea typeface="Courier New"/>
                <a:cs typeface="Courier New"/>
                <a:sym typeface="Courier New"/>
              </a:rPr>
              <a:t>    public int compare(Student </a:t>
            </a:r>
            <a:r>
              <a:rPr lang="en-US" sz="1800" dirty="0" err="1">
                <a:latin typeface="Courier New"/>
                <a:ea typeface="Courier New"/>
                <a:cs typeface="Courier New"/>
                <a:sym typeface="Courier New"/>
              </a:rPr>
              <a:t>stud_A</a:t>
            </a:r>
            <a:r>
              <a:rPr lang="en-US" sz="1800" dirty="0">
                <a:latin typeface="Courier New"/>
                <a:ea typeface="Courier New"/>
                <a:cs typeface="Courier New"/>
                <a:sym typeface="Courier New"/>
              </a:rPr>
              <a:t>, Student </a:t>
            </a:r>
            <a:r>
              <a:rPr lang="en-US" sz="1800" dirty="0" err="1">
                <a:latin typeface="Courier New"/>
                <a:ea typeface="Courier New"/>
                <a:cs typeface="Courier New"/>
                <a:sym typeface="Courier New"/>
              </a:rPr>
              <a:t>stud_B</a:t>
            </a:r>
            <a:r>
              <a:rPr lang="en-US" sz="1800" dirty="0">
                <a:latin typeface="Courier New"/>
                <a:ea typeface="Courier New"/>
                <a:cs typeface="Courier New"/>
                <a:sym typeface="Courier New"/>
              </a:rPr>
              <a:t>) {</a:t>
            </a:r>
            <a:endParaRPr dirty="0"/>
          </a:p>
          <a:p>
            <a:pPr marL="0" lvl="0" indent="0" algn="l" rtl="0">
              <a:lnSpc>
                <a:spcPct val="90000"/>
              </a:lnSpc>
              <a:spcBef>
                <a:spcPts val="360"/>
              </a:spcBef>
              <a:spcAft>
                <a:spcPts val="0"/>
              </a:spcAft>
              <a:buSzPts val="1800"/>
              <a:buNone/>
            </a:pPr>
            <a:r>
              <a:rPr lang="en-US" sz="1800" dirty="0">
                <a:latin typeface="Courier New"/>
                <a:ea typeface="Courier New"/>
                <a:cs typeface="Courier New"/>
                <a:sym typeface="Courier New"/>
              </a:rPr>
              <a:t>        String </a:t>
            </a:r>
            <a:r>
              <a:rPr lang="en-US" sz="1800" dirty="0" err="1">
                <a:latin typeface="Courier New"/>
                <a:ea typeface="Courier New"/>
                <a:cs typeface="Courier New"/>
                <a:sym typeface="Courier New"/>
              </a:rPr>
              <a:t>fullA</a:t>
            </a:r>
            <a:r>
              <a:rPr lang="en-US" sz="1800" dirty="0">
                <a:latin typeface="Courier New"/>
                <a:ea typeface="Courier New"/>
                <a:cs typeface="Courier New"/>
                <a:sym typeface="Courier New"/>
              </a:rPr>
              <a:t> = </a:t>
            </a:r>
            <a:r>
              <a:rPr lang="en-US" sz="1800" dirty="0" err="1">
                <a:latin typeface="Courier New"/>
                <a:ea typeface="Courier New"/>
                <a:cs typeface="Courier New"/>
                <a:sym typeface="Courier New"/>
              </a:rPr>
              <a:t>stud_A.last</a:t>
            </a:r>
            <a:r>
              <a:rPr lang="en-US" sz="1800" dirty="0">
                <a:latin typeface="Courier New"/>
                <a:ea typeface="Courier New"/>
                <a:cs typeface="Courier New"/>
                <a:sym typeface="Courier New"/>
              </a:rPr>
              <a:t> + “ “ + </a:t>
            </a:r>
            <a:r>
              <a:rPr lang="en-US" sz="1800" dirty="0" err="1">
                <a:latin typeface="Courier New"/>
                <a:ea typeface="Courier New"/>
                <a:cs typeface="Courier New"/>
                <a:sym typeface="Courier New"/>
              </a:rPr>
              <a:t>stud_A.first</a:t>
            </a:r>
            <a:r>
              <a:rPr lang="en-US" sz="1800" dirty="0">
                <a:latin typeface="Courier New"/>
                <a:ea typeface="Courier New"/>
                <a:cs typeface="Courier New"/>
                <a:sym typeface="Courier New"/>
              </a:rPr>
              <a:t>;</a:t>
            </a:r>
            <a:endParaRPr dirty="0"/>
          </a:p>
          <a:p>
            <a:pPr marL="0" lvl="0" indent="0" algn="l" rtl="0">
              <a:lnSpc>
                <a:spcPct val="90000"/>
              </a:lnSpc>
              <a:spcBef>
                <a:spcPts val="360"/>
              </a:spcBef>
              <a:spcAft>
                <a:spcPts val="0"/>
              </a:spcAft>
              <a:buSzPts val="1800"/>
              <a:buNone/>
            </a:pPr>
            <a:r>
              <a:rPr lang="en-US" sz="1800" dirty="0">
                <a:latin typeface="Courier New"/>
                <a:ea typeface="Courier New"/>
                <a:cs typeface="Courier New"/>
                <a:sym typeface="Courier New"/>
              </a:rPr>
              <a:t>        String </a:t>
            </a:r>
            <a:r>
              <a:rPr lang="en-US" sz="1800" dirty="0" err="1">
                <a:latin typeface="Courier New"/>
                <a:ea typeface="Courier New"/>
                <a:cs typeface="Courier New"/>
                <a:sym typeface="Courier New"/>
              </a:rPr>
              <a:t>fullB</a:t>
            </a:r>
            <a:r>
              <a:rPr lang="en-US" sz="1800" dirty="0">
                <a:latin typeface="Courier New"/>
                <a:ea typeface="Courier New"/>
                <a:cs typeface="Courier New"/>
                <a:sym typeface="Courier New"/>
              </a:rPr>
              <a:t> = </a:t>
            </a:r>
            <a:r>
              <a:rPr lang="en-US" sz="1800" dirty="0" err="1">
                <a:latin typeface="Courier New"/>
                <a:ea typeface="Courier New"/>
                <a:cs typeface="Courier New"/>
                <a:sym typeface="Courier New"/>
              </a:rPr>
              <a:t>stud_B.last</a:t>
            </a:r>
            <a:r>
              <a:rPr lang="en-US" sz="1800" dirty="0">
                <a:latin typeface="Courier New"/>
                <a:ea typeface="Courier New"/>
                <a:cs typeface="Courier New"/>
                <a:sym typeface="Courier New"/>
              </a:rPr>
              <a:t> + “ “ + </a:t>
            </a:r>
            <a:r>
              <a:rPr lang="en-US" sz="1800" dirty="0" err="1">
                <a:latin typeface="Courier New"/>
                <a:ea typeface="Courier New"/>
                <a:cs typeface="Courier New"/>
                <a:sym typeface="Courier New"/>
              </a:rPr>
              <a:t>stud_B.first</a:t>
            </a:r>
            <a:r>
              <a:rPr lang="en-US" sz="1800" dirty="0">
                <a:latin typeface="Courier New"/>
                <a:ea typeface="Courier New"/>
                <a:cs typeface="Courier New"/>
                <a:sym typeface="Courier New"/>
              </a:rPr>
              <a:t>;</a:t>
            </a:r>
            <a:endParaRPr dirty="0"/>
          </a:p>
          <a:p>
            <a:pPr marL="0" lvl="0" indent="0" algn="l" rtl="0">
              <a:lnSpc>
                <a:spcPct val="90000"/>
              </a:lnSpc>
              <a:spcBef>
                <a:spcPts val="360"/>
              </a:spcBef>
              <a:spcAft>
                <a:spcPts val="0"/>
              </a:spcAft>
              <a:buSzPts val="1800"/>
              <a:buNone/>
            </a:pPr>
            <a:r>
              <a:rPr lang="en-US" sz="1800" dirty="0">
                <a:latin typeface="Courier New"/>
                <a:ea typeface="Courier New"/>
                <a:cs typeface="Courier New"/>
                <a:sym typeface="Courier New"/>
              </a:rPr>
              <a:t>        return </a:t>
            </a:r>
            <a:r>
              <a:rPr lang="en-US" sz="1800" dirty="0" err="1">
                <a:latin typeface="Courier New"/>
                <a:ea typeface="Courier New"/>
                <a:cs typeface="Courier New"/>
                <a:sym typeface="Courier New"/>
              </a:rPr>
              <a:t>fullA.compareTo</a:t>
            </a:r>
            <a:r>
              <a:rPr lang="en-US" sz="1800" dirty="0">
                <a:latin typeface="Courier New"/>
                <a:ea typeface="Courier New"/>
                <a:cs typeface="Courier New"/>
                <a:sym typeface="Courier New"/>
              </a:rPr>
              <a:t>(</a:t>
            </a:r>
            <a:r>
              <a:rPr lang="en-US" sz="1800" dirty="0" err="1">
                <a:latin typeface="Courier New"/>
                <a:ea typeface="Courier New"/>
                <a:cs typeface="Courier New"/>
                <a:sym typeface="Courier New"/>
              </a:rPr>
              <a:t>fullB</a:t>
            </a:r>
            <a:r>
              <a:rPr lang="en-US" sz="1800" dirty="0">
                <a:latin typeface="Courier New"/>
                <a:ea typeface="Courier New"/>
                <a:cs typeface="Courier New"/>
                <a:sym typeface="Courier New"/>
              </a:rPr>
              <a:t>);</a:t>
            </a:r>
            <a:endParaRPr dirty="0"/>
          </a:p>
          <a:p>
            <a:pPr marL="0" lvl="0" indent="0" algn="l" rtl="0">
              <a:lnSpc>
                <a:spcPct val="90000"/>
              </a:lnSpc>
              <a:spcBef>
                <a:spcPts val="360"/>
              </a:spcBef>
              <a:spcAft>
                <a:spcPts val="0"/>
              </a:spcAft>
              <a:buSzPts val="1800"/>
              <a:buNone/>
            </a:pPr>
            <a:r>
              <a:rPr lang="en-US" sz="1800" dirty="0">
                <a:latin typeface="Courier New"/>
                <a:ea typeface="Courier New"/>
                <a:cs typeface="Courier New"/>
                <a:sym typeface="Courier New"/>
              </a:rPr>
              <a:t>    }</a:t>
            </a:r>
            <a:endParaRPr dirty="0"/>
          </a:p>
          <a:p>
            <a:pPr marL="0" lvl="0" indent="0" algn="l" rtl="0">
              <a:lnSpc>
                <a:spcPct val="90000"/>
              </a:lnSpc>
              <a:spcBef>
                <a:spcPts val="360"/>
              </a:spcBef>
              <a:spcAft>
                <a:spcPts val="0"/>
              </a:spcAft>
              <a:buSzPts val="1800"/>
              <a:buNone/>
            </a:pPr>
            <a:r>
              <a:rPr lang="en-US" sz="1800" dirty="0">
                <a:latin typeface="Courier New"/>
                <a:ea typeface="Courier New"/>
                <a:cs typeface="Courier New"/>
                <a:sym typeface="Courier New"/>
              </a:rPr>
              <a:t>}</a:t>
            </a:r>
            <a:endParaRPr dirty="0"/>
          </a:p>
        </p:txBody>
      </p:sp>
      <p:sp>
        <p:nvSpPr>
          <p:cNvPr id="283" name="Google Shape;283;p25"/>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9D4E2-E4D2-9528-3C42-1931DF6F3A0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92DA34-3F20-D89A-37BF-C0D5995F35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
        <p:nvSpPr>
          <p:cNvPr id="3" name="Title 2">
            <a:extLst>
              <a:ext uri="{FF2B5EF4-FFF2-40B4-BE49-F238E27FC236}">
                <a16:creationId xmlns:a16="http://schemas.microsoft.com/office/drawing/2014/main" id="{D4B80FF4-B236-608D-5EF7-AE7BCACB0F32}"/>
              </a:ext>
            </a:extLst>
          </p:cNvPr>
          <p:cNvSpPr>
            <a:spLocks noGrp="1"/>
          </p:cNvSpPr>
          <p:nvPr>
            <p:ph type="title"/>
          </p:nvPr>
        </p:nvSpPr>
        <p:spPr/>
        <p:txBody>
          <a:bodyPr/>
          <a:lstStyle/>
          <a:p>
            <a:r>
              <a:rPr lang="en-US" sz="3600" dirty="0"/>
              <a:t>Iteration</a:t>
            </a:r>
          </a:p>
        </p:txBody>
      </p:sp>
    </p:spTree>
    <p:extLst>
      <p:ext uri="{BB962C8B-B14F-4D97-AF65-F5344CB8AC3E}">
        <p14:creationId xmlns:p14="http://schemas.microsoft.com/office/powerpoint/2010/main" val="15432106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Iterators</a:t>
            </a:r>
            <a:endParaRPr/>
          </a:p>
        </p:txBody>
      </p:sp>
      <p:sp>
        <p:nvSpPr>
          <p:cNvPr id="226" name="Google Shape;226;p17"/>
          <p:cNvSpPr txBox="1">
            <a:spLocks noGrp="1"/>
          </p:cNvSpPr>
          <p:nvPr>
            <p:ph type="body" idx="1"/>
          </p:nvPr>
        </p:nvSpPr>
        <p:spPr>
          <a:xfrm>
            <a:off x="380010" y="1481446"/>
            <a:ext cx="8383980" cy="511108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590"/>
              <a:buChar char="•"/>
            </a:pPr>
            <a:r>
              <a:rPr lang="en-US" sz="2590" dirty="0"/>
              <a:t>How do you traverse (retrieve each element in) a collection?</a:t>
            </a:r>
            <a:endParaRPr dirty="0"/>
          </a:p>
          <a:p>
            <a:pPr marL="742950" lvl="1" indent="-285750" algn="l" rtl="0">
              <a:lnSpc>
                <a:spcPct val="90000"/>
              </a:lnSpc>
              <a:spcBef>
                <a:spcPts val="444"/>
              </a:spcBef>
              <a:spcAft>
                <a:spcPts val="0"/>
              </a:spcAft>
              <a:buSzPts val="2220"/>
              <a:buChar char="–"/>
            </a:pPr>
            <a:r>
              <a:rPr lang="en-US" sz="2220" dirty="0"/>
              <a:t>Lists: you can use the size() element to get the total number of elements, and get(int index) from 0 … size()</a:t>
            </a:r>
            <a:endParaRPr dirty="0"/>
          </a:p>
          <a:p>
            <a:pPr marL="742950" lvl="1" indent="-285750" algn="l" rtl="0">
              <a:lnSpc>
                <a:spcPct val="90000"/>
              </a:lnSpc>
              <a:spcBef>
                <a:spcPts val="444"/>
              </a:spcBef>
              <a:spcAft>
                <a:spcPts val="0"/>
              </a:spcAft>
              <a:buSzPts val="2220"/>
              <a:buChar char="–"/>
            </a:pPr>
            <a:r>
              <a:rPr lang="en-US" sz="2220" dirty="0"/>
              <a:t>Sets and Queues don’t use an index though…</a:t>
            </a:r>
            <a:endParaRPr dirty="0"/>
          </a:p>
          <a:p>
            <a:pPr marL="342900" lvl="0" indent="-342900" algn="l" rtl="0">
              <a:lnSpc>
                <a:spcPct val="90000"/>
              </a:lnSpc>
              <a:spcBef>
                <a:spcPts val="518"/>
              </a:spcBef>
              <a:spcAft>
                <a:spcPts val="0"/>
              </a:spcAft>
              <a:buSzPts val="2590"/>
              <a:buChar char="•"/>
            </a:pPr>
            <a:r>
              <a:rPr lang="en-US" sz="2590" dirty="0"/>
              <a:t>An Iterator is an interface that specifies the behavior of blindly moving through each element in a collection</a:t>
            </a:r>
            <a:endParaRPr dirty="0"/>
          </a:p>
          <a:p>
            <a:pPr marL="342900" lvl="0" indent="-342900" algn="l" rtl="0">
              <a:lnSpc>
                <a:spcPct val="90000"/>
              </a:lnSpc>
              <a:spcBef>
                <a:spcPts val="518"/>
              </a:spcBef>
              <a:spcAft>
                <a:spcPts val="0"/>
              </a:spcAft>
              <a:buSzPts val="2590"/>
              <a:buChar char="•"/>
            </a:pPr>
            <a:r>
              <a:rPr lang="en-US" sz="2590" dirty="0"/>
              <a:t>Calling the iterator() method of a Collection returns an Iterator object capable of unidirectional “blind” navigation</a:t>
            </a:r>
            <a:endParaRPr dirty="0"/>
          </a:p>
          <a:p>
            <a:pPr marL="742950" lvl="1" indent="-285750" algn="l" rtl="0">
              <a:lnSpc>
                <a:spcPct val="90000"/>
              </a:lnSpc>
              <a:spcBef>
                <a:spcPts val="444"/>
              </a:spcBef>
              <a:spcAft>
                <a:spcPts val="0"/>
              </a:spcAft>
              <a:buSzPts val="2220"/>
              <a:buChar char="–"/>
            </a:pPr>
            <a:r>
              <a:rPr lang="en-US" sz="2220" dirty="0"/>
              <a:t>Unidirectional: Can only move to the “next” element</a:t>
            </a:r>
            <a:endParaRPr dirty="0"/>
          </a:p>
          <a:p>
            <a:pPr marL="742950" lvl="1" indent="-285750" algn="l" rtl="0">
              <a:lnSpc>
                <a:spcPct val="90000"/>
              </a:lnSpc>
              <a:spcBef>
                <a:spcPts val="444"/>
              </a:spcBef>
              <a:spcAft>
                <a:spcPts val="0"/>
              </a:spcAft>
              <a:buSzPts val="2220"/>
              <a:buChar char="–"/>
            </a:pPr>
            <a:r>
              <a:rPr lang="en-US" sz="2220" dirty="0"/>
              <a:t>Blind: no sorting is guaranteed, no telling what the “next” element is going to be</a:t>
            </a:r>
            <a:endParaRPr dirty="0"/>
          </a:p>
        </p:txBody>
      </p:sp>
      <p:sp>
        <p:nvSpPr>
          <p:cNvPr id="227" name="Google Shape;227;p17"/>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Tree>
    <p:extLst>
      <p:ext uri="{BB962C8B-B14F-4D97-AF65-F5344CB8AC3E}">
        <p14:creationId xmlns:p14="http://schemas.microsoft.com/office/powerpoint/2010/main" val="4013071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6">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Collection Iteration</a:t>
            </a:r>
            <a:endParaRPr dirty="0"/>
          </a:p>
        </p:txBody>
      </p:sp>
      <p:sp>
        <p:nvSpPr>
          <p:cNvPr id="226" name="Google Shape;226;p17"/>
          <p:cNvSpPr txBox="1">
            <a:spLocks noGrp="1"/>
          </p:cNvSpPr>
          <p:nvPr>
            <p:ph type="body" idx="1"/>
          </p:nvPr>
        </p:nvSpPr>
        <p:spPr>
          <a:xfrm>
            <a:off x="380010" y="1481446"/>
            <a:ext cx="8383980" cy="511108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590"/>
              <a:buChar char="•"/>
            </a:pPr>
            <a:r>
              <a:rPr lang="en-US" sz="2590" b="1" dirty="0" err="1"/>
              <a:t>Iterable</a:t>
            </a:r>
            <a:r>
              <a:rPr lang="en-US" sz="2590" dirty="0"/>
              <a:t> – A functional interface which defines an ‘iterator()’ method. This method should return an object which implements the ‘iterator’ interface.</a:t>
            </a:r>
          </a:p>
          <a:p>
            <a:pPr>
              <a:lnSpc>
                <a:spcPct val="90000"/>
              </a:lnSpc>
              <a:spcBef>
                <a:spcPts val="0"/>
              </a:spcBef>
              <a:buSzPts val="2590"/>
            </a:pPr>
            <a:r>
              <a:rPr lang="en-US" sz="2590" b="1" dirty="0"/>
              <a:t>Iterator</a:t>
            </a:r>
            <a:r>
              <a:rPr lang="en-US" sz="2590" dirty="0"/>
              <a:t> – Interface which defines methods for ‘forwards’ traversal of some collection</a:t>
            </a:r>
          </a:p>
          <a:p>
            <a:pPr lvl="1" indent="-342900">
              <a:lnSpc>
                <a:spcPct val="90000"/>
              </a:lnSpc>
              <a:spcBef>
                <a:spcPts val="0"/>
              </a:spcBef>
              <a:buSzPts val="2590"/>
              <a:buChar char="•"/>
            </a:pPr>
            <a:r>
              <a:rPr lang="en-US" sz="2190" dirty="0"/>
              <a:t>next() – returns the next object of the collection</a:t>
            </a:r>
          </a:p>
          <a:p>
            <a:pPr lvl="1" indent="-342900">
              <a:lnSpc>
                <a:spcPct val="90000"/>
              </a:lnSpc>
              <a:spcBef>
                <a:spcPts val="0"/>
              </a:spcBef>
              <a:buSzPts val="2590"/>
              <a:buChar char="•"/>
            </a:pPr>
            <a:r>
              <a:rPr lang="en-US" sz="2190" dirty="0" err="1"/>
              <a:t>hasNext</a:t>
            </a:r>
            <a:r>
              <a:rPr lang="en-US" sz="2190" dirty="0"/>
              <a:t>() – returns true/false when there is more data to be iterated</a:t>
            </a:r>
          </a:p>
          <a:p>
            <a:pPr>
              <a:lnSpc>
                <a:spcPct val="90000"/>
              </a:lnSpc>
              <a:spcBef>
                <a:spcPts val="0"/>
              </a:spcBef>
              <a:buSzPts val="2590"/>
            </a:pPr>
            <a:r>
              <a:rPr lang="en-US" sz="2590" b="1" dirty="0" err="1"/>
              <a:t>ListIterator</a:t>
            </a:r>
            <a:r>
              <a:rPr lang="en-US" sz="2590" b="1" dirty="0"/>
              <a:t> </a:t>
            </a:r>
            <a:r>
              <a:rPr lang="en-US" sz="2590" dirty="0"/>
              <a:t>– Subclass of Iterator Interface which defines methods for forwards and backwards traversal of some collection.</a:t>
            </a:r>
          </a:p>
          <a:p>
            <a:pPr lvl="1" indent="-342900">
              <a:lnSpc>
                <a:spcPct val="90000"/>
              </a:lnSpc>
              <a:spcBef>
                <a:spcPts val="0"/>
              </a:spcBef>
              <a:buSzPts val="2590"/>
              <a:buChar char="•"/>
            </a:pPr>
            <a:r>
              <a:rPr lang="en-US" sz="2190" dirty="0"/>
              <a:t>*previous() | </a:t>
            </a:r>
            <a:r>
              <a:rPr lang="en-US" sz="2190" dirty="0" err="1"/>
              <a:t>hasPrevious</a:t>
            </a:r>
            <a:r>
              <a:rPr lang="en-US" sz="2190" dirty="0"/>
              <a:t>() – looks “backwards”</a:t>
            </a:r>
          </a:p>
        </p:txBody>
      </p:sp>
      <p:sp>
        <p:nvSpPr>
          <p:cNvPr id="227" name="Google Shape;227;p17"/>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38</a:t>
            </a:fld>
            <a:endParaRPr kumimoji="0" sz="1200" b="0" i="0" u="none" strike="noStrike" kern="0" cap="none" spc="0" normalizeH="0" baseline="0" noProof="0">
              <a:ln>
                <a:noFill/>
              </a:ln>
              <a:solidFill>
                <a:srgbClr val="A0A1A0"/>
              </a:solidFill>
              <a:effectLst/>
              <a:uLnTx/>
              <a:uFillTx/>
              <a:latin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8"/>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Iterable</a:t>
            </a:r>
            <a:endParaRPr/>
          </a:p>
        </p:txBody>
      </p:sp>
      <p:sp>
        <p:nvSpPr>
          <p:cNvPr id="233" name="Google Shape;233;p18"/>
          <p:cNvSpPr txBox="1">
            <a:spLocks noGrp="1"/>
          </p:cNvSpPr>
          <p:nvPr>
            <p:ph type="body" idx="1"/>
          </p:nvPr>
        </p:nvSpPr>
        <p:spPr>
          <a:xfrm>
            <a:off x="380010" y="1481446"/>
            <a:ext cx="8383980" cy="5247391"/>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80000"/>
              </a:lnSpc>
              <a:spcBef>
                <a:spcPts val="0"/>
              </a:spcBef>
              <a:spcAft>
                <a:spcPts val="0"/>
              </a:spcAft>
              <a:buSzPts val="2590"/>
              <a:buChar char="•"/>
            </a:pPr>
            <a:r>
              <a:rPr lang="en-US" sz="2590" dirty="0"/>
              <a:t>The </a:t>
            </a:r>
            <a:r>
              <a:rPr lang="en-US" sz="2590" dirty="0" err="1"/>
              <a:t>Iterable</a:t>
            </a:r>
            <a:r>
              <a:rPr lang="en-US" sz="2590" dirty="0"/>
              <a:t> interface specifies the behavior for </a:t>
            </a:r>
            <a:r>
              <a:rPr lang="en-US" sz="2590" i="1" dirty="0"/>
              <a:t>being able to return an Iterator</a:t>
            </a:r>
            <a:r>
              <a:rPr lang="en-US" sz="2590" dirty="0"/>
              <a:t>.</a:t>
            </a:r>
            <a:endParaRPr dirty="0"/>
          </a:p>
          <a:p>
            <a:pPr marL="342900" lvl="0" indent="-178435" algn="l" rtl="0">
              <a:lnSpc>
                <a:spcPct val="80000"/>
              </a:lnSpc>
              <a:spcBef>
                <a:spcPts val="518"/>
              </a:spcBef>
              <a:spcAft>
                <a:spcPts val="0"/>
              </a:spcAft>
              <a:buSzPts val="2590"/>
              <a:buNone/>
            </a:pPr>
            <a:endParaRPr sz="2590" dirty="0"/>
          </a:p>
          <a:p>
            <a:pPr marL="342900" lvl="0" indent="-342900" algn="l" rtl="0">
              <a:lnSpc>
                <a:spcPct val="80000"/>
              </a:lnSpc>
              <a:spcBef>
                <a:spcPts val="518"/>
              </a:spcBef>
              <a:spcAft>
                <a:spcPts val="0"/>
              </a:spcAft>
              <a:buSzPts val="2590"/>
              <a:buChar char="•"/>
            </a:pPr>
            <a:r>
              <a:rPr lang="en-US" sz="2590" dirty="0"/>
              <a:t>Implementing classes must define the .iterator() method that returns an Iterator type object.</a:t>
            </a:r>
          </a:p>
          <a:p>
            <a:pPr marL="342900" lvl="0" indent="-342900" algn="l" rtl="0">
              <a:lnSpc>
                <a:spcPct val="80000"/>
              </a:lnSpc>
              <a:spcBef>
                <a:spcPts val="518"/>
              </a:spcBef>
              <a:spcAft>
                <a:spcPts val="0"/>
              </a:spcAft>
              <a:buSzPts val="2590"/>
              <a:buChar char="•"/>
            </a:pPr>
            <a:endParaRPr lang="en-US" sz="2590" dirty="0"/>
          </a:p>
          <a:p>
            <a:pPr marL="342900" lvl="0" indent="-342900" algn="l" rtl="0">
              <a:lnSpc>
                <a:spcPct val="80000"/>
              </a:lnSpc>
              <a:spcBef>
                <a:spcPts val="518"/>
              </a:spcBef>
              <a:spcAft>
                <a:spcPts val="0"/>
              </a:spcAft>
              <a:buSzPts val="2590"/>
              <a:buChar char="•"/>
            </a:pPr>
            <a:r>
              <a:rPr lang="en-US" sz="2590" dirty="0"/>
              <a:t>This Iterator object defines traversal methods for the data structure</a:t>
            </a:r>
            <a:endParaRPr dirty="0"/>
          </a:p>
          <a:p>
            <a:pPr marL="342900" lvl="0" indent="-178435" algn="l" rtl="0">
              <a:lnSpc>
                <a:spcPct val="80000"/>
              </a:lnSpc>
              <a:spcBef>
                <a:spcPts val="518"/>
              </a:spcBef>
              <a:spcAft>
                <a:spcPts val="0"/>
              </a:spcAft>
              <a:buSzPts val="2590"/>
              <a:buNone/>
            </a:pPr>
            <a:endParaRPr sz="2590" dirty="0"/>
          </a:p>
          <a:p>
            <a:pPr marL="342900" lvl="0" indent="-342900" algn="l" rtl="0">
              <a:lnSpc>
                <a:spcPct val="80000"/>
              </a:lnSpc>
              <a:spcBef>
                <a:spcPts val="518"/>
              </a:spcBef>
              <a:spcAft>
                <a:spcPts val="0"/>
              </a:spcAft>
              <a:buSzPts val="2590"/>
              <a:buChar char="•"/>
            </a:pPr>
            <a:r>
              <a:rPr lang="en-US" sz="2590" dirty="0"/>
              <a:t>Implementing </a:t>
            </a:r>
            <a:r>
              <a:rPr lang="en-US" sz="2590" dirty="0" err="1"/>
              <a:t>Iterable</a:t>
            </a:r>
            <a:r>
              <a:rPr lang="en-US" sz="2590" dirty="0"/>
              <a:t> is mandatory for using an “enhanced for” loop</a:t>
            </a:r>
            <a:endParaRPr dirty="0"/>
          </a:p>
          <a:p>
            <a:pPr marL="342900" lvl="0" indent="-178435" algn="l" rtl="0">
              <a:lnSpc>
                <a:spcPct val="80000"/>
              </a:lnSpc>
              <a:spcBef>
                <a:spcPts val="518"/>
              </a:spcBef>
              <a:spcAft>
                <a:spcPts val="0"/>
              </a:spcAft>
              <a:buSzPts val="2590"/>
              <a:buNone/>
            </a:pPr>
            <a:endParaRPr sz="2590" dirty="0"/>
          </a:p>
          <a:p>
            <a:pPr marL="342900" lvl="0" indent="-342900" algn="l" rtl="0">
              <a:lnSpc>
                <a:spcPct val="80000"/>
              </a:lnSpc>
              <a:spcBef>
                <a:spcPts val="518"/>
              </a:spcBef>
              <a:spcAft>
                <a:spcPts val="0"/>
              </a:spcAft>
              <a:buSzPts val="2590"/>
              <a:buChar char="•"/>
            </a:pPr>
            <a:r>
              <a:rPr lang="en-US" sz="2590" dirty="0"/>
              <a:t>The Collection interface extends the </a:t>
            </a:r>
            <a:r>
              <a:rPr lang="en-US" sz="2590" dirty="0" err="1"/>
              <a:t>Iterable</a:t>
            </a:r>
            <a:r>
              <a:rPr lang="en-US" sz="2590" dirty="0"/>
              <a:t> interface. All Java collections are </a:t>
            </a:r>
            <a:r>
              <a:rPr lang="en-US" sz="2590" dirty="0" err="1"/>
              <a:t>iterable</a:t>
            </a:r>
            <a:r>
              <a:rPr lang="en-US" sz="2590" dirty="0"/>
              <a:t>/have iterators</a:t>
            </a:r>
            <a:endParaRPr dirty="0"/>
          </a:p>
        </p:txBody>
      </p:sp>
      <p:sp>
        <p:nvSpPr>
          <p:cNvPr id="234" name="Google Shape;234;p18"/>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9"/>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Iterator/Enhanced For Loop Example</a:t>
            </a:r>
            <a:endParaRPr/>
          </a:p>
        </p:txBody>
      </p:sp>
      <p:sp>
        <p:nvSpPr>
          <p:cNvPr id="240" name="Google Shape;240;p19"/>
          <p:cNvSpPr txBox="1">
            <a:spLocks noGrp="1"/>
          </p:cNvSpPr>
          <p:nvPr>
            <p:ph type="body" idx="1"/>
          </p:nvPr>
        </p:nvSpPr>
        <p:spPr>
          <a:xfrm>
            <a:off x="380010" y="1481446"/>
            <a:ext cx="8383980" cy="4525963"/>
          </a:xfrm>
          <a:prstGeom prst="rect">
            <a:avLst/>
          </a:prstGeom>
          <a:ln/>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p>
            <a:pPr marL="0" lvl="0" indent="0" algn="l" rtl="0">
              <a:spcBef>
                <a:spcPts val="0"/>
              </a:spcBef>
              <a:spcAft>
                <a:spcPts val="0"/>
              </a:spcAft>
              <a:buSzPts val="2000"/>
              <a:buNone/>
            </a:pPr>
            <a:r>
              <a:rPr lang="en-US" sz="2000" dirty="0">
                <a:latin typeface="Courier New" panose="02070309020205020404" pitchFamily="49" charset="0"/>
                <a:ea typeface="Courier New"/>
                <a:cs typeface="Courier New" panose="02070309020205020404" pitchFamily="49" charset="0"/>
                <a:sym typeface="Courier New"/>
              </a:rPr>
              <a:t>public void iterate(HashSet </a:t>
            </a:r>
            <a:r>
              <a:rPr lang="en-US" sz="2000" dirty="0" err="1">
                <a:latin typeface="Courier New" panose="02070309020205020404" pitchFamily="49" charset="0"/>
                <a:ea typeface="Courier New"/>
                <a:cs typeface="Courier New" panose="02070309020205020404" pitchFamily="49" charset="0"/>
                <a:sym typeface="Courier New"/>
              </a:rPr>
              <a:t>someSet</a:t>
            </a:r>
            <a:r>
              <a:rPr lang="en-US" sz="2000" dirty="0">
                <a:latin typeface="Courier New" panose="02070309020205020404" pitchFamily="49" charset="0"/>
                <a:ea typeface="Courier New"/>
                <a:cs typeface="Courier New" panose="02070309020205020404" pitchFamily="49" charset="0"/>
                <a:sym typeface="Courier New"/>
              </a:rPr>
              <a:t>) {</a:t>
            </a:r>
            <a:endParaRPr dirty="0">
              <a:latin typeface="Courier New" panose="02070309020205020404" pitchFamily="49" charset="0"/>
              <a:cs typeface="Courier New" panose="02070309020205020404" pitchFamily="49" charset="0"/>
            </a:endParaRPr>
          </a:p>
          <a:p>
            <a:pPr marL="0" lvl="0" indent="0" algn="l" rtl="0">
              <a:spcBef>
                <a:spcPts val="400"/>
              </a:spcBef>
              <a:spcAft>
                <a:spcPts val="0"/>
              </a:spcAft>
              <a:buSzPts val="2000"/>
              <a:buNone/>
            </a:pPr>
            <a:r>
              <a:rPr lang="en-US" sz="2000" dirty="0">
                <a:latin typeface="Courier New" panose="02070309020205020404" pitchFamily="49" charset="0"/>
                <a:ea typeface="Courier New"/>
                <a:cs typeface="Courier New" panose="02070309020205020404" pitchFamily="49" charset="0"/>
                <a:sym typeface="Courier New"/>
              </a:rPr>
              <a:t>	Iterator </a:t>
            </a:r>
            <a:r>
              <a:rPr lang="en-US" sz="2000" dirty="0" err="1">
                <a:latin typeface="Courier New" panose="02070309020205020404" pitchFamily="49" charset="0"/>
                <a:ea typeface="Courier New"/>
                <a:cs typeface="Courier New" panose="02070309020205020404" pitchFamily="49" charset="0"/>
                <a:sym typeface="Courier New"/>
              </a:rPr>
              <a:t>iter</a:t>
            </a:r>
            <a:r>
              <a:rPr lang="en-US" sz="2000" dirty="0">
                <a:latin typeface="Courier New" panose="02070309020205020404" pitchFamily="49" charset="0"/>
                <a:ea typeface="Courier New"/>
                <a:cs typeface="Courier New" panose="02070309020205020404" pitchFamily="49" charset="0"/>
                <a:sym typeface="Courier New"/>
              </a:rPr>
              <a:t> = </a:t>
            </a:r>
            <a:r>
              <a:rPr lang="en-US" sz="2000" dirty="0" err="1">
                <a:latin typeface="Courier New" panose="02070309020205020404" pitchFamily="49" charset="0"/>
                <a:ea typeface="Courier New"/>
                <a:cs typeface="Courier New" panose="02070309020205020404" pitchFamily="49" charset="0"/>
                <a:sym typeface="Courier New"/>
              </a:rPr>
              <a:t>someSet.iterator</a:t>
            </a:r>
            <a:r>
              <a:rPr lang="en-US" sz="2000" dirty="0">
                <a:latin typeface="Courier New" panose="02070309020205020404" pitchFamily="49" charset="0"/>
                <a:ea typeface="Courier New"/>
                <a:cs typeface="Courier New" panose="02070309020205020404" pitchFamily="49" charset="0"/>
                <a:sym typeface="Courier New"/>
              </a:rPr>
              <a:t>();</a:t>
            </a:r>
            <a:endParaRPr dirty="0">
              <a:latin typeface="Courier New" panose="02070309020205020404" pitchFamily="49" charset="0"/>
              <a:cs typeface="Courier New" panose="02070309020205020404" pitchFamily="49" charset="0"/>
            </a:endParaRPr>
          </a:p>
          <a:p>
            <a:pPr marL="0" lvl="0" indent="0" algn="l" rtl="0">
              <a:spcBef>
                <a:spcPts val="400"/>
              </a:spcBef>
              <a:spcAft>
                <a:spcPts val="0"/>
              </a:spcAft>
              <a:buSzPts val="2000"/>
              <a:buNone/>
            </a:pPr>
            <a:r>
              <a:rPr lang="en-US" sz="2000" dirty="0">
                <a:latin typeface="Courier New" panose="02070309020205020404" pitchFamily="49" charset="0"/>
                <a:ea typeface="Courier New"/>
                <a:cs typeface="Courier New" panose="02070309020205020404" pitchFamily="49" charset="0"/>
                <a:sym typeface="Courier New"/>
              </a:rPr>
              <a:t>	while (</a:t>
            </a:r>
            <a:r>
              <a:rPr lang="en-US" sz="2000" dirty="0" err="1">
                <a:latin typeface="Courier New" panose="02070309020205020404" pitchFamily="49" charset="0"/>
                <a:ea typeface="Courier New"/>
                <a:cs typeface="Courier New" panose="02070309020205020404" pitchFamily="49" charset="0"/>
                <a:sym typeface="Courier New"/>
              </a:rPr>
              <a:t>iter.hasNext</a:t>
            </a:r>
            <a:r>
              <a:rPr lang="en-US" sz="2000" dirty="0">
                <a:latin typeface="Courier New" panose="02070309020205020404" pitchFamily="49" charset="0"/>
                <a:ea typeface="Courier New"/>
                <a:cs typeface="Courier New" panose="02070309020205020404" pitchFamily="49" charset="0"/>
                <a:sym typeface="Courier New"/>
              </a:rPr>
              <a:t>()) {</a:t>
            </a:r>
            <a:endParaRPr dirty="0">
              <a:latin typeface="Courier New" panose="02070309020205020404" pitchFamily="49" charset="0"/>
              <a:cs typeface="Courier New" panose="02070309020205020404" pitchFamily="49" charset="0"/>
            </a:endParaRPr>
          </a:p>
          <a:p>
            <a:pPr marL="0" lvl="0" indent="0" algn="l" rtl="0">
              <a:spcBef>
                <a:spcPts val="400"/>
              </a:spcBef>
              <a:spcAft>
                <a:spcPts val="0"/>
              </a:spcAft>
              <a:buSzPts val="2000"/>
              <a:buNone/>
            </a:pPr>
            <a:r>
              <a:rPr lang="en-US" sz="2000" dirty="0">
                <a:latin typeface="Courier New" panose="02070309020205020404" pitchFamily="49" charset="0"/>
                <a:ea typeface="Courier New"/>
                <a:cs typeface="Courier New" panose="02070309020205020404" pitchFamily="49" charset="0"/>
                <a:sym typeface="Courier New"/>
              </a:rPr>
              <a:t>		</a:t>
            </a:r>
            <a:r>
              <a:rPr lang="en-US" sz="2000" dirty="0" err="1">
                <a:latin typeface="Courier New" panose="02070309020205020404" pitchFamily="49" charset="0"/>
                <a:ea typeface="Courier New"/>
                <a:cs typeface="Courier New" panose="02070309020205020404" pitchFamily="49" charset="0"/>
                <a:sym typeface="Courier New"/>
              </a:rPr>
              <a:t>System.out.println</a:t>
            </a:r>
            <a:r>
              <a:rPr lang="en-US" sz="2000" dirty="0">
                <a:latin typeface="Courier New" panose="02070309020205020404" pitchFamily="49" charset="0"/>
                <a:ea typeface="Courier New"/>
                <a:cs typeface="Courier New" panose="02070309020205020404" pitchFamily="49" charset="0"/>
                <a:sym typeface="Courier New"/>
              </a:rPr>
              <a:t>(</a:t>
            </a:r>
            <a:r>
              <a:rPr lang="en-US" sz="2000" dirty="0" err="1">
                <a:latin typeface="Courier New" panose="02070309020205020404" pitchFamily="49" charset="0"/>
                <a:ea typeface="Courier New"/>
                <a:cs typeface="Courier New" panose="02070309020205020404" pitchFamily="49" charset="0"/>
                <a:sym typeface="Courier New"/>
              </a:rPr>
              <a:t>iter.next</a:t>
            </a:r>
            <a:r>
              <a:rPr lang="en-US" sz="2000" dirty="0">
                <a:latin typeface="Courier New" panose="02070309020205020404" pitchFamily="49" charset="0"/>
                <a:ea typeface="Courier New"/>
                <a:cs typeface="Courier New" panose="02070309020205020404" pitchFamily="49" charset="0"/>
                <a:sym typeface="Courier New"/>
              </a:rPr>
              <a:t>());</a:t>
            </a:r>
            <a:endParaRPr dirty="0">
              <a:latin typeface="Courier New" panose="02070309020205020404" pitchFamily="49" charset="0"/>
              <a:cs typeface="Courier New" panose="02070309020205020404" pitchFamily="49" charset="0"/>
            </a:endParaRPr>
          </a:p>
          <a:p>
            <a:pPr marL="0" lvl="0" indent="0" algn="l" rtl="0">
              <a:spcBef>
                <a:spcPts val="400"/>
              </a:spcBef>
              <a:spcAft>
                <a:spcPts val="0"/>
              </a:spcAft>
              <a:buSzPts val="2000"/>
              <a:buNone/>
            </a:pPr>
            <a:r>
              <a:rPr lang="en-US" sz="2000" dirty="0">
                <a:latin typeface="Courier New" panose="02070309020205020404" pitchFamily="49" charset="0"/>
                <a:ea typeface="Courier New"/>
                <a:cs typeface="Courier New" panose="02070309020205020404" pitchFamily="49" charset="0"/>
                <a:sym typeface="Courier New"/>
              </a:rPr>
              <a:t>	}</a:t>
            </a:r>
            <a:endParaRPr dirty="0">
              <a:latin typeface="Courier New" panose="02070309020205020404" pitchFamily="49" charset="0"/>
              <a:cs typeface="Courier New" panose="02070309020205020404" pitchFamily="49" charset="0"/>
            </a:endParaRPr>
          </a:p>
          <a:p>
            <a:pPr marL="0" lvl="0" indent="0" algn="l" rtl="0">
              <a:spcBef>
                <a:spcPts val="400"/>
              </a:spcBef>
              <a:spcAft>
                <a:spcPts val="0"/>
              </a:spcAft>
              <a:buSzPts val="2000"/>
              <a:buNone/>
            </a:pPr>
            <a:r>
              <a:rPr lang="en-US" sz="2000" dirty="0">
                <a:latin typeface="Courier New" panose="02070309020205020404" pitchFamily="49" charset="0"/>
                <a:ea typeface="Courier New"/>
                <a:cs typeface="Courier New" panose="02070309020205020404" pitchFamily="49" charset="0"/>
                <a:sym typeface="Courier New"/>
              </a:rPr>
              <a:t>}</a:t>
            </a:r>
            <a:endParaRPr dirty="0">
              <a:latin typeface="Courier New" panose="02070309020205020404" pitchFamily="49" charset="0"/>
              <a:cs typeface="Courier New" panose="02070309020205020404" pitchFamily="49" charset="0"/>
            </a:endParaRPr>
          </a:p>
          <a:p>
            <a:pPr marL="0" lvl="0" indent="0" algn="l" rtl="0">
              <a:spcBef>
                <a:spcPts val="400"/>
              </a:spcBef>
              <a:spcAft>
                <a:spcPts val="0"/>
              </a:spcAft>
              <a:buSzPts val="2000"/>
              <a:buNone/>
            </a:pPr>
            <a:endParaRPr sz="2000" dirty="0">
              <a:latin typeface="Courier New" panose="02070309020205020404" pitchFamily="49" charset="0"/>
              <a:ea typeface="Courier New"/>
              <a:cs typeface="Courier New" panose="02070309020205020404" pitchFamily="49" charset="0"/>
              <a:sym typeface="Courier New"/>
            </a:endParaRPr>
          </a:p>
          <a:p>
            <a:pPr marL="0" lvl="0" indent="0" algn="l" rtl="0">
              <a:spcBef>
                <a:spcPts val="400"/>
              </a:spcBef>
              <a:spcAft>
                <a:spcPts val="0"/>
              </a:spcAft>
              <a:buSzPts val="2000"/>
              <a:buNone/>
            </a:pPr>
            <a:r>
              <a:rPr lang="en-US" sz="2000" dirty="0">
                <a:latin typeface="Courier New" panose="02070309020205020404" pitchFamily="49" charset="0"/>
                <a:ea typeface="Courier New"/>
                <a:cs typeface="Courier New" panose="02070309020205020404" pitchFamily="49" charset="0"/>
                <a:sym typeface="Courier New"/>
              </a:rPr>
              <a:t>public void </a:t>
            </a:r>
            <a:r>
              <a:rPr lang="en-US" sz="2000" dirty="0" err="1">
                <a:latin typeface="Courier New" panose="02070309020205020404" pitchFamily="49" charset="0"/>
                <a:ea typeface="Courier New"/>
                <a:cs typeface="Courier New" panose="02070309020205020404" pitchFamily="49" charset="0"/>
                <a:sym typeface="Courier New"/>
              </a:rPr>
              <a:t>enhancedFor</a:t>
            </a:r>
            <a:r>
              <a:rPr lang="en-US" sz="2000" dirty="0">
                <a:latin typeface="Courier New" panose="02070309020205020404" pitchFamily="49" charset="0"/>
                <a:ea typeface="Courier New"/>
                <a:cs typeface="Courier New" panose="02070309020205020404" pitchFamily="49" charset="0"/>
                <a:sym typeface="Courier New"/>
              </a:rPr>
              <a:t>(HashSet&lt;String&gt; </a:t>
            </a:r>
            <a:r>
              <a:rPr lang="en-US" sz="2000" dirty="0" err="1">
                <a:latin typeface="Courier New" panose="02070309020205020404" pitchFamily="49" charset="0"/>
                <a:ea typeface="Courier New"/>
                <a:cs typeface="Courier New" panose="02070309020205020404" pitchFamily="49" charset="0"/>
                <a:sym typeface="Courier New"/>
              </a:rPr>
              <a:t>stringSet</a:t>
            </a:r>
            <a:r>
              <a:rPr lang="en-US" sz="2000" dirty="0">
                <a:latin typeface="Courier New" panose="02070309020205020404" pitchFamily="49" charset="0"/>
                <a:ea typeface="Courier New"/>
                <a:cs typeface="Courier New" panose="02070309020205020404" pitchFamily="49" charset="0"/>
                <a:sym typeface="Courier New"/>
              </a:rPr>
              <a:t>) {</a:t>
            </a:r>
            <a:endParaRPr dirty="0">
              <a:latin typeface="Courier New" panose="02070309020205020404" pitchFamily="49" charset="0"/>
              <a:cs typeface="Courier New" panose="02070309020205020404" pitchFamily="49" charset="0"/>
            </a:endParaRPr>
          </a:p>
          <a:p>
            <a:pPr marL="0" lvl="0" indent="0" algn="l" rtl="0">
              <a:spcBef>
                <a:spcPts val="400"/>
              </a:spcBef>
              <a:spcAft>
                <a:spcPts val="0"/>
              </a:spcAft>
              <a:buSzPts val="2000"/>
              <a:buNone/>
            </a:pPr>
            <a:r>
              <a:rPr lang="en-US" sz="2000" dirty="0">
                <a:latin typeface="Courier New" panose="02070309020205020404" pitchFamily="49" charset="0"/>
                <a:ea typeface="Courier New"/>
                <a:cs typeface="Courier New" panose="02070309020205020404" pitchFamily="49" charset="0"/>
                <a:sym typeface="Courier New"/>
              </a:rPr>
              <a:t>	for(String s : </a:t>
            </a:r>
            <a:r>
              <a:rPr lang="en-US" sz="2000" dirty="0" err="1">
                <a:latin typeface="Courier New" panose="02070309020205020404" pitchFamily="49" charset="0"/>
                <a:ea typeface="Courier New"/>
                <a:cs typeface="Courier New" panose="02070309020205020404" pitchFamily="49" charset="0"/>
                <a:sym typeface="Courier New"/>
              </a:rPr>
              <a:t>stringSet</a:t>
            </a:r>
            <a:r>
              <a:rPr lang="en-US" sz="2000" dirty="0">
                <a:latin typeface="Courier New" panose="02070309020205020404" pitchFamily="49" charset="0"/>
                <a:ea typeface="Courier New"/>
                <a:cs typeface="Courier New" panose="02070309020205020404" pitchFamily="49" charset="0"/>
                <a:sym typeface="Courier New"/>
              </a:rPr>
              <a:t>)</a:t>
            </a:r>
            <a:endParaRPr dirty="0">
              <a:latin typeface="Courier New" panose="02070309020205020404" pitchFamily="49" charset="0"/>
              <a:cs typeface="Courier New" panose="02070309020205020404" pitchFamily="49" charset="0"/>
            </a:endParaRPr>
          </a:p>
          <a:p>
            <a:pPr marL="0" lvl="0" indent="0" algn="l" rtl="0">
              <a:spcBef>
                <a:spcPts val="400"/>
              </a:spcBef>
              <a:spcAft>
                <a:spcPts val="0"/>
              </a:spcAft>
              <a:buSzPts val="2000"/>
              <a:buNone/>
            </a:pPr>
            <a:r>
              <a:rPr lang="en-US" sz="2000" dirty="0">
                <a:latin typeface="Courier New" panose="02070309020205020404" pitchFamily="49" charset="0"/>
                <a:ea typeface="Courier New"/>
                <a:cs typeface="Courier New" panose="02070309020205020404" pitchFamily="49" charset="0"/>
                <a:sym typeface="Courier New"/>
              </a:rPr>
              <a:t>		</a:t>
            </a:r>
            <a:r>
              <a:rPr lang="en-US" sz="2000" dirty="0" err="1">
                <a:latin typeface="Courier New" panose="02070309020205020404" pitchFamily="49" charset="0"/>
                <a:ea typeface="Courier New"/>
                <a:cs typeface="Courier New" panose="02070309020205020404" pitchFamily="49" charset="0"/>
                <a:sym typeface="Courier New"/>
              </a:rPr>
              <a:t>System.out.println</a:t>
            </a:r>
            <a:r>
              <a:rPr lang="en-US" sz="2000" dirty="0">
                <a:latin typeface="Courier New" panose="02070309020205020404" pitchFamily="49" charset="0"/>
                <a:ea typeface="Courier New"/>
                <a:cs typeface="Courier New" panose="02070309020205020404" pitchFamily="49" charset="0"/>
                <a:sym typeface="Courier New"/>
              </a:rPr>
              <a:t>(s);</a:t>
            </a:r>
            <a:endParaRPr dirty="0">
              <a:latin typeface="Courier New" panose="02070309020205020404" pitchFamily="49" charset="0"/>
              <a:cs typeface="Courier New" panose="02070309020205020404" pitchFamily="49" charset="0"/>
            </a:endParaRPr>
          </a:p>
          <a:p>
            <a:pPr marL="0" lvl="0" indent="0" algn="l" rtl="0">
              <a:spcBef>
                <a:spcPts val="400"/>
              </a:spcBef>
              <a:spcAft>
                <a:spcPts val="0"/>
              </a:spcAft>
              <a:buSzPts val="2000"/>
              <a:buNone/>
            </a:pPr>
            <a:r>
              <a:rPr lang="en-US" sz="2000" dirty="0">
                <a:latin typeface="Courier New" panose="02070309020205020404" pitchFamily="49" charset="0"/>
                <a:ea typeface="Courier New"/>
                <a:cs typeface="Courier New" panose="02070309020205020404" pitchFamily="49" charset="0"/>
                <a:sym typeface="Courier New"/>
              </a:rPr>
              <a:t>} </a:t>
            </a:r>
            <a:endParaRPr dirty="0">
              <a:latin typeface="Courier New" panose="02070309020205020404" pitchFamily="49" charset="0"/>
              <a:cs typeface="Courier New" panose="02070309020205020404" pitchFamily="49" charset="0"/>
            </a:endParaRPr>
          </a:p>
        </p:txBody>
      </p:sp>
      <p:sp>
        <p:nvSpPr>
          <p:cNvPr id="241" name="Google Shape;241;p19"/>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D2B57-F9D1-4E0F-39A6-F6219CA48AA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35546B-6493-C602-264A-3C15557B6F6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
        <p:nvSpPr>
          <p:cNvPr id="3" name="Title 2">
            <a:extLst>
              <a:ext uri="{FF2B5EF4-FFF2-40B4-BE49-F238E27FC236}">
                <a16:creationId xmlns:a16="http://schemas.microsoft.com/office/drawing/2014/main" id="{A245EDBA-FE39-D6C4-79AD-71EB266D60C4}"/>
              </a:ext>
            </a:extLst>
          </p:cNvPr>
          <p:cNvSpPr>
            <a:spLocks noGrp="1"/>
          </p:cNvSpPr>
          <p:nvPr>
            <p:ph type="title"/>
          </p:nvPr>
        </p:nvSpPr>
        <p:spPr/>
        <p:txBody>
          <a:bodyPr/>
          <a:lstStyle/>
          <a:p>
            <a:r>
              <a:rPr lang="en-US" sz="3600" dirty="0"/>
              <a:t>Utility Classes</a:t>
            </a:r>
          </a:p>
        </p:txBody>
      </p:sp>
    </p:spTree>
    <p:extLst>
      <p:ext uri="{BB962C8B-B14F-4D97-AF65-F5344CB8AC3E}">
        <p14:creationId xmlns:p14="http://schemas.microsoft.com/office/powerpoint/2010/main" val="17287602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0"/>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Utility Classes for Data structures</a:t>
            </a:r>
            <a:endParaRPr dirty="0"/>
          </a:p>
        </p:txBody>
      </p:sp>
      <p:sp>
        <p:nvSpPr>
          <p:cNvPr id="247" name="Google Shape;247;p20"/>
          <p:cNvSpPr txBox="1">
            <a:spLocks noGrp="1"/>
          </p:cNvSpPr>
          <p:nvPr>
            <p:ph type="body" idx="1"/>
          </p:nvPr>
        </p:nvSpPr>
        <p:spPr>
          <a:xfrm>
            <a:off x="380010" y="1481447"/>
            <a:ext cx="8383980" cy="4882266"/>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SzPts val="2800"/>
              <a:buChar char="•"/>
            </a:pPr>
            <a:r>
              <a:rPr lang="en-US" b="1" i="1" dirty="0"/>
              <a:t>Collection</a:t>
            </a:r>
            <a:r>
              <a:rPr lang="en-US" dirty="0"/>
              <a:t> is the interface that declares mandatory behavior for collections</a:t>
            </a:r>
            <a:endParaRPr dirty="0"/>
          </a:p>
          <a:p>
            <a:pPr marL="342900" lvl="0" indent="-342900" algn="l" rtl="0">
              <a:spcBef>
                <a:spcPts val="560"/>
              </a:spcBef>
              <a:spcAft>
                <a:spcPts val="0"/>
              </a:spcAft>
              <a:buSzPts val="2800"/>
              <a:buChar char="•"/>
            </a:pPr>
            <a:r>
              <a:rPr lang="en-US" dirty="0"/>
              <a:t>Collection</a:t>
            </a:r>
            <a:r>
              <a:rPr lang="en-US" b="1" i="1" u="sng" dirty="0"/>
              <a:t>s</a:t>
            </a:r>
            <a:r>
              <a:rPr lang="en-US" dirty="0"/>
              <a:t> is a utility clas</a:t>
            </a:r>
            <a:r>
              <a:rPr lang="en-US" b="1" u="sng" dirty="0"/>
              <a:t>s</a:t>
            </a:r>
            <a:r>
              <a:rPr lang="en-US" dirty="0"/>
              <a:t> filled with static methods that can be run with Collection subclasses.</a:t>
            </a:r>
          </a:p>
          <a:p>
            <a:pPr marL="342900" lvl="0" indent="-342900" algn="l" rtl="0">
              <a:spcBef>
                <a:spcPts val="560"/>
              </a:spcBef>
              <a:spcAft>
                <a:spcPts val="0"/>
              </a:spcAft>
              <a:buSzPts val="2800"/>
              <a:buChar char="•"/>
            </a:pPr>
            <a:endParaRPr lang="en-US" dirty="0"/>
          </a:p>
          <a:p>
            <a:pPr marL="342900" lvl="0" indent="-342900" algn="l" rtl="0">
              <a:spcBef>
                <a:spcPts val="560"/>
              </a:spcBef>
              <a:spcAft>
                <a:spcPts val="0"/>
              </a:spcAft>
              <a:buSzPts val="2800"/>
              <a:buChar char="•"/>
            </a:pPr>
            <a:r>
              <a:rPr lang="en-US" dirty="0"/>
              <a:t>An </a:t>
            </a:r>
            <a:r>
              <a:rPr lang="en-US" b="1" dirty="0"/>
              <a:t>Array </a:t>
            </a:r>
            <a:r>
              <a:rPr lang="en-US" dirty="0"/>
              <a:t>is a fixed-length data structure which can be used to reference multiple elements of the same datatype using Indexes.</a:t>
            </a:r>
          </a:p>
          <a:p>
            <a:pPr marL="342900" lvl="0" indent="-342900" algn="l" rtl="0">
              <a:spcBef>
                <a:spcPts val="560"/>
              </a:spcBef>
              <a:spcAft>
                <a:spcPts val="0"/>
              </a:spcAft>
              <a:buSzPts val="2800"/>
              <a:buChar char="•"/>
            </a:pPr>
            <a:r>
              <a:rPr lang="en-US" dirty="0"/>
              <a:t>Array</a:t>
            </a:r>
            <a:r>
              <a:rPr lang="en-US" b="1" u="sng" dirty="0"/>
              <a:t>s</a:t>
            </a:r>
            <a:r>
              <a:rPr lang="en-US" dirty="0"/>
              <a:t> is a utility clas</a:t>
            </a:r>
            <a:r>
              <a:rPr lang="en-US" b="1" u="sng" dirty="0"/>
              <a:t>s</a:t>
            </a:r>
            <a:r>
              <a:rPr lang="en-US" dirty="0"/>
              <a:t> filled with static methods which can be run with Array Objects.</a:t>
            </a:r>
            <a:endParaRPr b="1" u="sng" dirty="0"/>
          </a:p>
          <a:p>
            <a:pPr marL="342900" lvl="0" indent="-165100" algn="l" rtl="0">
              <a:spcBef>
                <a:spcPts val="560"/>
              </a:spcBef>
              <a:spcAft>
                <a:spcPts val="0"/>
              </a:spcAft>
              <a:buSzPts val="2800"/>
              <a:buNone/>
            </a:pPr>
            <a:endParaRPr dirty="0"/>
          </a:p>
          <a:p>
            <a:pPr marL="342900" lvl="0" indent="-342900" algn="l" rtl="0">
              <a:spcBef>
                <a:spcPts val="400"/>
              </a:spcBef>
              <a:spcAft>
                <a:spcPts val="0"/>
              </a:spcAft>
              <a:buSzPts val="2000"/>
              <a:buChar char="•"/>
            </a:pPr>
            <a:r>
              <a:rPr lang="en-US" sz="2000" u="sng" dirty="0">
                <a:solidFill>
                  <a:schemeClr val="hlink"/>
                </a:solidFill>
                <a:hlinkClick r:id="rId3"/>
              </a:rPr>
              <a:t>https://docs.oracle.com/javase/8/docs/api/java/util/Collections.html</a:t>
            </a:r>
            <a:endParaRPr sz="2000" dirty="0"/>
          </a:p>
          <a:p>
            <a:pPr marL="0" lvl="0" indent="0" algn="l" rtl="0">
              <a:spcBef>
                <a:spcPts val="400"/>
              </a:spcBef>
              <a:spcAft>
                <a:spcPts val="0"/>
              </a:spcAft>
              <a:buSzPts val="2000"/>
              <a:buNone/>
            </a:pPr>
            <a:endParaRPr sz="2000" dirty="0"/>
          </a:p>
        </p:txBody>
      </p:sp>
      <p:sp>
        <p:nvSpPr>
          <p:cNvPr id="248" name="Google Shape;248;p2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0"/>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Collections</a:t>
            </a:r>
            <a:endParaRPr dirty="0"/>
          </a:p>
        </p:txBody>
      </p:sp>
      <p:sp>
        <p:nvSpPr>
          <p:cNvPr id="247" name="Google Shape;247;p20"/>
          <p:cNvSpPr txBox="1">
            <a:spLocks noGrp="1"/>
          </p:cNvSpPr>
          <p:nvPr>
            <p:ph type="body" idx="1"/>
          </p:nvPr>
        </p:nvSpPr>
        <p:spPr>
          <a:xfrm>
            <a:off x="380010" y="1481446"/>
            <a:ext cx="8383980" cy="4786004"/>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SzPts val="2800"/>
              <a:buChar char="•"/>
            </a:pPr>
            <a:r>
              <a:rPr lang="en-US" dirty="0"/>
              <a:t>Some of these static methods include:</a:t>
            </a:r>
          </a:p>
          <a:p>
            <a:pPr marL="342900" lvl="0" indent="-342900" algn="l" rtl="0">
              <a:spcBef>
                <a:spcPts val="0"/>
              </a:spcBef>
              <a:spcAft>
                <a:spcPts val="0"/>
              </a:spcAft>
              <a:buSzPts val="2800"/>
              <a:buChar char="•"/>
            </a:pPr>
            <a:r>
              <a:rPr lang="en-US" dirty="0">
                <a:latin typeface="Courier New" panose="02070309020205020404" pitchFamily="49" charset="0"/>
                <a:cs typeface="Courier New" panose="02070309020205020404" pitchFamily="49" charset="0"/>
              </a:rPr>
              <a:t>reverse()</a:t>
            </a:r>
          </a:p>
          <a:p>
            <a:pPr marL="800100" lvl="1" indent="-342900">
              <a:spcBef>
                <a:spcPts val="0"/>
              </a:spcBef>
              <a:buSzPts val="2800"/>
              <a:buChar char="•"/>
            </a:pPr>
            <a:r>
              <a:rPr lang="en-US" dirty="0"/>
              <a:t>A method that takes a list and reverses the order of elements in that specified list.</a:t>
            </a:r>
          </a:p>
          <a:p>
            <a:pPr marL="342900" indent="-342900">
              <a:spcBef>
                <a:spcPts val="0"/>
              </a:spcBef>
            </a:pPr>
            <a:r>
              <a:rPr lang="en-US" dirty="0">
                <a:latin typeface="Courier New" panose="02070309020205020404" pitchFamily="49" charset="0"/>
                <a:cs typeface="Courier New" panose="02070309020205020404" pitchFamily="49" charset="0"/>
              </a:rPr>
              <a:t>shuffle()</a:t>
            </a:r>
          </a:p>
          <a:p>
            <a:pPr marL="800100" lvl="1" indent="-342900">
              <a:spcBef>
                <a:spcPts val="0"/>
              </a:spcBef>
            </a:pPr>
            <a:r>
              <a:rPr lang="en-US" dirty="0"/>
              <a:t>A method that randomly places elements within a list.</a:t>
            </a:r>
          </a:p>
          <a:p>
            <a:pPr marL="342900" indent="-342900">
              <a:spcBef>
                <a:spcPts val="0"/>
              </a:spcBef>
            </a:pPr>
            <a:r>
              <a:rPr lang="en-US" dirty="0">
                <a:latin typeface="Courier New" panose="02070309020205020404" pitchFamily="49" charset="0"/>
                <a:cs typeface="Courier New" panose="02070309020205020404" pitchFamily="49" charset="0"/>
              </a:rPr>
              <a:t>sort()</a:t>
            </a:r>
          </a:p>
          <a:p>
            <a:pPr marL="800100" lvl="1" indent="-342900">
              <a:spcBef>
                <a:spcPts val="0"/>
              </a:spcBef>
            </a:pPr>
            <a:r>
              <a:rPr lang="en-US" dirty="0"/>
              <a:t>An overloaded method that takes a list (byte, char, double, float, int, long, short or object) and potentially a comparator, placing the elements in specified order according to natural ordering (if no comparator is given and a natural ordering exists in the </a:t>
            </a:r>
            <a:r>
              <a:rPr lang="en-US" dirty="0" err="1"/>
              <a:t>jvm</a:t>
            </a:r>
            <a:r>
              <a:rPr lang="en-US" dirty="0"/>
              <a:t>) or the order specified by the comparator. </a:t>
            </a:r>
          </a:p>
        </p:txBody>
      </p:sp>
      <p:sp>
        <p:nvSpPr>
          <p:cNvPr id="248" name="Google Shape;248;p2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43</a:t>
            </a:fld>
            <a:endParaRPr kumimoji="0" sz="1200" b="0" i="0" u="none" strike="noStrike" kern="0" cap="none" spc="0" normalizeH="0" baseline="0" noProof="0">
              <a:ln>
                <a:noFill/>
              </a:ln>
              <a:solidFill>
                <a:srgbClr val="A0A1A0"/>
              </a:solidFill>
              <a:effectLst/>
              <a:uLnTx/>
              <a:uFillTx/>
              <a:latin typeface="Arial"/>
              <a:cs typeface="Arial"/>
              <a:sym typeface="Arial"/>
            </a:endParaRPr>
          </a:p>
        </p:txBody>
      </p:sp>
    </p:spTree>
    <p:extLst>
      <p:ext uri="{BB962C8B-B14F-4D97-AF65-F5344CB8AC3E}">
        <p14:creationId xmlns:p14="http://schemas.microsoft.com/office/powerpoint/2010/main" val="1065525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7">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0"/>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Arrays</a:t>
            </a:r>
            <a:endParaRPr dirty="0"/>
          </a:p>
        </p:txBody>
      </p:sp>
      <p:sp>
        <p:nvSpPr>
          <p:cNvPr id="247" name="Google Shape;247;p20"/>
          <p:cNvSpPr txBox="1">
            <a:spLocks noGrp="1"/>
          </p:cNvSpPr>
          <p:nvPr>
            <p:ph type="body" idx="1"/>
          </p:nvPr>
        </p:nvSpPr>
        <p:spPr>
          <a:xfrm>
            <a:off x="380010" y="1481446"/>
            <a:ext cx="8383980" cy="4786004"/>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spcBef>
                <a:spcPts val="0"/>
              </a:spcBef>
              <a:spcAft>
                <a:spcPts val="0"/>
              </a:spcAft>
              <a:buSzPts val="2800"/>
              <a:buChar char="•"/>
            </a:pPr>
            <a:r>
              <a:rPr lang="en-US" dirty="0"/>
              <a:t>Arrays is a utility class that can be used on array objects, such as sorting, index, </a:t>
            </a:r>
            <a:r>
              <a:rPr lang="en-US" dirty="0" err="1"/>
              <a:t>etc</a:t>
            </a:r>
            <a:r>
              <a:rPr lang="en-US" dirty="0"/>
              <a:t>…</a:t>
            </a:r>
          </a:p>
          <a:p>
            <a:pPr marL="342900" lvl="0" indent="-342900" algn="l" rtl="0">
              <a:spcBef>
                <a:spcPts val="0"/>
              </a:spcBef>
              <a:spcAft>
                <a:spcPts val="0"/>
              </a:spcAft>
              <a:buSzPts val="2800"/>
              <a:buChar char="•"/>
            </a:pPr>
            <a:r>
              <a:rPr lang="en-US" dirty="0"/>
              <a:t>Some of these static methods include:</a:t>
            </a:r>
          </a:p>
          <a:p>
            <a:pPr marL="342900" lvl="0" indent="-342900" algn="l" rtl="0">
              <a:spcBef>
                <a:spcPts val="0"/>
              </a:spcBef>
              <a:spcAft>
                <a:spcPts val="0"/>
              </a:spcAft>
              <a:buSzPts val="2800"/>
              <a:buChar char="•"/>
            </a:pPr>
            <a:r>
              <a:rPr lang="en-US" dirty="0" err="1">
                <a:latin typeface="Courier New" panose="02070309020205020404" pitchFamily="49" charset="0"/>
                <a:cs typeface="Courier New" panose="02070309020205020404" pitchFamily="49" charset="0"/>
              </a:rPr>
              <a:t>toString</a:t>
            </a:r>
            <a:r>
              <a:rPr lang="en-US" dirty="0">
                <a:latin typeface="Courier New" panose="02070309020205020404" pitchFamily="49" charset="0"/>
                <a:cs typeface="Courier New" panose="02070309020205020404" pitchFamily="49" charset="0"/>
              </a:rPr>
              <a:t>()</a:t>
            </a:r>
          </a:p>
          <a:p>
            <a:pPr marL="800100" lvl="1" indent="-342900">
              <a:spcBef>
                <a:spcPts val="0"/>
              </a:spcBef>
              <a:buSzPts val="2800"/>
              <a:buChar char="•"/>
            </a:pPr>
            <a:r>
              <a:rPr lang="en-US" dirty="0"/>
              <a:t>An overloaded </a:t>
            </a:r>
            <a:r>
              <a:rPr lang="en-US" dirty="0" err="1"/>
              <a:t>toString</a:t>
            </a:r>
            <a:r>
              <a:rPr lang="en-US" dirty="0"/>
              <a:t> methods which takes a </a:t>
            </a:r>
            <a:r>
              <a:rPr lang="en-US" dirty="0" err="1"/>
              <a:t>boolean</a:t>
            </a:r>
            <a:r>
              <a:rPr lang="en-US" dirty="0"/>
              <a:t>, byte, char, double, float, int, long, short or object array, and prints a string representation of the contents within the array.</a:t>
            </a:r>
          </a:p>
          <a:p>
            <a:pPr marL="342900" indent="-342900">
              <a:spcBef>
                <a:spcPts val="0"/>
              </a:spcBef>
            </a:pPr>
            <a:r>
              <a:rPr lang="en-US" dirty="0" err="1">
                <a:latin typeface="Courier New" panose="02070309020205020404" pitchFamily="49" charset="0"/>
                <a:cs typeface="Courier New" panose="02070309020205020404" pitchFamily="49" charset="0"/>
              </a:rPr>
              <a:t>binarySearch</a:t>
            </a:r>
            <a:r>
              <a:rPr lang="en-US" dirty="0">
                <a:latin typeface="Courier New" panose="02070309020205020404" pitchFamily="49" charset="0"/>
                <a:cs typeface="Courier New" panose="02070309020205020404" pitchFamily="49" charset="0"/>
              </a:rPr>
              <a:t>()</a:t>
            </a:r>
          </a:p>
          <a:p>
            <a:pPr marL="800100" lvl="1" indent="-342900">
              <a:spcBef>
                <a:spcPts val="0"/>
              </a:spcBef>
            </a:pPr>
            <a:r>
              <a:rPr lang="en-US" dirty="0"/>
              <a:t>An overloaded method that takes two parameters an array (byte, char, double, float, int, long, short or object) and a value with a matching datatype. It then performs a binary search on the given array for the given value. </a:t>
            </a:r>
          </a:p>
          <a:p>
            <a:pPr marL="800100" lvl="1" indent="-342900">
              <a:spcBef>
                <a:spcPts val="0"/>
              </a:spcBef>
            </a:pPr>
            <a:r>
              <a:rPr lang="en-US" dirty="0"/>
              <a:t>This method assumes that the array provided is sorted.</a:t>
            </a:r>
          </a:p>
          <a:p>
            <a:pPr marL="342900" indent="-342900">
              <a:spcBef>
                <a:spcPts val="0"/>
              </a:spcBef>
            </a:pPr>
            <a:r>
              <a:rPr lang="en-US" dirty="0">
                <a:latin typeface="Courier New" panose="02070309020205020404" pitchFamily="49" charset="0"/>
                <a:cs typeface="Courier New" panose="02070309020205020404" pitchFamily="49" charset="0"/>
              </a:rPr>
              <a:t>sort()</a:t>
            </a:r>
          </a:p>
          <a:p>
            <a:pPr marL="800100" lvl="1" indent="-342900">
              <a:spcBef>
                <a:spcPts val="0"/>
              </a:spcBef>
            </a:pPr>
            <a:r>
              <a:rPr lang="en-US" dirty="0"/>
              <a:t>An overloaded method that takes an array (byte, char, double, float, int, long, short or object) and sorts the values in ascending numerical order. When given an Object array, the ordering of the objects can only be performed if the object implements the comparable interface and provides an implementation for the </a:t>
            </a:r>
            <a:r>
              <a:rPr lang="en-US" dirty="0" err="1"/>
              <a:t>compareTo</a:t>
            </a:r>
            <a:r>
              <a:rPr lang="en-US" dirty="0"/>
              <a:t> method</a:t>
            </a:r>
          </a:p>
        </p:txBody>
      </p:sp>
      <p:sp>
        <p:nvSpPr>
          <p:cNvPr id="248" name="Google Shape;248;p2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44</a:t>
            </a:fld>
            <a:endParaRPr kumimoji="0" sz="1200" b="0" i="0" u="none" strike="noStrike" kern="0" cap="none" spc="0" normalizeH="0" baseline="0" noProof="0">
              <a:ln>
                <a:noFill/>
              </a:ln>
              <a:solidFill>
                <a:srgbClr val="A0A1A0"/>
              </a:solidFill>
              <a:effectLst/>
              <a:uLnTx/>
              <a:uFillTx/>
              <a:latin typeface="Arial"/>
              <a:cs typeface="Arial"/>
              <a:sym typeface="Arial"/>
            </a:endParaRPr>
          </a:p>
        </p:txBody>
      </p:sp>
    </p:spTree>
    <p:extLst>
      <p:ext uri="{BB962C8B-B14F-4D97-AF65-F5344CB8AC3E}">
        <p14:creationId xmlns:p14="http://schemas.microsoft.com/office/powerpoint/2010/main" val="2190487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7">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7">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7">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7">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2400"/>
              <a:buFont typeface="Arial"/>
              <a:buNone/>
            </a:pPr>
            <a:endParaRPr/>
          </a:p>
        </p:txBody>
      </p:sp>
      <p:sp>
        <p:nvSpPr>
          <p:cNvPr id="324" name="Google Shape;324;p3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sld>
</file>

<file path=ppt/theme/theme1.xml><?xml version="1.0" encoding="utf-8"?>
<a:theme xmlns:a="http://schemas.openxmlformats.org/drawingml/2006/main" name="2_Custom Design">
  <a:themeElements>
    <a:clrScheme name="Revature">
      <a:dk1>
        <a:srgbClr val="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23967</TotalTime>
  <Words>3343</Words>
  <Application>Microsoft Office PowerPoint</Application>
  <PresentationFormat>On-screen Show (4:3)</PresentationFormat>
  <Paragraphs>474</Paragraphs>
  <Slides>46</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Calibri</vt:lpstr>
      <vt:lpstr>Courier New</vt:lpstr>
      <vt:lpstr>Segoe Print</vt:lpstr>
      <vt:lpstr>2_Custom Design</vt:lpstr>
      <vt:lpstr>Data Structures Java Collection API Generics</vt:lpstr>
      <vt:lpstr>Outline</vt:lpstr>
      <vt:lpstr>Data Structures</vt:lpstr>
      <vt:lpstr>Data Structures </vt:lpstr>
      <vt:lpstr>Array Based Structures </vt:lpstr>
      <vt:lpstr>Node Based Structures</vt:lpstr>
      <vt:lpstr>Example: Simple Node Class</vt:lpstr>
      <vt:lpstr>Example: Simple Node Stack </vt:lpstr>
      <vt:lpstr>Example: Simple Node LinkedList (Single)</vt:lpstr>
      <vt:lpstr>Generics</vt:lpstr>
      <vt:lpstr>Generics</vt:lpstr>
      <vt:lpstr>Generics</vt:lpstr>
      <vt:lpstr>Java Collection Hierarchy</vt:lpstr>
      <vt:lpstr>Collection</vt:lpstr>
      <vt:lpstr>Collection Hierarchy</vt:lpstr>
      <vt:lpstr>Collection Hierarchy Overview</vt:lpstr>
      <vt:lpstr>Collection Interface Methods</vt:lpstr>
      <vt:lpstr>Lists</vt:lpstr>
      <vt:lpstr>Lists</vt:lpstr>
      <vt:lpstr>Lists : Implementations</vt:lpstr>
      <vt:lpstr>Sets</vt:lpstr>
      <vt:lpstr>Sets</vt:lpstr>
      <vt:lpstr>Sets: Implementations</vt:lpstr>
      <vt:lpstr>Queues</vt:lpstr>
      <vt:lpstr>Queue</vt:lpstr>
      <vt:lpstr>Queue: Implementations</vt:lpstr>
      <vt:lpstr>Collections (Summary)</vt:lpstr>
      <vt:lpstr>Maps</vt:lpstr>
      <vt:lpstr>Java Maps</vt:lpstr>
      <vt:lpstr>Map</vt:lpstr>
      <vt:lpstr>Maps</vt:lpstr>
      <vt:lpstr>Comparisons</vt:lpstr>
      <vt:lpstr>Comparing Collection Elements</vt:lpstr>
      <vt:lpstr>Comparable vs Comparator</vt:lpstr>
      <vt:lpstr>Comparable Example</vt:lpstr>
      <vt:lpstr>Comparator Example</vt:lpstr>
      <vt:lpstr>Iteration</vt:lpstr>
      <vt:lpstr>Iterators</vt:lpstr>
      <vt:lpstr>Collection Iteration</vt:lpstr>
      <vt:lpstr>Iterable</vt:lpstr>
      <vt:lpstr>Iterator/Enhanced For Loop Example</vt:lpstr>
      <vt:lpstr>Utility Classes</vt:lpstr>
      <vt:lpstr>Utility Classes for Data structures</vt:lpstr>
      <vt:lpstr>Collections</vt:lpstr>
      <vt:lpstr>Arrays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Collections</dc:title>
  <dc:creator>Bryn Portella</dc:creator>
  <cp:lastModifiedBy>Joseph Highe</cp:lastModifiedBy>
  <cp:revision>28</cp:revision>
  <dcterms:modified xsi:type="dcterms:W3CDTF">2026-07-30T19:29:49Z</dcterms:modified>
</cp:coreProperties>
</file>