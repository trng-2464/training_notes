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661" r:id="rId1"/>
  </p:sldMasterIdLst>
  <p:notesMasterIdLst>
    <p:notesMasterId r:id="rId38"/>
  </p:notesMasterIdLst>
  <p:sldIdLst>
    <p:sldId id="256" r:id="rId2"/>
    <p:sldId id="343" r:id="rId3"/>
    <p:sldId id="359" r:id="rId4"/>
    <p:sldId id="290" r:id="rId5"/>
    <p:sldId id="295" r:id="rId6"/>
    <p:sldId id="360" r:id="rId7"/>
    <p:sldId id="370" r:id="rId8"/>
    <p:sldId id="362" r:id="rId9"/>
    <p:sldId id="372" r:id="rId10"/>
    <p:sldId id="371" r:id="rId11"/>
    <p:sldId id="358" r:id="rId12"/>
    <p:sldId id="373" r:id="rId13"/>
    <p:sldId id="374" r:id="rId14"/>
    <p:sldId id="363" r:id="rId15"/>
    <p:sldId id="267" r:id="rId16"/>
    <p:sldId id="365" r:id="rId17"/>
    <p:sldId id="375" r:id="rId18"/>
    <p:sldId id="268" r:id="rId19"/>
    <p:sldId id="269" r:id="rId20"/>
    <p:sldId id="293" r:id="rId21"/>
    <p:sldId id="271" r:id="rId22"/>
    <p:sldId id="367" r:id="rId23"/>
    <p:sldId id="291" r:id="rId24"/>
    <p:sldId id="376" r:id="rId25"/>
    <p:sldId id="377" r:id="rId26"/>
    <p:sldId id="378" r:id="rId27"/>
    <p:sldId id="368" r:id="rId28"/>
    <p:sldId id="292" r:id="rId29"/>
    <p:sldId id="296" r:id="rId30"/>
    <p:sldId id="369" r:id="rId31"/>
    <p:sldId id="379" r:id="rId32"/>
    <p:sldId id="380" r:id="rId33"/>
    <p:sldId id="366" r:id="rId34"/>
    <p:sldId id="381" r:id="rId35"/>
    <p:sldId id="382" r:id="rId36"/>
    <p:sldId id="270" r:id="rId37"/>
  </p:sldIdLst>
  <p:sldSz cx="9144000" cy="6858000" type="screen4x3"/>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p15:clr>
            <a:srgbClr val="A4A3A4"/>
          </p15:clr>
        </p15:guide>
        <p15:guide id="2" pos="2282">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1440" y="60"/>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037840" cy="464820"/>
          </a:xfrm>
          <a:prstGeom prst="rect">
            <a:avLst/>
          </a:prstGeom>
          <a:noFill/>
          <a:ln>
            <a:noFill/>
          </a:ln>
        </p:spPr>
        <p:txBody>
          <a:bodyPr spcFirstLastPara="1" wrap="square" lIns="93150" tIns="46575" rIns="93150" bIns="46575"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0"/>
            <a:ext cx="3037840" cy="464820"/>
          </a:xfrm>
          <a:prstGeom prst="rect">
            <a:avLst/>
          </a:prstGeom>
          <a:noFill/>
          <a:ln>
            <a:noFill/>
          </a:ln>
        </p:spPr>
        <p:txBody>
          <a:bodyPr spcFirstLastPara="1" wrap="square" lIns="93150" tIns="46575" rIns="93150" bIns="46575"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701040" y="4415790"/>
            <a:ext cx="5608320" cy="4183380"/>
          </a:xfrm>
          <a:prstGeom prst="rect">
            <a:avLst/>
          </a:prstGeom>
          <a:noFill/>
          <a:ln>
            <a:noFill/>
          </a:ln>
        </p:spPr>
        <p:txBody>
          <a:bodyPr spcFirstLastPara="1" wrap="square" lIns="93150" tIns="46575" rIns="93150" bIns="4657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8829965"/>
            <a:ext cx="3037840" cy="464820"/>
          </a:xfrm>
          <a:prstGeom prst="rect">
            <a:avLst/>
          </a:prstGeom>
          <a:noFill/>
          <a:ln>
            <a:noFill/>
          </a:ln>
        </p:spPr>
        <p:txBody>
          <a:bodyPr spcFirstLastPara="1" wrap="square" lIns="93150" tIns="46575" rIns="93150" bIns="46575"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829965"/>
            <a:ext cx="3037840" cy="464820"/>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10" name="Google Shape;210;p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2: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86" name="Google Shape;286;p1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7307091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a:extLst>
            <a:ext uri="{FF2B5EF4-FFF2-40B4-BE49-F238E27FC236}">
              <a16:creationId xmlns:a16="http://schemas.microsoft.com/office/drawing/2014/main" id="{0AEF65E6-A6AB-155E-DAFB-5C728B4D5A5F}"/>
            </a:ext>
          </a:extLst>
        </p:cNvPr>
        <p:cNvGrpSpPr/>
        <p:nvPr/>
      </p:nvGrpSpPr>
      <p:grpSpPr>
        <a:xfrm>
          <a:off x="0" y="0"/>
          <a:ext cx="0" cy="0"/>
          <a:chOff x="0" y="0"/>
          <a:chExt cx="0" cy="0"/>
        </a:xfrm>
      </p:grpSpPr>
      <p:sp>
        <p:nvSpPr>
          <p:cNvPr id="285" name="Google Shape;285;p12:notes">
            <a:extLst>
              <a:ext uri="{FF2B5EF4-FFF2-40B4-BE49-F238E27FC236}">
                <a16:creationId xmlns:a16="http://schemas.microsoft.com/office/drawing/2014/main" id="{15786134-1C4E-CA25-6349-0B50F5628D20}"/>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86" name="Google Shape;286;p12:notes">
            <a:extLst>
              <a:ext uri="{FF2B5EF4-FFF2-40B4-BE49-F238E27FC236}">
                <a16:creationId xmlns:a16="http://schemas.microsoft.com/office/drawing/2014/main" id="{F5E1B7C6-E3E5-ABAB-ED65-182286A15A20}"/>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471485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a:extLst>
            <a:ext uri="{FF2B5EF4-FFF2-40B4-BE49-F238E27FC236}">
              <a16:creationId xmlns:a16="http://schemas.microsoft.com/office/drawing/2014/main" id="{0CB80D8B-4069-B673-202B-20511E86AE9D}"/>
            </a:ext>
          </a:extLst>
        </p:cNvPr>
        <p:cNvGrpSpPr/>
        <p:nvPr/>
      </p:nvGrpSpPr>
      <p:grpSpPr>
        <a:xfrm>
          <a:off x="0" y="0"/>
          <a:ext cx="0" cy="0"/>
          <a:chOff x="0" y="0"/>
          <a:chExt cx="0" cy="0"/>
        </a:xfrm>
      </p:grpSpPr>
      <p:sp>
        <p:nvSpPr>
          <p:cNvPr id="285" name="Google Shape;285;p12:notes">
            <a:extLst>
              <a:ext uri="{FF2B5EF4-FFF2-40B4-BE49-F238E27FC236}">
                <a16:creationId xmlns:a16="http://schemas.microsoft.com/office/drawing/2014/main" id="{CD4E79CF-AC02-AAED-07C0-07D7F190E735}"/>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86" name="Google Shape;286;p12:notes">
            <a:extLst>
              <a:ext uri="{FF2B5EF4-FFF2-40B4-BE49-F238E27FC236}">
                <a16:creationId xmlns:a16="http://schemas.microsoft.com/office/drawing/2014/main" id="{240A4B9A-899B-C66E-60A8-D5CA22525659}"/>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101736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a:extLst>
            <a:ext uri="{FF2B5EF4-FFF2-40B4-BE49-F238E27FC236}">
              <a16:creationId xmlns:a16="http://schemas.microsoft.com/office/drawing/2014/main" id="{C5F5C951-9962-38F6-4D63-DD20049CB98A}"/>
            </a:ext>
          </a:extLst>
        </p:cNvPr>
        <p:cNvGrpSpPr/>
        <p:nvPr/>
      </p:nvGrpSpPr>
      <p:grpSpPr>
        <a:xfrm>
          <a:off x="0" y="0"/>
          <a:ext cx="0" cy="0"/>
          <a:chOff x="0" y="0"/>
          <a:chExt cx="0" cy="0"/>
        </a:xfrm>
      </p:grpSpPr>
      <p:sp>
        <p:nvSpPr>
          <p:cNvPr id="292" name="Google Shape;292;p13:notes">
            <a:extLst>
              <a:ext uri="{FF2B5EF4-FFF2-40B4-BE49-F238E27FC236}">
                <a16:creationId xmlns:a16="http://schemas.microsoft.com/office/drawing/2014/main" id="{22BAC53B-DC2A-22FA-F9B9-0FD8913DB6AF}"/>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93" name="Google Shape;293;p13:notes">
            <a:extLst>
              <a:ext uri="{FF2B5EF4-FFF2-40B4-BE49-F238E27FC236}">
                <a16:creationId xmlns:a16="http://schemas.microsoft.com/office/drawing/2014/main" id="{C1E0AD72-202D-1433-58AC-6822E0ACA6A7}"/>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917930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a:extLst>
            <a:ext uri="{FF2B5EF4-FFF2-40B4-BE49-F238E27FC236}">
              <a16:creationId xmlns:a16="http://schemas.microsoft.com/office/drawing/2014/main" id="{9D1ACF45-E119-499B-1CF6-9E8E492291D9}"/>
            </a:ext>
          </a:extLst>
        </p:cNvPr>
        <p:cNvGrpSpPr/>
        <p:nvPr/>
      </p:nvGrpSpPr>
      <p:grpSpPr>
        <a:xfrm>
          <a:off x="0" y="0"/>
          <a:ext cx="0" cy="0"/>
          <a:chOff x="0" y="0"/>
          <a:chExt cx="0" cy="0"/>
        </a:xfrm>
      </p:grpSpPr>
      <p:sp>
        <p:nvSpPr>
          <p:cNvPr id="285" name="Google Shape;285;p12:notes">
            <a:extLst>
              <a:ext uri="{FF2B5EF4-FFF2-40B4-BE49-F238E27FC236}">
                <a16:creationId xmlns:a16="http://schemas.microsoft.com/office/drawing/2014/main" id="{66F9E57B-F7C3-9408-D704-8D41FB366163}"/>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86" name="Google Shape;286;p12:notes">
            <a:extLst>
              <a:ext uri="{FF2B5EF4-FFF2-40B4-BE49-F238E27FC236}">
                <a16:creationId xmlns:a16="http://schemas.microsoft.com/office/drawing/2014/main" id="{AFE66591-2A13-76A4-B0DF-A6071F4CD87F}"/>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723839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a:extLst>
            <a:ext uri="{FF2B5EF4-FFF2-40B4-BE49-F238E27FC236}">
              <a16:creationId xmlns:a16="http://schemas.microsoft.com/office/drawing/2014/main" id="{862EE604-8774-F515-7794-44741F1E265D}"/>
            </a:ext>
          </a:extLst>
        </p:cNvPr>
        <p:cNvGrpSpPr/>
        <p:nvPr/>
      </p:nvGrpSpPr>
      <p:grpSpPr>
        <a:xfrm>
          <a:off x="0" y="0"/>
          <a:ext cx="0" cy="0"/>
          <a:chOff x="0" y="0"/>
          <a:chExt cx="0" cy="0"/>
        </a:xfrm>
      </p:grpSpPr>
      <p:sp>
        <p:nvSpPr>
          <p:cNvPr id="292" name="Google Shape;292;p13:notes">
            <a:extLst>
              <a:ext uri="{FF2B5EF4-FFF2-40B4-BE49-F238E27FC236}">
                <a16:creationId xmlns:a16="http://schemas.microsoft.com/office/drawing/2014/main" id="{9F8C7618-E11A-0A47-4D32-D796A052BC91}"/>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93" name="Google Shape;293;p13:notes">
            <a:extLst>
              <a:ext uri="{FF2B5EF4-FFF2-40B4-BE49-F238E27FC236}">
                <a16:creationId xmlns:a16="http://schemas.microsoft.com/office/drawing/2014/main" id="{2019CC56-B49A-FE23-E556-9F116DD1B22A}"/>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909883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2: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86" name="Google Shape;286;p1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a:extLst>
            <a:ext uri="{FF2B5EF4-FFF2-40B4-BE49-F238E27FC236}">
              <a16:creationId xmlns:a16="http://schemas.microsoft.com/office/drawing/2014/main" id="{91A83CD6-9149-0304-771C-84DDBBB7A262}"/>
            </a:ext>
          </a:extLst>
        </p:cNvPr>
        <p:cNvGrpSpPr/>
        <p:nvPr/>
      </p:nvGrpSpPr>
      <p:grpSpPr>
        <a:xfrm>
          <a:off x="0" y="0"/>
          <a:ext cx="0" cy="0"/>
          <a:chOff x="0" y="0"/>
          <a:chExt cx="0" cy="0"/>
        </a:xfrm>
      </p:grpSpPr>
      <p:sp>
        <p:nvSpPr>
          <p:cNvPr id="285" name="Google Shape;285;p12:notes">
            <a:extLst>
              <a:ext uri="{FF2B5EF4-FFF2-40B4-BE49-F238E27FC236}">
                <a16:creationId xmlns:a16="http://schemas.microsoft.com/office/drawing/2014/main" id="{90020CE3-971C-3968-F847-BCF74F96913E}"/>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86" name="Google Shape;286;p12:notes">
            <a:extLst>
              <a:ext uri="{FF2B5EF4-FFF2-40B4-BE49-F238E27FC236}">
                <a16:creationId xmlns:a16="http://schemas.microsoft.com/office/drawing/2014/main" id="{CFD51C79-FF59-6837-EFF7-3BC282AF5E7D}"/>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261153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93" name="Google Shape;293;p1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4: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300" name="Google Shape;300;p1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5: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307" name="Google Shape;307;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6: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314" name="Google Shape;314;p1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5: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307" name="Google Shape;307;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pic>
        <p:nvPicPr>
          <p:cNvPr id="34" name="Google Shape;34;p2"/>
          <p:cNvPicPr preferRelativeResize="0"/>
          <p:nvPr/>
        </p:nvPicPr>
        <p:blipFill rotWithShape="1">
          <a:blip r:embed="rId2">
            <a:alphaModFix/>
          </a:blip>
          <a:srcRect t="33848" b="649"/>
          <a:stretch/>
        </p:blipFill>
        <p:spPr>
          <a:xfrm>
            <a:off x="-1" y="0"/>
            <a:ext cx="9144002" cy="5030078"/>
          </a:xfrm>
          <a:prstGeom prst="rect">
            <a:avLst/>
          </a:prstGeom>
          <a:noFill/>
          <a:ln>
            <a:noFill/>
          </a:ln>
        </p:spPr>
      </p:pic>
      <p:grpSp>
        <p:nvGrpSpPr>
          <p:cNvPr id="35" name="Google Shape;35;p2"/>
          <p:cNvGrpSpPr/>
          <p:nvPr/>
        </p:nvGrpSpPr>
        <p:grpSpPr>
          <a:xfrm>
            <a:off x="496176" y="5451818"/>
            <a:ext cx="3105481" cy="975083"/>
            <a:chOff x="2814452" y="4625522"/>
            <a:chExt cx="5459889" cy="1714337"/>
          </a:xfrm>
        </p:grpSpPr>
        <p:sp>
          <p:nvSpPr>
            <p:cNvPr id="36" name="Google Shape;36;p2"/>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 name="Google Shape;37;p2"/>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 name="Google Shape;38;p2"/>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 name="Google Shape;39;p2"/>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 name="Google Shape;40;p2"/>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 name="Google Shape;41;p2"/>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 name="Google Shape;42;p2"/>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 name="Google Shape;43;p2"/>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 name="Google Shape;44;p2"/>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5" name="Google Shape;45;p2"/>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 name="Google Shape;46;p2"/>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 name="Google Shape;47;p2"/>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48;p2"/>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2"/>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 name="Google Shape;50;p2"/>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 name="Google Shape;51;p2"/>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 name="Google Shape;52;p2"/>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 name="Google Shape;53;p2"/>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4" name="Google Shape;54;p2"/>
          <p:cNvSpPr txBox="1">
            <a:spLocks noGrp="1"/>
          </p:cNvSpPr>
          <p:nvPr>
            <p:ph type="ctrTitle"/>
          </p:nvPr>
        </p:nvSpPr>
        <p:spPr>
          <a:xfrm>
            <a:off x="496177" y="320634"/>
            <a:ext cx="6807148" cy="2543545"/>
          </a:xfrm>
          <a:prstGeom prst="rect">
            <a:avLst/>
          </a:prstGeom>
          <a:noFill/>
          <a:ln>
            <a:noFill/>
          </a:ln>
        </p:spPr>
        <p:txBody>
          <a:bodyPr spcFirstLastPara="1" wrap="square" lIns="91425" tIns="45700" rIns="91425" bIns="45700" anchor="b" anchorCtr="0"/>
          <a:lstStyle>
            <a:lvl1pPr lvl="0" algn="l">
              <a:lnSpc>
                <a:spcPct val="80000"/>
              </a:lnSpc>
              <a:spcBef>
                <a:spcPts val="0"/>
              </a:spcBef>
              <a:spcAft>
                <a:spcPts val="0"/>
              </a:spcAft>
              <a:buClr>
                <a:schemeClr val="accent1"/>
              </a:buClr>
              <a:buSzPts val="4400"/>
              <a:buFont typeface="Arial"/>
              <a:buNone/>
              <a:defRPr sz="4400">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
          <p:cNvSpPr txBox="1">
            <a:spLocks noGrp="1"/>
          </p:cNvSpPr>
          <p:nvPr>
            <p:ph type="subTitle" idx="1"/>
          </p:nvPr>
        </p:nvSpPr>
        <p:spPr>
          <a:xfrm>
            <a:off x="496176" y="2924299"/>
            <a:ext cx="6814614" cy="1752600"/>
          </a:xfrm>
          <a:prstGeom prst="rect">
            <a:avLst/>
          </a:prstGeom>
          <a:noFill/>
          <a:ln>
            <a:noFill/>
          </a:ln>
        </p:spPr>
        <p:txBody>
          <a:bodyPr spcFirstLastPara="1" wrap="square" lIns="91425" tIns="45700" rIns="91425" bIns="45700" anchor="t" anchorCtr="0"/>
          <a:lstStyle>
            <a:lvl1pPr lvl="0" algn="l">
              <a:spcBef>
                <a:spcPts val="560"/>
              </a:spcBef>
              <a:spcAft>
                <a:spcPts val="0"/>
              </a:spcAft>
              <a:buSzPts val="2800"/>
              <a:buNone/>
              <a:defRPr b="1">
                <a:solidFill>
                  <a:schemeClr val="lt1"/>
                </a:solidFill>
                <a:latin typeface="Arial"/>
                <a:ea typeface="Arial"/>
                <a:cs typeface="Arial"/>
                <a:sym typeface="Arial"/>
              </a:defRPr>
            </a:lvl1pPr>
            <a:lvl2pPr lvl="1" algn="ctr">
              <a:spcBef>
                <a:spcPts val="480"/>
              </a:spcBef>
              <a:spcAft>
                <a:spcPts val="0"/>
              </a:spcAft>
              <a:buSzPts val="24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60"/>
              </a:spcBef>
              <a:spcAft>
                <a:spcPts val="0"/>
              </a:spcAft>
              <a:buSzPts val="18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Only" type="titleOnly">
  <p:cSld name="TITLE_ONLY">
    <p:spTree>
      <p:nvGrpSpPr>
        <p:cNvPr id="1" name="Shape 60"/>
        <p:cNvGrpSpPr/>
        <p:nvPr/>
      </p:nvGrpSpPr>
      <p:grpSpPr>
        <a:xfrm>
          <a:off x="0" y="0"/>
          <a:ext cx="0" cy="0"/>
          <a:chOff x="0" y="0"/>
          <a:chExt cx="0" cy="0"/>
        </a:xfrm>
      </p:grpSpPr>
      <p:sp>
        <p:nvSpPr>
          <p:cNvPr id="61" name="Google Shape;61;p4"/>
          <p:cNvSpPr/>
          <p:nvPr/>
        </p:nvSpPr>
        <p:spPr>
          <a:xfrm rot="10800000" flipH="1">
            <a:off x="0" y="1219200"/>
            <a:ext cx="9144000" cy="5638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2" name="Google Shape;62;p4"/>
          <p:cNvSpPr/>
          <p:nvPr/>
        </p:nvSpPr>
        <p:spPr>
          <a:xfrm>
            <a:off x="0" y="0"/>
            <a:ext cx="9144000" cy="1219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 name="Google Shape;63;p4"/>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dk2"/>
              </a:buClr>
              <a:buSzPts val="2400"/>
              <a:buFont typeface="Arial"/>
              <a:buNone/>
              <a:defRPr>
                <a:solidFill>
                  <a:schemeClr val="dk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4"/>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65" name="Google Shape;65;p4"/>
          <p:cNvGrpSpPr/>
          <p:nvPr/>
        </p:nvGrpSpPr>
        <p:grpSpPr>
          <a:xfrm>
            <a:off x="7264458" y="365740"/>
            <a:ext cx="1553308" cy="487719"/>
            <a:chOff x="7264458" y="365740"/>
            <a:chExt cx="1553308" cy="487719"/>
          </a:xfrm>
        </p:grpSpPr>
        <p:sp>
          <p:nvSpPr>
            <p:cNvPr id="66" name="Google Shape;66;p4"/>
            <p:cNvSpPr/>
            <p:nvPr/>
          </p:nvSpPr>
          <p:spPr>
            <a:xfrm>
              <a:off x="7264458" y="705011"/>
              <a:ext cx="148988" cy="144669"/>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 name="Google Shape;67;p4"/>
            <p:cNvSpPr/>
            <p:nvPr/>
          </p:nvSpPr>
          <p:spPr>
            <a:xfrm>
              <a:off x="7450153" y="705011"/>
              <a:ext cx="131714" cy="144669"/>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 name="Google Shape;68;p4"/>
            <p:cNvSpPr/>
            <p:nvPr/>
          </p:nvSpPr>
          <p:spPr>
            <a:xfrm>
              <a:off x="7613446" y="705011"/>
              <a:ext cx="154116" cy="144669"/>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 name="Google Shape;69;p4"/>
            <p:cNvSpPr/>
            <p:nvPr/>
          </p:nvSpPr>
          <p:spPr>
            <a:xfrm>
              <a:off x="7767562" y="705011"/>
              <a:ext cx="173010" cy="144669"/>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 name="Google Shape;70;p4"/>
            <p:cNvSpPr/>
            <p:nvPr/>
          </p:nvSpPr>
          <p:spPr>
            <a:xfrm>
              <a:off x="7934364" y="705011"/>
              <a:ext cx="157895" cy="144669"/>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 name="Google Shape;71;p4"/>
            <p:cNvSpPr/>
            <p:nvPr/>
          </p:nvSpPr>
          <p:spPr>
            <a:xfrm>
              <a:off x="8122758" y="705011"/>
              <a:ext cx="154116" cy="148448"/>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 name="Google Shape;72;p4"/>
            <p:cNvSpPr/>
            <p:nvPr/>
          </p:nvSpPr>
          <p:spPr>
            <a:xfrm>
              <a:off x="8321678" y="705011"/>
              <a:ext cx="148448" cy="144669"/>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 name="Google Shape;73;p4"/>
            <p:cNvSpPr/>
            <p:nvPr/>
          </p:nvSpPr>
          <p:spPr>
            <a:xfrm>
              <a:off x="8507374" y="705011"/>
              <a:ext cx="131714" cy="144669"/>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 name="Google Shape;74;p4"/>
            <p:cNvSpPr/>
            <p:nvPr/>
          </p:nvSpPr>
          <p:spPr>
            <a:xfrm>
              <a:off x="7785916" y="618911"/>
              <a:ext cx="25911" cy="24831"/>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 name="Google Shape;75;p4"/>
            <p:cNvSpPr/>
            <p:nvPr/>
          </p:nvSpPr>
          <p:spPr>
            <a:xfrm>
              <a:off x="7868507" y="539289"/>
              <a:ext cx="37247" cy="44804"/>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 name="Google Shape;76;p4"/>
            <p:cNvSpPr/>
            <p:nvPr/>
          </p:nvSpPr>
          <p:spPr>
            <a:xfrm>
              <a:off x="7965403" y="477481"/>
              <a:ext cx="37787" cy="69366"/>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 name="Google Shape;77;p4"/>
            <p:cNvSpPr/>
            <p:nvPr/>
          </p:nvSpPr>
          <p:spPr>
            <a:xfrm>
              <a:off x="8070936" y="427548"/>
              <a:ext cx="32119" cy="95546"/>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 name="Google Shape;78;p4"/>
            <p:cNvSpPr/>
            <p:nvPr/>
          </p:nvSpPr>
          <p:spPr>
            <a:xfrm>
              <a:off x="8178358" y="392731"/>
              <a:ext cx="29690" cy="119568"/>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 name="Google Shape;79;p4"/>
            <p:cNvSpPr/>
            <p:nvPr/>
          </p:nvSpPr>
          <p:spPr>
            <a:xfrm>
              <a:off x="8280113" y="371948"/>
              <a:ext cx="46154" cy="14143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 name="Google Shape;80;p4"/>
            <p:cNvSpPr/>
            <p:nvPr/>
          </p:nvSpPr>
          <p:spPr>
            <a:xfrm>
              <a:off x="8379438" y="365740"/>
              <a:ext cx="68826" cy="16167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 name="Google Shape;81;p4"/>
            <p:cNvSpPr/>
            <p:nvPr/>
          </p:nvSpPr>
          <p:spPr>
            <a:xfrm>
              <a:off x="8477144" y="377076"/>
              <a:ext cx="95007" cy="176788"/>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 name="Google Shape;82;p4"/>
            <p:cNvSpPr/>
            <p:nvPr/>
          </p:nvSpPr>
          <p:spPr>
            <a:xfrm>
              <a:off x="8573230" y="405416"/>
              <a:ext cx="122537" cy="187584"/>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 name="Google Shape;83;p4"/>
            <p:cNvSpPr/>
            <p:nvPr/>
          </p:nvSpPr>
          <p:spPr>
            <a:xfrm>
              <a:off x="8663109" y="450760"/>
              <a:ext cx="154656" cy="19352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pic>
        <p:nvPicPr>
          <p:cNvPr id="85" name="Google Shape;85;p5"/>
          <p:cNvPicPr preferRelativeResize="0"/>
          <p:nvPr/>
        </p:nvPicPr>
        <p:blipFill rotWithShape="1">
          <a:blip r:embed="rId2">
            <a:alphaModFix/>
          </a:blip>
          <a:srcRect t="33085" b="1379"/>
          <a:stretch/>
        </p:blipFill>
        <p:spPr>
          <a:xfrm rot="10800000" flipH="1">
            <a:off x="0" y="0"/>
            <a:ext cx="9144000" cy="5030078"/>
          </a:xfrm>
          <a:prstGeom prst="rect">
            <a:avLst/>
          </a:prstGeom>
          <a:noFill/>
          <a:ln>
            <a:noFill/>
          </a:ln>
        </p:spPr>
      </p:pic>
      <p:grpSp>
        <p:nvGrpSpPr>
          <p:cNvPr id="86" name="Google Shape;86;p5"/>
          <p:cNvGrpSpPr/>
          <p:nvPr/>
        </p:nvGrpSpPr>
        <p:grpSpPr>
          <a:xfrm>
            <a:off x="496176" y="5451818"/>
            <a:ext cx="3105481" cy="975083"/>
            <a:chOff x="2814452" y="4625522"/>
            <a:chExt cx="5459889" cy="1714337"/>
          </a:xfrm>
        </p:grpSpPr>
        <p:sp>
          <p:nvSpPr>
            <p:cNvPr id="87" name="Google Shape;87;p5"/>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8" name="Google Shape;88;p5"/>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9" name="Google Shape;89;p5"/>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 name="Google Shape;90;p5"/>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 name="Google Shape;91;p5"/>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 name="Google Shape;92;p5"/>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 name="Google Shape;93;p5"/>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4" name="Google Shape;94;p5"/>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 name="Google Shape;95;p5"/>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 name="Google Shape;96;p5"/>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 name="Google Shape;97;p5"/>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 name="Google Shape;98;p5"/>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 name="Google Shape;99;p5"/>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 name="Google Shape;100;p5"/>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 name="Google Shape;101;p5"/>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 name="Google Shape;102;p5"/>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 name="Google Shape;103;p5"/>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 name="Google Shape;104;p5"/>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05" name="Google Shape;105;p5"/>
          <p:cNvSpPr txBox="1">
            <a:spLocks noGrp="1"/>
          </p:cNvSpPr>
          <p:nvPr>
            <p:ph type="ctrTitle"/>
          </p:nvPr>
        </p:nvSpPr>
        <p:spPr>
          <a:xfrm>
            <a:off x="496177" y="320634"/>
            <a:ext cx="6807148" cy="2543545"/>
          </a:xfrm>
          <a:prstGeom prst="rect">
            <a:avLst/>
          </a:prstGeom>
          <a:noFill/>
          <a:ln>
            <a:noFill/>
          </a:ln>
        </p:spPr>
        <p:txBody>
          <a:bodyPr spcFirstLastPara="1" wrap="square" lIns="91425" tIns="45700" rIns="91425" bIns="45700" anchor="b" anchorCtr="0"/>
          <a:lstStyle>
            <a:lvl1pPr lvl="0" algn="l">
              <a:lnSpc>
                <a:spcPct val="80000"/>
              </a:lnSpc>
              <a:spcBef>
                <a:spcPts val="0"/>
              </a:spcBef>
              <a:spcAft>
                <a:spcPts val="0"/>
              </a:spcAft>
              <a:buClr>
                <a:schemeClr val="lt1"/>
              </a:buClr>
              <a:buSzPts val="4400"/>
              <a:buFont typeface="Arial"/>
              <a:buNone/>
              <a:defRPr sz="4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5"/>
          <p:cNvSpPr txBox="1">
            <a:spLocks noGrp="1"/>
          </p:cNvSpPr>
          <p:nvPr>
            <p:ph type="subTitle" idx="1"/>
          </p:nvPr>
        </p:nvSpPr>
        <p:spPr>
          <a:xfrm>
            <a:off x="496176" y="2924299"/>
            <a:ext cx="6814614" cy="1752600"/>
          </a:xfrm>
          <a:prstGeom prst="rect">
            <a:avLst/>
          </a:prstGeom>
          <a:noFill/>
          <a:ln>
            <a:noFill/>
          </a:ln>
        </p:spPr>
        <p:txBody>
          <a:bodyPr spcFirstLastPara="1" wrap="square" lIns="91425" tIns="45700" rIns="91425" bIns="45700" anchor="t" anchorCtr="0"/>
          <a:lstStyle>
            <a:lvl1pPr lvl="0" algn="l">
              <a:spcBef>
                <a:spcPts val="560"/>
              </a:spcBef>
              <a:spcAft>
                <a:spcPts val="0"/>
              </a:spcAft>
              <a:buSzPts val="2800"/>
              <a:buNone/>
              <a:defRPr>
                <a:solidFill>
                  <a:schemeClr val="dk2"/>
                </a:solidFill>
                <a:latin typeface="Arial"/>
                <a:ea typeface="Arial"/>
                <a:cs typeface="Arial"/>
                <a:sym typeface="Arial"/>
              </a:defRPr>
            </a:lvl1pPr>
            <a:lvl2pPr lvl="1" algn="ctr">
              <a:spcBef>
                <a:spcPts val="480"/>
              </a:spcBef>
              <a:spcAft>
                <a:spcPts val="0"/>
              </a:spcAft>
              <a:buSzPts val="24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60"/>
              </a:spcBef>
              <a:spcAft>
                <a:spcPts val="0"/>
              </a:spcAft>
              <a:buSzPts val="18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107"/>
        <p:cNvGrpSpPr/>
        <p:nvPr/>
      </p:nvGrpSpPr>
      <p:grpSpPr>
        <a:xfrm>
          <a:off x="0" y="0"/>
          <a:ext cx="0" cy="0"/>
          <a:chOff x="0" y="0"/>
          <a:chExt cx="0" cy="0"/>
        </a:xfrm>
      </p:grpSpPr>
      <p:sp>
        <p:nvSpPr>
          <p:cNvPr id="108" name="Google Shape;108;p6"/>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09" name="Google Shape;109;p6"/>
          <p:cNvPicPr preferRelativeResize="0"/>
          <p:nvPr/>
        </p:nvPicPr>
        <p:blipFill rotWithShape="1">
          <a:blip r:embed="rId2">
            <a:alphaModFix/>
          </a:blip>
          <a:srcRect t="67499" b="6701"/>
          <a:stretch/>
        </p:blipFill>
        <p:spPr>
          <a:xfrm rot="10800000" flipH="1">
            <a:off x="0" y="1740436"/>
            <a:ext cx="9144000" cy="1502227"/>
          </a:xfrm>
          <a:prstGeom prst="rect">
            <a:avLst/>
          </a:prstGeom>
          <a:noFill/>
          <a:ln>
            <a:noFill/>
          </a:ln>
        </p:spPr>
      </p:pic>
      <p:pic>
        <p:nvPicPr>
          <p:cNvPr id="110" name="Google Shape;110;p6"/>
          <p:cNvPicPr preferRelativeResize="0"/>
          <p:nvPr/>
        </p:nvPicPr>
        <p:blipFill rotWithShape="1">
          <a:blip r:embed="rId3">
            <a:alphaModFix/>
          </a:blip>
          <a:srcRect t="24620" b="16130"/>
          <a:stretch/>
        </p:blipFill>
        <p:spPr>
          <a:xfrm flipH="1">
            <a:off x="2766" y="3242663"/>
            <a:ext cx="9144000" cy="3615334"/>
          </a:xfrm>
          <a:prstGeom prst="rect">
            <a:avLst/>
          </a:prstGeom>
          <a:noFill/>
          <a:ln>
            <a:noFill/>
          </a:ln>
        </p:spPr>
      </p:pic>
      <p:sp>
        <p:nvSpPr>
          <p:cNvPr id="111" name="Google Shape;111;p6"/>
          <p:cNvSpPr/>
          <p:nvPr/>
        </p:nvSpPr>
        <p:spPr>
          <a:xfrm>
            <a:off x="-3" y="0"/>
            <a:ext cx="9143999" cy="1740437"/>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12" name="Google Shape;112;p6"/>
          <p:cNvGrpSpPr/>
          <p:nvPr/>
        </p:nvGrpSpPr>
        <p:grpSpPr>
          <a:xfrm>
            <a:off x="496176" y="382676"/>
            <a:ext cx="3105481" cy="975083"/>
            <a:chOff x="2814452" y="4625522"/>
            <a:chExt cx="5459889" cy="1714337"/>
          </a:xfrm>
        </p:grpSpPr>
        <p:sp>
          <p:nvSpPr>
            <p:cNvPr id="113" name="Google Shape;113;p6"/>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 name="Google Shape;114;p6"/>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5" name="Google Shape;115;p6"/>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6" name="Google Shape;116;p6"/>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7" name="Google Shape;117;p6"/>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8" name="Google Shape;118;p6"/>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9" name="Google Shape;119;p6"/>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 name="Google Shape;120;p6"/>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1" name="Google Shape;121;p6"/>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2" name="Google Shape;122;p6"/>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 name="Google Shape;123;p6"/>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4" name="Google Shape;124;p6"/>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5" name="Google Shape;125;p6"/>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6" name="Google Shape;126;p6"/>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7" name="Google Shape;127;p6"/>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8" name="Google Shape;128;p6"/>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9" name="Google Shape;129;p6"/>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0" name="Google Shape;130;p6"/>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31" name="Google Shape;131;p6"/>
          <p:cNvSpPr txBox="1">
            <a:spLocks noGrp="1"/>
          </p:cNvSpPr>
          <p:nvPr>
            <p:ph type="body" idx="1"/>
          </p:nvPr>
        </p:nvSpPr>
        <p:spPr>
          <a:xfrm>
            <a:off x="323135" y="1846263"/>
            <a:ext cx="8441453" cy="1241425"/>
          </a:xfrm>
          <a:prstGeom prst="rect">
            <a:avLst/>
          </a:prstGeom>
          <a:noFill/>
          <a:ln>
            <a:noFill/>
          </a:ln>
        </p:spPr>
        <p:txBody>
          <a:bodyPr spcFirstLastPara="1" wrap="square" lIns="91425" tIns="45700" rIns="91425" bIns="45700" anchor="ctr" anchorCtr="0"/>
          <a:lstStyle>
            <a:lvl1pPr marL="457200" lvl="0" indent="-228600" algn="l">
              <a:spcBef>
                <a:spcPts val="800"/>
              </a:spcBef>
              <a:spcAft>
                <a:spcPts val="0"/>
              </a:spcAft>
              <a:buSzPts val="4000"/>
              <a:buNone/>
              <a:defRPr sz="4000" b="1">
                <a:solidFill>
                  <a:schemeClr val="lt1"/>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300"/>
                                  </p:stCondLst>
                                  <p:childTnLst>
                                    <p:set>
                                      <p:cBhvr>
                                        <p:cTn id="6" dur="1" fill="hold">
                                          <p:stCondLst>
                                            <p:cond delay="0"/>
                                          </p:stCondLst>
                                        </p:cTn>
                                        <p:tgtEl>
                                          <p:spTgt spid="110"/>
                                        </p:tgtEl>
                                        <p:attrNameLst>
                                          <p:attrName>style.visibility</p:attrName>
                                        </p:attrNameLst>
                                      </p:cBhvr>
                                      <p:to>
                                        <p:strVal val="visible"/>
                                      </p:to>
                                    </p:set>
                                    <p:anim calcmode="lin" valueType="num">
                                      <p:cBhvr additive="base">
                                        <p:cTn id="7" dur="750"/>
                                        <p:tgtEl>
                                          <p:spTgt spid="110"/>
                                        </p:tgtEl>
                                        <p:attrNameLst>
                                          <p:attrName>ppt_x</p:attrName>
                                        </p:attrNameLst>
                                      </p:cBhvr>
                                      <p:tavLst>
                                        <p:tav tm="0">
                                          <p:val>
                                            <p:strVal val="#ppt_x-1"/>
                                          </p:val>
                                        </p:tav>
                                        <p:tav tm="100000">
                                          <p:val>
                                            <p:strVal val="#ppt_x"/>
                                          </p:val>
                                        </p:tav>
                                      </p:tavLst>
                                    </p:anim>
                                  </p:childTnLst>
                                </p:cTn>
                              </p:par>
                              <p:par>
                                <p:cTn id="8" presetID="2" presetClass="entr" presetSubtype="1" fill="hold" nodeType="withEffect">
                                  <p:stCondLst>
                                    <p:cond delay="0"/>
                                  </p:stCondLst>
                                  <p:childTnLst>
                                    <p:set>
                                      <p:cBhvr>
                                        <p:cTn id="9" dur="1" fill="hold">
                                          <p:stCondLst>
                                            <p:cond delay="0"/>
                                          </p:stCondLst>
                                        </p:cTn>
                                        <p:tgtEl>
                                          <p:spTgt spid="109"/>
                                        </p:tgtEl>
                                        <p:attrNameLst>
                                          <p:attrName>style.visibility</p:attrName>
                                        </p:attrNameLst>
                                      </p:cBhvr>
                                      <p:to>
                                        <p:strVal val="visible"/>
                                      </p:to>
                                    </p:set>
                                    <p:anim calcmode="lin" valueType="num">
                                      <p:cBhvr additive="base">
                                        <p:cTn id="10" dur="750"/>
                                        <p:tgtEl>
                                          <p:spTgt spid="10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2">
  <p:cSld name="section 2">
    <p:spTree>
      <p:nvGrpSpPr>
        <p:cNvPr id="1" name="Shape 132"/>
        <p:cNvGrpSpPr/>
        <p:nvPr/>
      </p:nvGrpSpPr>
      <p:grpSpPr>
        <a:xfrm>
          <a:off x="0" y="0"/>
          <a:ext cx="0" cy="0"/>
          <a:chOff x="0" y="0"/>
          <a:chExt cx="0" cy="0"/>
        </a:xfrm>
      </p:grpSpPr>
      <p:pic>
        <p:nvPicPr>
          <p:cNvPr id="133" name="Google Shape;133;p7"/>
          <p:cNvPicPr preferRelativeResize="0"/>
          <p:nvPr/>
        </p:nvPicPr>
        <p:blipFill rotWithShape="1">
          <a:blip r:embed="rId2">
            <a:alphaModFix/>
          </a:blip>
          <a:srcRect l="6614" t="2065" r="80083" b="1471"/>
          <a:stretch/>
        </p:blipFill>
        <p:spPr>
          <a:xfrm rot="5400000">
            <a:off x="3820885" y="-2080448"/>
            <a:ext cx="1502227" cy="9143997"/>
          </a:xfrm>
          <a:prstGeom prst="rect">
            <a:avLst/>
          </a:prstGeom>
          <a:noFill/>
          <a:ln>
            <a:noFill/>
          </a:ln>
        </p:spPr>
      </p:pic>
      <p:pic>
        <p:nvPicPr>
          <p:cNvPr id="134" name="Google Shape;134;p7"/>
          <p:cNvPicPr preferRelativeResize="0"/>
          <p:nvPr/>
        </p:nvPicPr>
        <p:blipFill rotWithShape="1">
          <a:blip r:embed="rId3">
            <a:alphaModFix/>
          </a:blip>
          <a:srcRect t="20282" b="20282"/>
          <a:stretch/>
        </p:blipFill>
        <p:spPr>
          <a:xfrm>
            <a:off x="0" y="3242662"/>
            <a:ext cx="9144000" cy="3623223"/>
          </a:xfrm>
          <a:prstGeom prst="rect">
            <a:avLst/>
          </a:prstGeom>
          <a:noFill/>
          <a:ln>
            <a:noFill/>
          </a:ln>
        </p:spPr>
      </p:pic>
      <p:sp>
        <p:nvSpPr>
          <p:cNvPr id="135" name="Google Shape;135;p7"/>
          <p:cNvSpPr/>
          <p:nvPr/>
        </p:nvSpPr>
        <p:spPr>
          <a:xfrm>
            <a:off x="-3" y="0"/>
            <a:ext cx="9143999" cy="1740437"/>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36" name="Google Shape;136;p7"/>
          <p:cNvGrpSpPr/>
          <p:nvPr/>
        </p:nvGrpSpPr>
        <p:grpSpPr>
          <a:xfrm>
            <a:off x="496176" y="382676"/>
            <a:ext cx="3105481" cy="975083"/>
            <a:chOff x="2814452" y="4625522"/>
            <a:chExt cx="5459889" cy="1714337"/>
          </a:xfrm>
        </p:grpSpPr>
        <p:sp>
          <p:nvSpPr>
            <p:cNvPr id="137" name="Google Shape;137;p7"/>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8" name="Google Shape;138;p7"/>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9" name="Google Shape;139;p7"/>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0" name="Google Shape;140;p7"/>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1" name="Google Shape;141;p7"/>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2" name="Google Shape;142;p7"/>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3" name="Google Shape;143;p7"/>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4" name="Google Shape;144;p7"/>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5" name="Google Shape;145;p7"/>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6" name="Google Shape;146;p7"/>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7" name="Google Shape;147;p7"/>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8" name="Google Shape;148;p7"/>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9" name="Google Shape;149;p7"/>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0" name="Google Shape;150;p7"/>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1" name="Google Shape;151;p7"/>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2" name="Google Shape;152;p7"/>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3" name="Google Shape;153;p7"/>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4" name="Google Shape;154;p7"/>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55" name="Google Shape;155;p7"/>
          <p:cNvSpPr txBox="1">
            <a:spLocks noGrp="1"/>
          </p:cNvSpPr>
          <p:nvPr>
            <p:ph type="body" idx="1"/>
          </p:nvPr>
        </p:nvSpPr>
        <p:spPr>
          <a:xfrm>
            <a:off x="323135" y="1846263"/>
            <a:ext cx="8441453" cy="1241425"/>
          </a:xfrm>
          <a:prstGeom prst="rect">
            <a:avLst/>
          </a:prstGeom>
          <a:noFill/>
          <a:ln>
            <a:noFill/>
          </a:ln>
        </p:spPr>
        <p:txBody>
          <a:bodyPr spcFirstLastPara="1" wrap="square" lIns="91425" tIns="45700" rIns="91425" bIns="45700" anchor="ctr" anchorCtr="0"/>
          <a:lstStyle>
            <a:lvl1pPr marL="457200" lvl="0" indent="-228600" algn="l">
              <a:spcBef>
                <a:spcPts val="800"/>
              </a:spcBef>
              <a:spcAft>
                <a:spcPts val="0"/>
              </a:spcAft>
              <a:buSzPts val="4000"/>
              <a:buNone/>
              <a:defRPr sz="4000" b="1">
                <a:solidFill>
                  <a:schemeClr val="lt1"/>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33"/>
                                        </p:tgtEl>
                                        <p:attrNameLst>
                                          <p:attrName>style.visibility</p:attrName>
                                        </p:attrNameLst>
                                      </p:cBhvr>
                                      <p:to>
                                        <p:strVal val="visible"/>
                                      </p:to>
                                    </p:set>
                                    <p:anim calcmode="lin" valueType="num">
                                      <p:cBhvr additive="base">
                                        <p:cTn id="7" dur="750"/>
                                        <p:tgtEl>
                                          <p:spTgt spid="133"/>
                                        </p:tgtEl>
                                        <p:attrNameLst>
                                          <p:attrName>ppt_y</p:attrName>
                                        </p:attrNameLst>
                                      </p:cBhvr>
                                      <p:tavLst>
                                        <p:tav tm="0">
                                          <p:val>
                                            <p:strVal val="#ppt_y-1"/>
                                          </p:val>
                                        </p:tav>
                                        <p:tav tm="100000">
                                          <p:val>
                                            <p:strVal val="#ppt_y"/>
                                          </p:val>
                                        </p:tav>
                                      </p:tavLst>
                                    </p:anim>
                                  </p:childTnLst>
                                </p:cTn>
                              </p:par>
                              <p:par>
                                <p:cTn id="8" presetID="2" presetClass="entr" presetSubtype="8" fill="hold" nodeType="withEffect">
                                  <p:stCondLst>
                                    <p:cond delay="300"/>
                                  </p:stCondLst>
                                  <p:childTnLst>
                                    <p:set>
                                      <p:cBhvr>
                                        <p:cTn id="9" dur="1" fill="hold">
                                          <p:stCondLst>
                                            <p:cond delay="0"/>
                                          </p:stCondLst>
                                        </p:cTn>
                                        <p:tgtEl>
                                          <p:spTgt spid="134"/>
                                        </p:tgtEl>
                                        <p:attrNameLst>
                                          <p:attrName>style.visibility</p:attrName>
                                        </p:attrNameLst>
                                      </p:cBhvr>
                                      <p:to>
                                        <p:strVal val="visible"/>
                                      </p:to>
                                    </p:set>
                                    <p:anim calcmode="lin" valueType="num">
                                      <p:cBhvr additive="base">
                                        <p:cTn id="10" dur="750"/>
                                        <p:tgtEl>
                                          <p:spTgt spid="13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Only">
  <p:cSld name="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 white">
  <p:cSld name="title only - white">
    <p:spTree>
      <p:nvGrpSpPr>
        <p:cNvPr id="1" name="Shape 172"/>
        <p:cNvGrpSpPr/>
        <p:nvPr/>
      </p:nvGrpSpPr>
      <p:grpSpPr>
        <a:xfrm>
          <a:off x="0" y="0"/>
          <a:ext cx="0" cy="0"/>
          <a:chOff x="0" y="0"/>
          <a:chExt cx="0" cy="0"/>
        </a:xfrm>
      </p:grpSpPr>
      <p:sp>
        <p:nvSpPr>
          <p:cNvPr id="173" name="Google Shape;173;p11"/>
          <p:cNvSpPr/>
          <p:nvPr/>
        </p:nvSpPr>
        <p:spPr>
          <a:xfrm>
            <a:off x="0" y="0"/>
            <a:ext cx="9144000" cy="1219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4" name="Google Shape;174;p1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accent3"/>
              </a:buClr>
              <a:buSzPts val="2400"/>
              <a:buFont typeface="Arial"/>
              <a:buNone/>
              <a:defRPr>
                <a:solidFill>
                  <a:schemeClr val="accent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1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176" name="Google Shape;176;p11"/>
          <p:cNvGrpSpPr/>
          <p:nvPr/>
        </p:nvGrpSpPr>
        <p:grpSpPr>
          <a:xfrm>
            <a:off x="7264458" y="365740"/>
            <a:ext cx="1553308" cy="487719"/>
            <a:chOff x="7264458" y="365740"/>
            <a:chExt cx="1553308" cy="487719"/>
          </a:xfrm>
        </p:grpSpPr>
        <p:sp>
          <p:nvSpPr>
            <p:cNvPr id="177" name="Google Shape;177;p11"/>
            <p:cNvSpPr/>
            <p:nvPr/>
          </p:nvSpPr>
          <p:spPr>
            <a:xfrm>
              <a:off x="7264458" y="705011"/>
              <a:ext cx="148988" cy="144669"/>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 name="Google Shape;178;p11"/>
            <p:cNvSpPr/>
            <p:nvPr/>
          </p:nvSpPr>
          <p:spPr>
            <a:xfrm>
              <a:off x="7450153" y="705011"/>
              <a:ext cx="131714" cy="144669"/>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 name="Google Shape;179;p11"/>
            <p:cNvSpPr/>
            <p:nvPr/>
          </p:nvSpPr>
          <p:spPr>
            <a:xfrm>
              <a:off x="7613446" y="705011"/>
              <a:ext cx="154116" cy="144669"/>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 name="Google Shape;180;p11"/>
            <p:cNvSpPr/>
            <p:nvPr/>
          </p:nvSpPr>
          <p:spPr>
            <a:xfrm>
              <a:off x="7767562" y="705011"/>
              <a:ext cx="173010" cy="144669"/>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 name="Google Shape;181;p11"/>
            <p:cNvSpPr/>
            <p:nvPr/>
          </p:nvSpPr>
          <p:spPr>
            <a:xfrm>
              <a:off x="7934364" y="705011"/>
              <a:ext cx="157895" cy="144669"/>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 name="Google Shape;182;p11"/>
            <p:cNvSpPr/>
            <p:nvPr/>
          </p:nvSpPr>
          <p:spPr>
            <a:xfrm>
              <a:off x="8122758" y="705011"/>
              <a:ext cx="154116" cy="148448"/>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 name="Google Shape;183;p11"/>
            <p:cNvSpPr/>
            <p:nvPr/>
          </p:nvSpPr>
          <p:spPr>
            <a:xfrm>
              <a:off x="8321678" y="705011"/>
              <a:ext cx="148448" cy="144669"/>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 name="Google Shape;184;p11"/>
            <p:cNvSpPr/>
            <p:nvPr/>
          </p:nvSpPr>
          <p:spPr>
            <a:xfrm>
              <a:off x="8507374" y="705011"/>
              <a:ext cx="131714" cy="144669"/>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 name="Google Shape;185;p11"/>
            <p:cNvSpPr/>
            <p:nvPr/>
          </p:nvSpPr>
          <p:spPr>
            <a:xfrm>
              <a:off x="7785916" y="618911"/>
              <a:ext cx="25911" cy="24831"/>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 name="Google Shape;186;p11"/>
            <p:cNvSpPr/>
            <p:nvPr/>
          </p:nvSpPr>
          <p:spPr>
            <a:xfrm>
              <a:off x="7868507" y="539289"/>
              <a:ext cx="37247" cy="44804"/>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 name="Google Shape;187;p11"/>
            <p:cNvSpPr/>
            <p:nvPr/>
          </p:nvSpPr>
          <p:spPr>
            <a:xfrm>
              <a:off x="7965403" y="477481"/>
              <a:ext cx="37787" cy="69366"/>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 name="Google Shape;188;p11"/>
            <p:cNvSpPr/>
            <p:nvPr/>
          </p:nvSpPr>
          <p:spPr>
            <a:xfrm>
              <a:off x="8070936" y="427548"/>
              <a:ext cx="32119" cy="95546"/>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9" name="Google Shape;189;p11"/>
            <p:cNvSpPr/>
            <p:nvPr/>
          </p:nvSpPr>
          <p:spPr>
            <a:xfrm>
              <a:off x="8178358" y="392731"/>
              <a:ext cx="29690" cy="119568"/>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0" name="Google Shape;190;p11"/>
            <p:cNvSpPr/>
            <p:nvPr/>
          </p:nvSpPr>
          <p:spPr>
            <a:xfrm>
              <a:off x="8280113" y="371948"/>
              <a:ext cx="46154" cy="14143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1" name="Google Shape;191;p11"/>
            <p:cNvSpPr/>
            <p:nvPr/>
          </p:nvSpPr>
          <p:spPr>
            <a:xfrm>
              <a:off x="8379438" y="365740"/>
              <a:ext cx="68826" cy="16167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2" name="Google Shape;192;p11"/>
            <p:cNvSpPr/>
            <p:nvPr/>
          </p:nvSpPr>
          <p:spPr>
            <a:xfrm>
              <a:off x="8477144" y="377076"/>
              <a:ext cx="95007" cy="176788"/>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3" name="Google Shape;193;p11"/>
            <p:cNvSpPr/>
            <p:nvPr/>
          </p:nvSpPr>
          <p:spPr>
            <a:xfrm>
              <a:off x="8573230" y="405416"/>
              <a:ext cx="122537" cy="187584"/>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4" name="Google Shape;194;p11"/>
            <p:cNvSpPr/>
            <p:nvPr/>
          </p:nvSpPr>
          <p:spPr>
            <a:xfrm>
              <a:off x="8663109" y="450760"/>
              <a:ext cx="154656" cy="19352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3_Title Only">
  <p:cSld name="3_Title Only">
    <p:spTree>
      <p:nvGrpSpPr>
        <p:cNvPr id="1" name="Shape 195"/>
        <p:cNvGrpSpPr/>
        <p:nvPr/>
      </p:nvGrpSpPr>
      <p:grpSpPr>
        <a:xfrm>
          <a:off x="0" y="0"/>
          <a:ext cx="0" cy="0"/>
          <a:chOff x="0" y="0"/>
          <a:chExt cx="0" cy="0"/>
        </a:xfrm>
      </p:grpSpPr>
      <p:pic>
        <p:nvPicPr>
          <p:cNvPr id="196" name="Google Shape;196;p12"/>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97" name="Google Shape;197;p12"/>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8" name="Google Shape;198;p12"/>
          <p:cNvSpPr>
            <a:spLocks noGrp="1"/>
          </p:cNvSpPr>
          <p:nvPr>
            <p:ph type="dgm" idx="2"/>
          </p:nvPr>
        </p:nvSpPr>
        <p:spPr>
          <a:xfrm>
            <a:off x="133350" y="125413"/>
            <a:ext cx="8850313" cy="6008687"/>
          </a:xfrm>
          <a:prstGeom prst="rect">
            <a:avLst/>
          </a:prstGeom>
          <a:noFill/>
          <a:ln>
            <a:noFill/>
          </a:ln>
        </p:spPr>
        <p:txBody>
          <a:bodyPr spcFirstLastPara="1" wrap="square" lIns="91425" tIns="45700" rIns="91425" bIns="45700" anchor="t" anchorCtr="0"/>
          <a:lstStyle>
            <a:lvl1pPr marR="0" lvl="0" algn="l" rtl="0">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R="0" lvl="1" algn="l" rtl="0">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R="0" lvl="2" algn="l" rtl="0">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R="0" lvl="3"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R="0" lvl="4"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2_Title Only">
  <p:cSld name="2_Title Only">
    <p:spTree>
      <p:nvGrpSpPr>
        <p:cNvPr id="1" name="Shape 199"/>
        <p:cNvGrpSpPr/>
        <p:nvPr/>
      </p:nvGrpSpPr>
      <p:grpSpPr>
        <a:xfrm>
          <a:off x="0" y="0"/>
          <a:ext cx="0" cy="0"/>
          <a:chOff x="0" y="0"/>
          <a:chExt cx="0" cy="0"/>
        </a:xfrm>
      </p:grpSpPr>
      <p:sp>
        <p:nvSpPr>
          <p:cNvPr id="200" name="Google Shape;200;p13"/>
          <p:cNvSpPr/>
          <p:nvPr/>
        </p:nvSpPr>
        <p:spPr>
          <a:xfrm>
            <a:off x="0" y="6251171"/>
            <a:ext cx="9144000" cy="60682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1" name="Google Shape;201;p1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lt1"/>
                </a:solidFill>
                <a:latin typeface="Arial"/>
                <a:ea typeface="Arial"/>
                <a:cs typeface="Arial"/>
                <a:sym typeface="Arial"/>
              </a:defRPr>
            </a:lvl1pPr>
            <a:lvl2pPr marL="0" lvl="1" indent="0" algn="r">
              <a:spcBef>
                <a:spcPts val="0"/>
              </a:spcBef>
              <a:buNone/>
              <a:defRPr sz="1200" b="0">
                <a:solidFill>
                  <a:schemeClr val="lt1"/>
                </a:solidFill>
                <a:latin typeface="Arial"/>
                <a:ea typeface="Arial"/>
                <a:cs typeface="Arial"/>
                <a:sym typeface="Arial"/>
              </a:defRPr>
            </a:lvl2pPr>
            <a:lvl3pPr marL="0" lvl="2" indent="0" algn="r">
              <a:spcBef>
                <a:spcPts val="0"/>
              </a:spcBef>
              <a:buNone/>
              <a:defRPr sz="1200" b="0">
                <a:solidFill>
                  <a:schemeClr val="lt1"/>
                </a:solidFill>
                <a:latin typeface="Arial"/>
                <a:ea typeface="Arial"/>
                <a:cs typeface="Arial"/>
                <a:sym typeface="Arial"/>
              </a:defRPr>
            </a:lvl3pPr>
            <a:lvl4pPr marL="0" lvl="3" indent="0" algn="r">
              <a:spcBef>
                <a:spcPts val="0"/>
              </a:spcBef>
              <a:buNone/>
              <a:defRPr sz="1200" b="0">
                <a:solidFill>
                  <a:schemeClr val="lt1"/>
                </a:solidFill>
                <a:latin typeface="Arial"/>
                <a:ea typeface="Arial"/>
                <a:cs typeface="Arial"/>
                <a:sym typeface="Arial"/>
              </a:defRPr>
            </a:lvl4pPr>
            <a:lvl5pPr marL="0" lvl="4" indent="0" algn="r">
              <a:spcBef>
                <a:spcPts val="0"/>
              </a:spcBef>
              <a:buNone/>
              <a:defRPr sz="1200" b="0">
                <a:solidFill>
                  <a:schemeClr val="lt1"/>
                </a:solidFill>
                <a:latin typeface="Arial"/>
                <a:ea typeface="Arial"/>
                <a:cs typeface="Arial"/>
                <a:sym typeface="Arial"/>
              </a:defRPr>
            </a:lvl5pPr>
            <a:lvl6pPr marL="0" lvl="5" indent="0" algn="r">
              <a:spcBef>
                <a:spcPts val="0"/>
              </a:spcBef>
              <a:buNone/>
              <a:defRPr sz="1200" b="0">
                <a:solidFill>
                  <a:schemeClr val="lt1"/>
                </a:solidFill>
                <a:latin typeface="Arial"/>
                <a:ea typeface="Arial"/>
                <a:cs typeface="Arial"/>
                <a:sym typeface="Arial"/>
              </a:defRPr>
            </a:lvl6pPr>
            <a:lvl7pPr marL="0" lvl="6" indent="0" algn="r">
              <a:spcBef>
                <a:spcPts val="0"/>
              </a:spcBef>
              <a:buNone/>
              <a:defRPr sz="1200" b="0">
                <a:solidFill>
                  <a:schemeClr val="lt1"/>
                </a:solidFill>
                <a:latin typeface="Arial"/>
                <a:ea typeface="Arial"/>
                <a:cs typeface="Arial"/>
                <a:sym typeface="Arial"/>
              </a:defRPr>
            </a:lvl7pPr>
            <a:lvl8pPr marL="0" lvl="7" indent="0" algn="r">
              <a:spcBef>
                <a:spcPts val="0"/>
              </a:spcBef>
              <a:buNone/>
              <a:defRPr sz="1200" b="0">
                <a:solidFill>
                  <a:schemeClr val="lt1"/>
                </a:solidFill>
                <a:latin typeface="Arial"/>
                <a:ea typeface="Arial"/>
                <a:cs typeface="Arial"/>
                <a:sym typeface="Arial"/>
              </a:defRPr>
            </a:lvl8pPr>
            <a:lvl9pPr marL="0" lvl="8" indent="0" algn="r">
              <a:spcBef>
                <a:spcPts val="0"/>
              </a:spcBef>
              <a:buNone/>
              <a:defRPr sz="1200" b="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02" name="Google Shape;202;p13"/>
          <p:cNvPicPr preferRelativeResize="0"/>
          <p:nvPr/>
        </p:nvPicPr>
        <p:blipFill rotWithShape="1">
          <a:blip r:embed="rId2">
            <a:alphaModFix/>
          </a:blip>
          <a:srcRect/>
          <a:stretch/>
        </p:blipFill>
        <p:spPr>
          <a:xfrm>
            <a:off x="227765" y="6367323"/>
            <a:ext cx="1260213" cy="394766"/>
          </a:xfrm>
          <a:prstGeom prst="rect">
            <a:avLst/>
          </a:prstGeom>
          <a:noFill/>
          <a:ln>
            <a:noFill/>
          </a:ln>
        </p:spPr>
      </p:pic>
      <p:sp>
        <p:nvSpPr>
          <p:cNvPr id="203" name="Google Shape;203;p13"/>
          <p:cNvSpPr txBox="1">
            <a:spLocks noGrp="1"/>
          </p:cNvSpPr>
          <p:nvPr>
            <p:ph type="title"/>
          </p:nvPr>
        </p:nvSpPr>
        <p:spPr>
          <a:xfrm>
            <a:off x="380010" y="-4950"/>
            <a:ext cx="8383980" cy="844535"/>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accent1"/>
              </a:buClr>
              <a:buSzPts val="2400"/>
              <a:buFont typeface="Arial"/>
              <a:buNone/>
              <a:defRPr>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4" name="Google Shape;204;p13"/>
          <p:cNvSpPr txBox="1">
            <a:spLocks noGrp="1"/>
          </p:cNvSpPr>
          <p:nvPr>
            <p:ph type="body" idx="1"/>
          </p:nvPr>
        </p:nvSpPr>
        <p:spPr>
          <a:xfrm>
            <a:off x="380010" y="1097280"/>
            <a:ext cx="8383980" cy="4910129"/>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SzPts val="2800"/>
              <a:buChar char="•"/>
              <a:defRPr>
                <a:latin typeface="Arial"/>
                <a:ea typeface="Arial"/>
                <a:cs typeface="Arial"/>
                <a:sym typeface="Arial"/>
              </a:defRPr>
            </a:lvl1pPr>
            <a:lvl2pPr marL="914400" lvl="1" indent="-381000" algn="l">
              <a:spcBef>
                <a:spcPts val="480"/>
              </a:spcBef>
              <a:spcAft>
                <a:spcPts val="0"/>
              </a:spcAft>
              <a:buSzPts val="2400"/>
              <a:buChar char="–"/>
              <a:defRPr>
                <a:latin typeface="Arial"/>
                <a:ea typeface="Arial"/>
                <a:cs typeface="Arial"/>
                <a:sym typeface="Arial"/>
              </a:defRPr>
            </a:lvl2pPr>
            <a:lvl3pPr marL="1371600" lvl="2" indent="-355600" algn="l">
              <a:spcBef>
                <a:spcPts val="400"/>
              </a:spcBef>
              <a:spcAft>
                <a:spcPts val="0"/>
              </a:spcAft>
              <a:buSzPts val="2000"/>
              <a:buChar char="•"/>
              <a:defRPr>
                <a:latin typeface="Arial"/>
                <a:ea typeface="Arial"/>
                <a:cs typeface="Arial"/>
                <a:sym typeface="Arial"/>
              </a:defRPr>
            </a:lvl3pPr>
            <a:lvl4pPr marL="1828800" lvl="3" indent="-342900" algn="l">
              <a:spcBef>
                <a:spcPts val="360"/>
              </a:spcBef>
              <a:spcAft>
                <a:spcPts val="0"/>
              </a:spcAft>
              <a:buSzPts val="1800"/>
              <a:buChar char="–"/>
              <a:defRPr>
                <a:latin typeface="Arial"/>
                <a:ea typeface="Arial"/>
                <a:cs typeface="Arial"/>
                <a:sym typeface="Arial"/>
              </a:defRPr>
            </a:lvl4pPr>
            <a:lvl5pPr marL="2286000" lvl="4" indent="-342900" algn="l">
              <a:spcBef>
                <a:spcPts val="360"/>
              </a:spcBef>
              <a:spcAft>
                <a:spcPts val="0"/>
              </a:spcAft>
              <a:buSzPts val="1800"/>
              <a:buChar char="»"/>
              <a:defRPr>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5"/>
        <p:cNvGrpSpPr/>
        <p:nvPr/>
      </p:nvGrpSpPr>
      <p:grpSpPr>
        <a:xfrm>
          <a:off x="0" y="0"/>
          <a:ext cx="0" cy="0"/>
          <a:chOff x="0" y="0"/>
          <a:chExt cx="0" cy="0"/>
        </a:xfrm>
      </p:grpSpPr>
      <p:sp>
        <p:nvSpPr>
          <p:cNvPr id="206" name="Google Shape;206;p14"/>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7" name="Google Shape;207;p14"/>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56"/>
        <p:cNvGrpSpPr/>
        <p:nvPr/>
      </p:nvGrpSpPr>
      <p:grpSpPr>
        <a:xfrm>
          <a:off x="0" y="0"/>
          <a:ext cx="0" cy="0"/>
          <a:chOff x="0" y="0"/>
          <a:chExt cx="0" cy="0"/>
        </a:xfrm>
      </p:grpSpPr>
      <p:sp>
        <p:nvSpPr>
          <p:cNvPr id="57" name="Google Shape;57;p3"/>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3"/>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SzPts val="2800"/>
              <a:buChar char="•"/>
              <a:defRPr>
                <a:latin typeface="Arial"/>
                <a:ea typeface="Arial"/>
                <a:cs typeface="Arial"/>
                <a:sym typeface="Arial"/>
              </a:defRPr>
            </a:lvl1pPr>
            <a:lvl2pPr marL="914400" lvl="1" indent="-381000" algn="l">
              <a:spcBef>
                <a:spcPts val="480"/>
              </a:spcBef>
              <a:spcAft>
                <a:spcPts val="0"/>
              </a:spcAft>
              <a:buSzPts val="2400"/>
              <a:buChar char="–"/>
              <a:defRPr>
                <a:latin typeface="Arial"/>
                <a:ea typeface="Arial"/>
                <a:cs typeface="Arial"/>
                <a:sym typeface="Arial"/>
              </a:defRPr>
            </a:lvl2pPr>
            <a:lvl3pPr marL="1371600" lvl="2" indent="-355600" algn="l">
              <a:spcBef>
                <a:spcPts val="400"/>
              </a:spcBef>
              <a:spcAft>
                <a:spcPts val="0"/>
              </a:spcAft>
              <a:buSzPts val="2000"/>
              <a:buChar char="•"/>
              <a:defRPr>
                <a:latin typeface="Arial"/>
                <a:ea typeface="Arial"/>
                <a:cs typeface="Arial"/>
                <a:sym typeface="Arial"/>
              </a:defRPr>
            </a:lvl3pPr>
            <a:lvl4pPr marL="1828800" lvl="3" indent="-342900" algn="l">
              <a:spcBef>
                <a:spcPts val="360"/>
              </a:spcBef>
              <a:spcAft>
                <a:spcPts val="0"/>
              </a:spcAft>
              <a:buSzPts val="1800"/>
              <a:buChar char="–"/>
              <a:defRPr>
                <a:latin typeface="Arial"/>
                <a:ea typeface="Arial"/>
                <a:cs typeface="Arial"/>
                <a:sym typeface="Arial"/>
              </a:defRPr>
            </a:lvl4pPr>
            <a:lvl5pPr marL="2286000" lvl="4" indent="-342900" algn="l">
              <a:spcBef>
                <a:spcPts val="360"/>
              </a:spcBef>
              <a:spcAft>
                <a:spcPts val="0"/>
              </a:spcAft>
              <a:buSzPts val="1800"/>
              <a:buChar char="»"/>
              <a:defRPr>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9" name="Google Shape;59;p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072755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Only" userDrawn="1">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bg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22" name="Google Shape;176;p11">
            <a:extLst>
              <a:ext uri="{FF2B5EF4-FFF2-40B4-BE49-F238E27FC236}">
                <a16:creationId xmlns:a16="http://schemas.microsoft.com/office/drawing/2014/main" id="{DDD2F4FA-CFD8-08FC-0F3B-F9949BA21418}"/>
              </a:ext>
            </a:extLst>
          </p:cNvPr>
          <p:cNvGrpSpPr/>
          <p:nvPr userDrawn="1"/>
        </p:nvGrpSpPr>
        <p:grpSpPr>
          <a:xfrm>
            <a:off x="6357873" y="129163"/>
            <a:ext cx="2626555" cy="824705"/>
            <a:chOff x="7264458" y="365740"/>
            <a:chExt cx="1553308" cy="487719"/>
          </a:xfrm>
        </p:grpSpPr>
        <p:sp>
          <p:nvSpPr>
            <p:cNvPr id="23" name="Google Shape;177;p11">
              <a:extLst>
                <a:ext uri="{FF2B5EF4-FFF2-40B4-BE49-F238E27FC236}">
                  <a16:creationId xmlns:a16="http://schemas.microsoft.com/office/drawing/2014/main" id="{D19B23DE-579C-0DB4-DFF6-90FBC453B676}"/>
                </a:ext>
              </a:extLst>
            </p:cNvPr>
            <p:cNvSpPr/>
            <p:nvPr/>
          </p:nvSpPr>
          <p:spPr>
            <a:xfrm>
              <a:off x="7264458" y="705011"/>
              <a:ext cx="148988" cy="144669"/>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 name="Google Shape;178;p11">
              <a:extLst>
                <a:ext uri="{FF2B5EF4-FFF2-40B4-BE49-F238E27FC236}">
                  <a16:creationId xmlns:a16="http://schemas.microsoft.com/office/drawing/2014/main" id="{38A5DCDE-4BD7-01CA-FFE6-77F17C7B8EEA}"/>
                </a:ext>
              </a:extLst>
            </p:cNvPr>
            <p:cNvSpPr/>
            <p:nvPr/>
          </p:nvSpPr>
          <p:spPr>
            <a:xfrm>
              <a:off x="7450153" y="705011"/>
              <a:ext cx="131714" cy="144669"/>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 name="Google Shape;179;p11">
              <a:extLst>
                <a:ext uri="{FF2B5EF4-FFF2-40B4-BE49-F238E27FC236}">
                  <a16:creationId xmlns:a16="http://schemas.microsoft.com/office/drawing/2014/main" id="{9C2B3828-7B92-071D-0EA9-5468A407C237}"/>
                </a:ext>
              </a:extLst>
            </p:cNvPr>
            <p:cNvSpPr/>
            <p:nvPr/>
          </p:nvSpPr>
          <p:spPr>
            <a:xfrm>
              <a:off x="7613446" y="705011"/>
              <a:ext cx="154116" cy="144669"/>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 name="Google Shape;180;p11">
              <a:extLst>
                <a:ext uri="{FF2B5EF4-FFF2-40B4-BE49-F238E27FC236}">
                  <a16:creationId xmlns:a16="http://schemas.microsoft.com/office/drawing/2014/main" id="{47430CB3-CEF4-C386-0445-9AF66A0086AC}"/>
                </a:ext>
              </a:extLst>
            </p:cNvPr>
            <p:cNvSpPr/>
            <p:nvPr/>
          </p:nvSpPr>
          <p:spPr>
            <a:xfrm>
              <a:off x="7767562" y="705011"/>
              <a:ext cx="173010" cy="144669"/>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 name="Google Shape;181;p11">
              <a:extLst>
                <a:ext uri="{FF2B5EF4-FFF2-40B4-BE49-F238E27FC236}">
                  <a16:creationId xmlns:a16="http://schemas.microsoft.com/office/drawing/2014/main" id="{92550410-487E-C218-1DE6-10132DB509CA}"/>
                </a:ext>
              </a:extLst>
            </p:cNvPr>
            <p:cNvSpPr/>
            <p:nvPr/>
          </p:nvSpPr>
          <p:spPr>
            <a:xfrm>
              <a:off x="7934364" y="705011"/>
              <a:ext cx="157895" cy="144669"/>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28" name="Google Shape;182;p11">
              <a:extLst>
                <a:ext uri="{FF2B5EF4-FFF2-40B4-BE49-F238E27FC236}">
                  <a16:creationId xmlns:a16="http://schemas.microsoft.com/office/drawing/2014/main" id="{57E348D5-26B1-EB99-E05F-73D620AAEC0B}"/>
                </a:ext>
              </a:extLst>
            </p:cNvPr>
            <p:cNvSpPr/>
            <p:nvPr/>
          </p:nvSpPr>
          <p:spPr>
            <a:xfrm>
              <a:off x="8122758" y="705011"/>
              <a:ext cx="154116" cy="148448"/>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 name="Google Shape;183;p11">
              <a:extLst>
                <a:ext uri="{FF2B5EF4-FFF2-40B4-BE49-F238E27FC236}">
                  <a16:creationId xmlns:a16="http://schemas.microsoft.com/office/drawing/2014/main" id="{F9A72824-9570-9735-14A2-ADC2D9C5B56E}"/>
                </a:ext>
              </a:extLst>
            </p:cNvPr>
            <p:cNvSpPr/>
            <p:nvPr/>
          </p:nvSpPr>
          <p:spPr>
            <a:xfrm>
              <a:off x="8321678" y="705011"/>
              <a:ext cx="148448" cy="144669"/>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 name="Google Shape;184;p11">
              <a:extLst>
                <a:ext uri="{FF2B5EF4-FFF2-40B4-BE49-F238E27FC236}">
                  <a16:creationId xmlns:a16="http://schemas.microsoft.com/office/drawing/2014/main" id="{A6132E85-7F17-C1DD-7938-01ADC07717EC}"/>
                </a:ext>
              </a:extLst>
            </p:cNvPr>
            <p:cNvSpPr/>
            <p:nvPr/>
          </p:nvSpPr>
          <p:spPr>
            <a:xfrm>
              <a:off x="8507374" y="705011"/>
              <a:ext cx="131714" cy="144669"/>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 name="Google Shape;185;p11">
              <a:extLst>
                <a:ext uri="{FF2B5EF4-FFF2-40B4-BE49-F238E27FC236}">
                  <a16:creationId xmlns:a16="http://schemas.microsoft.com/office/drawing/2014/main" id="{7FD5DCDE-C565-B7BB-2730-DB096695CCC4}"/>
                </a:ext>
              </a:extLst>
            </p:cNvPr>
            <p:cNvSpPr/>
            <p:nvPr/>
          </p:nvSpPr>
          <p:spPr>
            <a:xfrm>
              <a:off x="7785916" y="618911"/>
              <a:ext cx="25911" cy="24831"/>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 name="Google Shape;186;p11">
              <a:extLst>
                <a:ext uri="{FF2B5EF4-FFF2-40B4-BE49-F238E27FC236}">
                  <a16:creationId xmlns:a16="http://schemas.microsoft.com/office/drawing/2014/main" id="{DEDC26B6-E6B5-B9C1-C35B-86EF52E46091}"/>
                </a:ext>
              </a:extLst>
            </p:cNvPr>
            <p:cNvSpPr/>
            <p:nvPr/>
          </p:nvSpPr>
          <p:spPr>
            <a:xfrm>
              <a:off x="7868507" y="539289"/>
              <a:ext cx="37247" cy="44804"/>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 name="Google Shape;187;p11">
              <a:extLst>
                <a:ext uri="{FF2B5EF4-FFF2-40B4-BE49-F238E27FC236}">
                  <a16:creationId xmlns:a16="http://schemas.microsoft.com/office/drawing/2014/main" id="{47F49BB3-6F6F-FC7D-6EA5-EE6BD142451F}"/>
                </a:ext>
              </a:extLst>
            </p:cNvPr>
            <p:cNvSpPr/>
            <p:nvPr/>
          </p:nvSpPr>
          <p:spPr>
            <a:xfrm>
              <a:off x="7965403" y="477481"/>
              <a:ext cx="37787" cy="69366"/>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 name="Google Shape;188;p11">
              <a:extLst>
                <a:ext uri="{FF2B5EF4-FFF2-40B4-BE49-F238E27FC236}">
                  <a16:creationId xmlns:a16="http://schemas.microsoft.com/office/drawing/2014/main" id="{48C4EC1F-3284-54BD-FCD7-203C3416EDD8}"/>
                </a:ext>
              </a:extLst>
            </p:cNvPr>
            <p:cNvSpPr/>
            <p:nvPr/>
          </p:nvSpPr>
          <p:spPr>
            <a:xfrm>
              <a:off x="8070936" y="427548"/>
              <a:ext cx="32119" cy="95546"/>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 name="Google Shape;189;p11">
              <a:extLst>
                <a:ext uri="{FF2B5EF4-FFF2-40B4-BE49-F238E27FC236}">
                  <a16:creationId xmlns:a16="http://schemas.microsoft.com/office/drawing/2014/main" id="{10BFB54E-B6BA-7591-8BB4-C33EA2F4676B}"/>
                </a:ext>
              </a:extLst>
            </p:cNvPr>
            <p:cNvSpPr/>
            <p:nvPr/>
          </p:nvSpPr>
          <p:spPr>
            <a:xfrm>
              <a:off x="8178358" y="392731"/>
              <a:ext cx="29690" cy="119568"/>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 name="Google Shape;190;p11">
              <a:extLst>
                <a:ext uri="{FF2B5EF4-FFF2-40B4-BE49-F238E27FC236}">
                  <a16:creationId xmlns:a16="http://schemas.microsoft.com/office/drawing/2014/main" id="{0EE20016-882F-8B35-DC61-1BA7E7CCF5DC}"/>
                </a:ext>
              </a:extLst>
            </p:cNvPr>
            <p:cNvSpPr/>
            <p:nvPr/>
          </p:nvSpPr>
          <p:spPr>
            <a:xfrm>
              <a:off x="8280113" y="371948"/>
              <a:ext cx="46154" cy="14143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 name="Google Shape;191;p11">
              <a:extLst>
                <a:ext uri="{FF2B5EF4-FFF2-40B4-BE49-F238E27FC236}">
                  <a16:creationId xmlns:a16="http://schemas.microsoft.com/office/drawing/2014/main" id="{67228C62-CA2E-8594-C062-418C35D65C56}"/>
                </a:ext>
              </a:extLst>
            </p:cNvPr>
            <p:cNvSpPr/>
            <p:nvPr/>
          </p:nvSpPr>
          <p:spPr>
            <a:xfrm>
              <a:off x="8379438" y="365740"/>
              <a:ext cx="68826" cy="16167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 name="Google Shape;192;p11">
              <a:extLst>
                <a:ext uri="{FF2B5EF4-FFF2-40B4-BE49-F238E27FC236}">
                  <a16:creationId xmlns:a16="http://schemas.microsoft.com/office/drawing/2014/main" id="{A5BD7804-6552-5620-3F18-14CE56045569}"/>
                </a:ext>
              </a:extLst>
            </p:cNvPr>
            <p:cNvSpPr/>
            <p:nvPr/>
          </p:nvSpPr>
          <p:spPr>
            <a:xfrm>
              <a:off x="8477144" y="377076"/>
              <a:ext cx="95007" cy="176788"/>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 name="Google Shape;193;p11">
              <a:extLst>
                <a:ext uri="{FF2B5EF4-FFF2-40B4-BE49-F238E27FC236}">
                  <a16:creationId xmlns:a16="http://schemas.microsoft.com/office/drawing/2014/main" id="{4FF134E0-F91E-CAF5-D7B7-9EE6ED19565D}"/>
                </a:ext>
              </a:extLst>
            </p:cNvPr>
            <p:cNvSpPr/>
            <p:nvPr/>
          </p:nvSpPr>
          <p:spPr>
            <a:xfrm>
              <a:off x="8573230" y="405416"/>
              <a:ext cx="122537" cy="187584"/>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 name="Google Shape;194;p11">
              <a:extLst>
                <a:ext uri="{FF2B5EF4-FFF2-40B4-BE49-F238E27FC236}">
                  <a16:creationId xmlns:a16="http://schemas.microsoft.com/office/drawing/2014/main" id="{8C31DAD5-1E35-B24F-6905-67B151403252}"/>
                </a:ext>
              </a:extLst>
            </p:cNvPr>
            <p:cNvSpPr/>
            <p:nvPr/>
          </p:nvSpPr>
          <p:spPr>
            <a:xfrm>
              <a:off x="8663109" y="450760"/>
              <a:ext cx="154656" cy="19352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1385598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12192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1" name="Google Shape;11;p1"/>
          <p:cNvGrpSpPr/>
          <p:nvPr/>
        </p:nvGrpSpPr>
        <p:grpSpPr>
          <a:xfrm>
            <a:off x="7264458" y="365740"/>
            <a:ext cx="1553307" cy="487719"/>
            <a:chOff x="166688" y="-3240088"/>
            <a:chExt cx="9136063" cy="2868613"/>
          </a:xfrm>
        </p:grpSpPr>
        <p:sp>
          <p:nvSpPr>
            <p:cNvPr id="12" name="Google Shape;12;p1"/>
            <p:cNvSpPr/>
            <p:nvPr/>
          </p:nvSpPr>
          <p:spPr>
            <a:xfrm>
              <a:off x="166688" y="-1244600"/>
              <a:ext cx="876300" cy="850900"/>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 name="Google Shape;13;p1"/>
            <p:cNvSpPr/>
            <p:nvPr/>
          </p:nvSpPr>
          <p:spPr>
            <a:xfrm>
              <a:off x="1258888" y="-1244600"/>
              <a:ext cx="774700" cy="850900"/>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 name="Google Shape;14;p1"/>
            <p:cNvSpPr/>
            <p:nvPr/>
          </p:nvSpPr>
          <p:spPr>
            <a:xfrm>
              <a:off x="2219326" y="-1244600"/>
              <a:ext cx="906463" cy="850900"/>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 name="Google Shape;15;p1"/>
            <p:cNvSpPr/>
            <p:nvPr/>
          </p:nvSpPr>
          <p:spPr>
            <a:xfrm>
              <a:off x="3125788" y="-1244600"/>
              <a:ext cx="1017588" cy="850900"/>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 name="Google Shape;16;p1"/>
            <p:cNvSpPr/>
            <p:nvPr/>
          </p:nvSpPr>
          <p:spPr>
            <a:xfrm>
              <a:off x="4106863" y="-1244600"/>
              <a:ext cx="928688" cy="850900"/>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 name="Google Shape;17;p1"/>
            <p:cNvSpPr/>
            <p:nvPr/>
          </p:nvSpPr>
          <p:spPr>
            <a:xfrm>
              <a:off x="5214938" y="-1244600"/>
              <a:ext cx="906463" cy="873125"/>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 name="Google Shape;18;p1"/>
            <p:cNvSpPr/>
            <p:nvPr/>
          </p:nvSpPr>
          <p:spPr>
            <a:xfrm>
              <a:off x="6384926" y="-1244600"/>
              <a:ext cx="873125" cy="850900"/>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 name="Google Shape;19;p1"/>
            <p:cNvSpPr/>
            <p:nvPr/>
          </p:nvSpPr>
          <p:spPr>
            <a:xfrm>
              <a:off x="7477126" y="-1244600"/>
              <a:ext cx="774700" cy="850900"/>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 name="Google Shape;20;p1"/>
            <p:cNvSpPr/>
            <p:nvPr/>
          </p:nvSpPr>
          <p:spPr>
            <a:xfrm>
              <a:off x="3233738" y="-1751013"/>
              <a:ext cx="152400" cy="146050"/>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 name="Google Shape;21;p1"/>
            <p:cNvSpPr/>
            <p:nvPr/>
          </p:nvSpPr>
          <p:spPr>
            <a:xfrm>
              <a:off x="3719513" y="-2219325"/>
              <a:ext cx="219075" cy="263525"/>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 name="Google Shape;22;p1"/>
            <p:cNvSpPr/>
            <p:nvPr/>
          </p:nvSpPr>
          <p:spPr>
            <a:xfrm>
              <a:off x="4289426" y="-2582863"/>
              <a:ext cx="222250" cy="407988"/>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 name="Google Shape;23;p1"/>
            <p:cNvSpPr/>
            <p:nvPr/>
          </p:nvSpPr>
          <p:spPr>
            <a:xfrm>
              <a:off x="4910138" y="-2876550"/>
              <a:ext cx="188913" cy="561975"/>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 name="Google Shape;24;p1"/>
            <p:cNvSpPr/>
            <p:nvPr/>
          </p:nvSpPr>
          <p:spPr>
            <a:xfrm>
              <a:off x="5541963" y="-3081338"/>
              <a:ext cx="174625" cy="70326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 name="Google Shape;25;p1"/>
            <p:cNvSpPr/>
            <p:nvPr/>
          </p:nvSpPr>
          <p:spPr>
            <a:xfrm>
              <a:off x="6140451" y="-3203575"/>
              <a:ext cx="271463" cy="83185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 name="Google Shape;26;p1"/>
            <p:cNvSpPr/>
            <p:nvPr/>
          </p:nvSpPr>
          <p:spPr>
            <a:xfrm>
              <a:off x="6724651" y="-3240088"/>
              <a:ext cx="404813" cy="95091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 name="Google Shape;27;p1"/>
            <p:cNvSpPr/>
            <p:nvPr/>
          </p:nvSpPr>
          <p:spPr>
            <a:xfrm>
              <a:off x="7299326" y="-3173413"/>
              <a:ext cx="558800" cy="1039813"/>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 name="Google Shape;28;p1"/>
            <p:cNvSpPr/>
            <p:nvPr/>
          </p:nvSpPr>
          <p:spPr>
            <a:xfrm>
              <a:off x="7864476" y="-3006725"/>
              <a:ext cx="720725" cy="1103313"/>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 name="Google Shape;29;p1"/>
            <p:cNvSpPr/>
            <p:nvPr/>
          </p:nvSpPr>
          <p:spPr>
            <a:xfrm>
              <a:off x="8393113" y="-2740025"/>
              <a:ext cx="909638" cy="1138238"/>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0" name="Google Shape;30;p1"/>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lstStyle>
            <a:lvl1pPr marL="457200" marR="0" lvl="0" indent="-406400" algn="l" rtl="0">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1" name="Google Shape;31;p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u="none">
                <a:solidFill>
                  <a:schemeClr val="accent2"/>
                </a:solidFill>
                <a:latin typeface="Arial"/>
                <a:ea typeface="Arial"/>
                <a:cs typeface="Arial"/>
                <a:sym typeface="Arial"/>
              </a:defRPr>
            </a:lvl1pPr>
            <a:lvl2pPr marL="0" marR="0" lvl="1" indent="0" algn="r" rtl="0">
              <a:spcBef>
                <a:spcPts val="0"/>
              </a:spcBef>
              <a:buNone/>
              <a:defRPr sz="1200" b="0" u="none">
                <a:solidFill>
                  <a:schemeClr val="accent2"/>
                </a:solidFill>
                <a:latin typeface="Arial"/>
                <a:ea typeface="Arial"/>
                <a:cs typeface="Arial"/>
                <a:sym typeface="Arial"/>
              </a:defRPr>
            </a:lvl2pPr>
            <a:lvl3pPr marL="0" marR="0" lvl="2" indent="0" algn="r" rtl="0">
              <a:spcBef>
                <a:spcPts val="0"/>
              </a:spcBef>
              <a:buNone/>
              <a:defRPr sz="1200" b="0" u="none">
                <a:solidFill>
                  <a:schemeClr val="accent2"/>
                </a:solidFill>
                <a:latin typeface="Arial"/>
                <a:ea typeface="Arial"/>
                <a:cs typeface="Arial"/>
                <a:sym typeface="Arial"/>
              </a:defRPr>
            </a:lvl3pPr>
            <a:lvl4pPr marL="0" marR="0" lvl="3" indent="0" algn="r" rtl="0">
              <a:spcBef>
                <a:spcPts val="0"/>
              </a:spcBef>
              <a:buNone/>
              <a:defRPr sz="1200" b="0" u="none">
                <a:solidFill>
                  <a:schemeClr val="accent2"/>
                </a:solidFill>
                <a:latin typeface="Arial"/>
                <a:ea typeface="Arial"/>
                <a:cs typeface="Arial"/>
                <a:sym typeface="Arial"/>
              </a:defRPr>
            </a:lvl4pPr>
            <a:lvl5pPr marL="0" marR="0" lvl="4" indent="0" algn="r" rtl="0">
              <a:spcBef>
                <a:spcPts val="0"/>
              </a:spcBef>
              <a:buNone/>
              <a:defRPr sz="1200" b="0" u="none">
                <a:solidFill>
                  <a:schemeClr val="accent2"/>
                </a:solidFill>
                <a:latin typeface="Arial"/>
                <a:ea typeface="Arial"/>
                <a:cs typeface="Arial"/>
                <a:sym typeface="Arial"/>
              </a:defRPr>
            </a:lvl5pPr>
            <a:lvl6pPr marL="0" marR="0" lvl="5" indent="0" algn="r" rtl="0">
              <a:spcBef>
                <a:spcPts val="0"/>
              </a:spcBef>
              <a:buNone/>
              <a:defRPr sz="1200" b="0" u="none">
                <a:solidFill>
                  <a:schemeClr val="accent2"/>
                </a:solidFill>
                <a:latin typeface="Arial"/>
                <a:ea typeface="Arial"/>
                <a:cs typeface="Arial"/>
                <a:sym typeface="Arial"/>
              </a:defRPr>
            </a:lvl6pPr>
            <a:lvl7pPr marL="0" marR="0" lvl="6" indent="0" algn="r" rtl="0">
              <a:spcBef>
                <a:spcPts val="0"/>
              </a:spcBef>
              <a:buNone/>
              <a:defRPr sz="1200" b="0" u="none">
                <a:solidFill>
                  <a:schemeClr val="accent2"/>
                </a:solidFill>
                <a:latin typeface="Arial"/>
                <a:ea typeface="Arial"/>
                <a:cs typeface="Arial"/>
                <a:sym typeface="Arial"/>
              </a:defRPr>
            </a:lvl7pPr>
            <a:lvl8pPr marL="0" marR="0" lvl="7" indent="0" algn="r" rtl="0">
              <a:spcBef>
                <a:spcPts val="0"/>
              </a:spcBef>
              <a:buNone/>
              <a:defRPr sz="1200" b="0" u="none">
                <a:solidFill>
                  <a:schemeClr val="accent2"/>
                </a:solidFill>
                <a:latin typeface="Arial"/>
                <a:ea typeface="Arial"/>
                <a:cs typeface="Arial"/>
                <a:sym typeface="Arial"/>
              </a:defRPr>
            </a:lvl8pPr>
            <a:lvl9pPr marL="0" marR="0" lvl="8" indent="0" algn="r" rtl="0">
              <a:spcBef>
                <a:spcPts val="0"/>
              </a:spcBef>
              <a:buNone/>
              <a:defRPr sz="1200" b="0" u="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2" name="Google Shape;32;p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2" r:id="rId11"/>
    <p:sldLayoutId id="2147483663"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5"/>
          <p:cNvSpPr txBox="1">
            <a:spLocks noGrp="1"/>
          </p:cNvSpPr>
          <p:nvPr>
            <p:ph type="ctrTitle"/>
          </p:nvPr>
        </p:nvSpPr>
        <p:spPr>
          <a:xfrm>
            <a:off x="496177" y="320634"/>
            <a:ext cx="6807148" cy="2543545"/>
          </a:xfrm>
          <a:prstGeom prst="rect">
            <a:avLst/>
          </a:prstGeom>
          <a:noFill/>
          <a:ln>
            <a:noFill/>
          </a:ln>
        </p:spPr>
        <p:txBody>
          <a:bodyPr spcFirstLastPara="1" wrap="square" lIns="91425" tIns="45700" rIns="91425" bIns="45700" anchor="b" anchorCtr="0">
            <a:noAutofit/>
          </a:bodyPr>
          <a:lstStyle/>
          <a:p>
            <a:pPr marL="0" lvl="0" indent="0" algn="l" rtl="0">
              <a:lnSpc>
                <a:spcPct val="80000"/>
              </a:lnSpc>
              <a:spcBef>
                <a:spcPts val="0"/>
              </a:spcBef>
              <a:spcAft>
                <a:spcPts val="0"/>
              </a:spcAft>
              <a:buClr>
                <a:schemeClr val="accent1"/>
              </a:buClr>
              <a:buSzPts val="4400"/>
              <a:buFont typeface="Arial"/>
              <a:buNone/>
            </a:pPr>
            <a:r>
              <a:rPr lang="en-US" dirty="0"/>
              <a:t>Exceptions &amp; Errors</a:t>
            </a:r>
            <a:endParaRPr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947FC-ED58-14EC-766E-B345CBB2129B}"/>
              </a:ext>
            </a:extLst>
          </p:cNvPr>
          <p:cNvSpPr>
            <a:spLocks noGrp="1"/>
          </p:cNvSpPr>
          <p:nvPr>
            <p:ph type="title"/>
          </p:nvPr>
        </p:nvSpPr>
        <p:spPr/>
        <p:txBody>
          <a:bodyPr/>
          <a:lstStyle/>
          <a:p>
            <a:r>
              <a:rPr lang="en-US" dirty="0"/>
              <a:t>Outline</a:t>
            </a:r>
          </a:p>
        </p:txBody>
      </p:sp>
      <p:sp>
        <p:nvSpPr>
          <p:cNvPr id="3" name="Text Placeholder 2">
            <a:extLst>
              <a:ext uri="{FF2B5EF4-FFF2-40B4-BE49-F238E27FC236}">
                <a16:creationId xmlns:a16="http://schemas.microsoft.com/office/drawing/2014/main" id="{31D0A314-1889-7642-D5E4-583ADD03E47C}"/>
              </a:ext>
            </a:extLst>
          </p:cNvPr>
          <p:cNvSpPr>
            <a:spLocks noGrp="1"/>
          </p:cNvSpPr>
          <p:nvPr>
            <p:ph type="body" idx="1"/>
          </p:nvPr>
        </p:nvSpPr>
        <p:spPr>
          <a:xfrm>
            <a:off x="380010" y="1481446"/>
            <a:ext cx="8383980" cy="2659233"/>
          </a:xfrm>
        </p:spPr>
        <p:txBody>
          <a:bodyPr numCol="2">
            <a:normAutofit fontScale="92500" lnSpcReduction="20000"/>
          </a:bodyPr>
          <a:lstStyle/>
          <a:p>
            <a:r>
              <a:rPr lang="en-US" dirty="0"/>
              <a:t>Exception </a:t>
            </a:r>
            <a:r>
              <a:rPr lang="en-US" dirty="0" err="1"/>
              <a:t>Heirarchy</a:t>
            </a:r>
            <a:endParaRPr lang="en-US" dirty="0"/>
          </a:p>
          <a:p>
            <a:r>
              <a:rPr lang="en-US" dirty="0"/>
              <a:t>Checked vs Unchecked Exceptions</a:t>
            </a:r>
          </a:p>
          <a:p>
            <a:r>
              <a:rPr lang="en-US" dirty="0"/>
              <a:t>Try/Catch Blocks</a:t>
            </a:r>
          </a:p>
          <a:p>
            <a:r>
              <a:rPr lang="en-US" dirty="0"/>
              <a:t>Handling Multiple Exceptions</a:t>
            </a:r>
          </a:p>
          <a:p>
            <a:r>
              <a:rPr lang="en-US" dirty="0"/>
              <a:t>Exception Messages</a:t>
            </a:r>
          </a:p>
          <a:p>
            <a:r>
              <a:rPr lang="en-US" dirty="0"/>
              <a:t>Stack Trace</a:t>
            </a:r>
          </a:p>
          <a:p>
            <a:r>
              <a:rPr lang="en-US" dirty="0"/>
              <a:t>Throw &amp; Throws</a:t>
            </a:r>
          </a:p>
          <a:p>
            <a:r>
              <a:rPr lang="en-US" dirty="0"/>
              <a:t>Custom Exceptions</a:t>
            </a:r>
          </a:p>
          <a:p>
            <a:r>
              <a:rPr lang="en-US" dirty="0"/>
              <a:t>Finally Block</a:t>
            </a:r>
          </a:p>
          <a:p>
            <a:r>
              <a:rPr lang="en-US" dirty="0"/>
              <a:t>Try-with-resources</a:t>
            </a:r>
          </a:p>
        </p:txBody>
      </p:sp>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extLst>
      <p:ext uri="{BB962C8B-B14F-4D97-AF65-F5344CB8AC3E}">
        <p14:creationId xmlns:p14="http://schemas.microsoft.com/office/powerpoint/2010/main" val="195743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8AE95-153C-EF68-1B74-C97C73EFDE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368BEB-68A9-CEC8-DD9E-7F1A9DA240F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
        <p:nvSpPr>
          <p:cNvPr id="3" name="Title 2">
            <a:extLst>
              <a:ext uri="{FF2B5EF4-FFF2-40B4-BE49-F238E27FC236}">
                <a16:creationId xmlns:a16="http://schemas.microsoft.com/office/drawing/2014/main" id="{BE834D63-0F64-E08F-72D8-E6E15F9B4D3B}"/>
              </a:ext>
            </a:extLst>
          </p:cNvPr>
          <p:cNvSpPr>
            <a:spLocks noGrp="1"/>
          </p:cNvSpPr>
          <p:nvPr>
            <p:ph type="title"/>
          </p:nvPr>
        </p:nvSpPr>
        <p:spPr/>
        <p:txBody>
          <a:bodyPr/>
          <a:lstStyle/>
          <a:p>
            <a:r>
              <a:rPr lang="en-US" sz="3600" dirty="0"/>
              <a:t>Exception </a:t>
            </a:r>
            <a:r>
              <a:rPr lang="en-US" sz="3600" dirty="0" err="1"/>
              <a:t>Heirarchy</a:t>
            </a:r>
            <a:endParaRPr lang="en-US" sz="3600" dirty="0"/>
          </a:p>
        </p:txBody>
      </p:sp>
    </p:spTree>
    <p:extLst>
      <p:ext uri="{BB962C8B-B14F-4D97-AF65-F5344CB8AC3E}">
        <p14:creationId xmlns:p14="http://schemas.microsoft.com/office/powerpoint/2010/main" val="3222401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9446C-1871-4793-A3D5-C26EDFC5C14B}"/>
              </a:ext>
            </a:extLst>
          </p:cNvPr>
          <p:cNvSpPr>
            <a:spLocks noGrp="1"/>
          </p:cNvSpPr>
          <p:nvPr>
            <p:ph type="title"/>
          </p:nvPr>
        </p:nvSpPr>
        <p:spPr/>
        <p:txBody>
          <a:bodyPr/>
          <a:lstStyle/>
          <a:p>
            <a:r>
              <a:rPr lang="en-US" dirty="0"/>
              <a:t>Exceptions</a:t>
            </a:r>
          </a:p>
        </p:txBody>
      </p:sp>
      <p:sp>
        <p:nvSpPr>
          <p:cNvPr id="4" name="Slide Number Placeholder 3">
            <a:extLst>
              <a:ext uri="{FF2B5EF4-FFF2-40B4-BE49-F238E27FC236}">
                <a16:creationId xmlns:a16="http://schemas.microsoft.com/office/drawing/2014/main" id="{90932B94-683B-4534-B76B-C5531B932F4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6" name="Rectangle 5">
            <a:extLst>
              <a:ext uri="{FF2B5EF4-FFF2-40B4-BE49-F238E27FC236}">
                <a16:creationId xmlns:a16="http://schemas.microsoft.com/office/drawing/2014/main" id="{66228FB3-256E-4BC8-8E41-6696D5896219}"/>
              </a:ext>
            </a:extLst>
          </p:cNvPr>
          <p:cNvSpPr/>
          <p:nvPr/>
        </p:nvSpPr>
        <p:spPr>
          <a:xfrm>
            <a:off x="3685880" y="1649691"/>
            <a:ext cx="1781666" cy="876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Throwable</a:t>
            </a:r>
          </a:p>
        </p:txBody>
      </p:sp>
      <p:sp>
        <p:nvSpPr>
          <p:cNvPr id="8" name="Rectangle 7">
            <a:extLst>
              <a:ext uri="{FF2B5EF4-FFF2-40B4-BE49-F238E27FC236}">
                <a16:creationId xmlns:a16="http://schemas.microsoft.com/office/drawing/2014/main" id="{AA6699BF-85F2-43F3-93F2-6C3B4DDEE8E7}"/>
              </a:ext>
            </a:extLst>
          </p:cNvPr>
          <p:cNvSpPr/>
          <p:nvPr/>
        </p:nvSpPr>
        <p:spPr>
          <a:xfrm>
            <a:off x="953678" y="2990653"/>
            <a:ext cx="1781666" cy="876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Error</a:t>
            </a:r>
          </a:p>
        </p:txBody>
      </p:sp>
      <p:sp>
        <p:nvSpPr>
          <p:cNvPr id="10" name="Rectangle 9">
            <a:extLst>
              <a:ext uri="{FF2B5EF4-FFF2-40B4-BE49-F238E27FC236}">
                <a16:creationId xmlns:a16="http://schemas.microsoft.com/office/drawing/2014/main" id="{8526A51F-7529-4A2A-B0AF-143013A24BEB}"/>
              </a:ext>
            </a:extLst>
          </p:cNvPr>
          <p:cNvSpPr/>
          <p:nvPr/>
        </p:nvSpPr>
        <p:spPr>
          <a:xfrm>
            <a:off x="6408658" y="2990653"/>
            <a:ext cx="1781666" cy="876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Exception</a:t>
            </a:r>
          </a:p>
        </p:txBody>
      </p:sp>
      <p:sp>
        <p:nvSpPr>
          <p:cNvPr id="12" name="Rectangle 11">
            <a:extLst>
              <a:ext uri="{FF2B5EF4-FFF2-40B4-BE49-F238E27FC236}">
                <a16:creationId xmlns:a16="http://schemas.microsoft.com/office/drawing/2014/main" id="{99DABCA1-A9A0-409D-AA03-721F7498BFD7}"/>
              </a:ext>
            </a:extLst>
          </p:cNvPr>
          <p:cNvSpPr/>
          <p:nvPr/>
        </p:nvSpPr>
        <p:spPr>
          <a:xfrm>
            <a:off x="5517825" y="4359110"/>
            <a:ext cx="1781666" cy="876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RuntimeException</a:t>
            </a:r>
          </a:p>
        </p:txBody>
      </p:sp>
      <p:cxnSp>
        <p:nvCxnSpPr>
          <p:cNvPr id="18" name="Straight Connector 17">
            <a:extLst>
              <a:ext uri="{FF2B5EF4-FFF2-40B4-BE49-F238E27FC236}">
                <a16:creationId xmlns:a16="http://schemas.microsoft.com/office/drawing/2014/main" id="{4B7D51CA-6A43-4B4A-B325-DF2564A8D50E}"/>
              </a:ext>
            </a:extLst>
          </p:cNvPr>
          <p:cNvCxnSpPr>
            <a:stCxn id="6" idx="2"/>
            <a:endCxn id="10" idx="0"/>
          </p:cNvCxnSpPr>
          <p:nvPr/>
        </p:nvCxnSpPr>
        <p:spPr>
          <a:xfrm>
            <a:off x="4576713" y="2526384"/>
            <a:ext cx="2722778" cy="4642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8399E11-4A2D-48B1-B626-599AA1B9B524}"/>
              </a:ext>
            </a:extLst>
          </p:cNvPr>
          <p:cNvCxnSpPr>
            <a:endCxn id="6" idx="2"/>
          </p:cNvCxnSpPr>
          <p:nvPr/>
        </p:nvCxnSpPr>
        <p:spPr>
          <a:xfrm flipV="1">
            <a:off x="1844509" y="2526384"/>
            <a:ext cx="2732204" cy="4642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53CAF3A-2BAE-452D-AD35-66F6C330C671}"/>
              </a:ext>
            </a:extLst>
          </p:cNvPr>
          <p:cNvCxnSpPr>
            <a:stCxn id="10" idx="2"/>
            <a:endCxn id="12" idx="0"/>
          </p:cNvCxnSpPr>
          <p:nvPr/>
        </p:nvCxnSpPr>
        <p:spPr>
          <a:xfrm flipH="1">
            <a:off x="6408658" y="3867346"/>
            <a:ext cx="890833" cy="49176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2841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6"/>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Exception </a:t>
            </a:r>
            <a:r>
              <a:rPr lang="en-US" dirty="0" err="1"/>
              <a:t>Heirarchy</a:t>
            </a:r>
            <a:endParaRPr dirty="0"/>
          </a:p>
        </p:txBody>
      </p:sp>
      <p:sp>
        <p:nvSpPr>
          <p:cNvPr id="289" name="Google Shape;289;p26"/>
          <p:cNvSpPr txBox="1">
            <a:spLocks noGrp="1"/>
          </p:cNvSpPr>
          <p:nvPr>
            <p:ph type="body" idx="1"/>
          </p:nvPr>
        </p:nvSpPr>
        <p:spPr>
          <a:xfrm>
            <a:off x="380010" y="1481446"/>
            <a:ext cx="8383980" cy="4882266"/>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SzPts val="2590"/>
              <a:buChar char="•"/>
            </a:pPr>
            <a:r>
              <a:rPr lang="en-US" sz="2590" b="1" dirty="0"/>
              <a:t>Throwable</a:t>
            </a:r>
            <a:r>
              <a:rPr lang="en-US" sz="2590" dirty="0"/>
              <a:t> </a:t>
            </a:r>
          </a:p>
          <a:p>
            <a:pPr marL="800100" lvl="1" indent="-342900">
              <a:spcBef>
                <a:spcPts val="0"/>
              </a:spcBef>
              <a:buSzPts val="2590"/>
              <a:buChar char="•"/>
            </a:pPr>
            <a:r>
              <a:rPr lang="en-US" sz="2190" dirty="0"/>
              <a:t>Base class for all errors and exceptions</a:t>
            </a:r>
          </a:p>
          <a:p>
            <a:pPr marL="800100" lvl="1" indent="-342900">
              <a:spcBef>
                <a:spcPts val="0"/>
              </a:spcBef>
              <a:buSzPts val="2590"/>
              <a:buChar char="•"/>
            </a:pPr>
            <a:r>
              <a:rPr lang="en-US" sz="2190" dirty="0"/>
              <a:t>Only objects that extend Throwable can be used with the </a:t>
            </a:r>
            <a:r>
              <a:rPr lang="en-US" sz="2190" i="1" dirty="0">
                <a:solidFill>
                  <a:srgbClr val="7030A0"/>
                </a:solidFill>
              </a:rPr>
              <a:t>throw</a:t>
            </a:r>
            <a:r>
              <a:rPr lang="en-US" sz="2190" dirty="0"/>
              <a:t> and </a:t>
            </a:r>
            <a:r>
              <a:rPr lang="en-US" sz="2190" i="1" dirty="0">
                <a:solidFill>
                  <a:srgbClr val="7030A0"/>
                </a:solidFill>
              </a:rPr>
              <a:t>catch</a:t>
            </a:r>
            <a:r>
              <a:rPr lang="en-US" sz="2190" dirty="0"/>
              <a:t> keywords</a:t>
            </a:r>
          </a:p>
          <a:p>
            <a:pPr marL="342900" lvl="0" indent="-342900" algn="l" rtl="0">
              <a:spcBef>
                <a:spcPts val="0"/>
              </a:spcBef>
              <a:spcAft>
                <a:spcPts val="0"/>
              </a:spcAft>
              <a:buSzPts val="2590"/>
              <a:buChar char="•"/>
            </a:pPr>
            <a:r>
              <a:rPr lang="en-US" sz="2590" b="1" dirty="0"/>
              <a:t>Error</a:t>
            </a:r>
          </a:p>
          <a:p>
            <a:pPr marL="800100" lvl="1" indent="-342900">
              <a:spcBef>
                <a:spcPts val="0"/>
              </a:spcBef>
              <a:buSzPts val="2590"/>
              <a:buChar char="•"/>
            </a:pPr>
            <a:r>
              <a:rPr lang="en-US" sz="2190" dirty="0"/>
              <a:t>Serious system-level problem, usually outside of the control of the application</a:t>
            </a:r>
          </a:p>
          <a:p>
            <a:pPr marL="800100" lvl="1" indent="-342900">
              <a:spcBef>
                <a:spcPts val="0"/>
              </a:spcBef>
              <a:buSzPts val="2590"/>
              <a:buChar char="•"/>
            </a:pPr>
            <a:r>
              <a:rPr lang="en-US" sz="2190" dirty="0"/>
              <a:t>Ex: </a:t>
            </a:r>
            <a:r>
              <a:rPr lang="en-US" sz="2190" dirty="0" err="1"/>
              <a:t>OutOfMemoryError</a:t>
            </a:r>
            <a:r>
              <a:rPr lang="en-US" sz="2190" dirty="0"/>
              <a:t>, </a:t>
            </a:r>
            <a:r>
              <a:rPr lang="en-US" sz="2190" dirty="0" err="1"/>
              <a:t>StackOverflowError</a:t>
            </a:r>
            <a:endParaRPr lang="en-US" sz="2190" dirty="0"/>
          </a:p>
          <a:p>
            <a:pPr marL="342900" lvl="0" indent="-342900" algn="l" rtl="0">
              <a:spcBef>
                <a:spcPts val="0"/>
              </a:spcBef>
              <a:spcAft>
                <a:spcPts val="0"/>
              </a:spcAft>
              <a:buSzPts val="2590"/>
              <a:buChar char="•"/>
            </a:pPr>
            <a:r>
              <a:rPr lang="en-US" sz="2590" b="1" dirty="0"/>
              <a:t>Exception</a:t>
            </a:r>
            <a:endParaRPr lang="en-US" sz="2590" dirty="0"/>
          </a:p>
          <a:p>
            <a:pPr marL="800100" lvl="1" indent="-342900">
              <a:spcBef>
                <a:spcPts val="0"/>
              </a:spcBef>
              <a:buSzPts val="2590"/>
              <a:buChar char="•"/>
            </a:pPr>
            <a:r>
              <a:rPr lang="en-US" sz="2190" dirty="0"/>
              <a:t>Recoverable problems that the application is expected to handle</a:t>
            </a:r>
          </a:p>
          <a:p>
            <a:pPr marL="800100" lvl="1" indent="-342900">
              <a:spcBef>
                <a:spcPts val="0"/>
              </a:spcBef>
              <a:buSzPts val="2590"/>
              <a:buChar char="•"/>
            </a:pPr>
            <a:r>
              <a:rPr lang="en-US" sz="2190" dirty="0"/>
              <a:t>Ex: IOException, </a:t>
            </a:r>
            <a:r>
              <a:rPr lang="en-US" sz="2190" dirty="0" err="1"/>
              <a:t>FileNotFoundException</a:t>
            </a:r>
            <a:endParaRPr lang="en-US" sz="2190" dirty="0"/>
          </a:p>
          <a:p>
            <a:pPr marL="342900" lvl="0" indent="-342900" algn="l" rtl="0">
              <a:spcBef>
                <a:spcPts val="0"/>
              </a:spcBef>
              <a:spcAft>
                <a:spcPts val="0"/>
              </a:spcAft>
              <a:buSzPts val="2590"/>
              <a:buChar char="•"/>
            </a:pPr>
            <a:r>
              <a:rPr lang="en-US" sz="2590" b="1" dirty="0"/>
              <a:t>RuntimeException</a:t>
            </a:r>
            <a:endParaRPr lang="en-US" sz="2590" dirty="0"/>
          </a:p>
          <a:p>
            <a:pPr marL="800100" lvl="1" indent="-342900">
              <a:spcBef>
                <a:spcPts val="0"/>
              </a:spcBef>
              <a:buSzPts val="2590"/>
              <a:buChar char="•"/>
            </a:pPr>
            <a:r>
              <a:rPr lang="en-US" sz="2190" dirty="0"/>
              <a:t>Sub-class of Exception used to represent programming errors that are not required to by handled at compile time (i.e. problems that occur at runtime, not compile time).</a:t>
            </a:r>
          </a:p>
          <a:p>
            <a:pPr marL="800100" lvl="1" indent="-342900">
              <a:spcBef>
                <a:spcPts val="0"/>
              </a:spcBef>
              <a:buSzPts val="2590"/>
              <a:buChar char="•"/>
            </a:pPr>
            <a:r>
              <a:rPr lang="en-US" sz="2190" dirty="0"/>
              <a:t>Ex: </a:t>
            </a:r>
            <a:r>
              <a:rPr lang="en-US" sz="2190" dirty="0" err="1"/>
              <a:t>NullPointerException</a:t>
            </a:r>
            <a:r>
              <a:rPr lang="en-US" sz="2190" dirty="0"/>
              <a:t>, </a:t>
            </a:r>
            <a:r>
              <a:rPr lang="en-US" sz="2190" dirty="0" err="1"/>
              <a:t>ArrayIndexOutOfBoundsException</a:t>
            </a:r>
            <a:endParaRPr lang="en-US" sz="2190" dirty="0"/>
          </a:p>
        </p:txBody>
      </p:sp>
      <p:sp>
        <p:nvSpPr>
          <p:cNvPr id="290" name="Google Shape;290;p26"/>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690835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9">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9">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9">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9">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9">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654EB-6704-DA16-4EF4-52AC15F69A0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854D72-411F-8824-D97F-1E3C90273DB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3" name="Title 2">
            <a:extLst>
              <a:ext uri="{FF2B5EF4-FFF2-40B4-BE49-F238E27FC236}">
                <a16:creationId xmlns:a16="http://schemas.microsoft.com/office/drawing/2014/main" id="{06C1BC86-DA77-2EE4-CD09-03D1F272105E}"/>
              </a:ext>
            </a:extLst>
          </p:cNvPr>
          <p:cNvSpPr>
            <a:spLocks noGrp="1"/>
          </p:cNvSpPr>
          <p:nvPr>
            <p:ph type="title"/>
          </p:nvPr>
        </p:nvSpPr>
        <p:spPr/>
        <p:txBody>
          <a:bodyPr/>
          <a:lstStyle/>
          <a:p>
            <a:r>
              <a:rPr lang="en-US" sz="3600" dirty="0"/>
              <a:t>Checked vs Unchecked Exceptions</a:t>
            </a:r>
          </a:p>
        </p:txBody>
      </p:sp>
    </p:spTree>
    <p:extLst>
      <p:ext uri="{BB962C8B-B14F-4D97-AF65-F5344CB8AC3E}">
        <p14:creationId xmlns:p14="http://schemas.microsoft.com/office/powerpoint/2010/main" val="3771819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15C9A72F-E8FD-B3CA-4F25-0EE386BA228A}"/>
            </a:ext>
          </a:extLst>
        </p:cNvPr>
        <p:cNvGrpSpPr/>
        <p:nvPr/>
      </p:nvGrpSpPr>
      <p:grpSpPr>
        <a:xfrm>
          <a:off x="0" y="0"/>
          <a:ext cx="0" cy="0"/>
          <a:chOff x="0" y="0"/>
          <a:chExt cx="0" cy="0"/>
        </a:xfrm>
      </p:grpSpPr>
      <p:sp>
        <p:nvSpPr>
          <p:cNvPr id="288" name="Google Shape;288;p26">
            <a:extLst>
              <a:ext uri="{FF2B5EF4-FFF2-40B4-BE49-F238E27FC236}">
                <a16:creationId xmlns:a16="http://schemas.microsoft.com/office/drawing/2014/main" id="{2244B1A5-EC8C-C5F3-EB90-539E160B6E8C}"/>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Checked vs Unchecked Exceptions</a:t>
            </a:r>
            <a:endParaRPr dirty="0"/>
          </a:p>
        </p:txBody>
      </p:sp>
      <p:sp>
        <p:nvSpPr>
          <p:cNvPr id="289" name="Google Shape;289;p26">
            <a:extLst>
              <a:ext uri="{FF2B5EF4-FFF2-40B4-BE49-F238E27FC236}">
                <a16:creationId xmlns:a16="http://schemas.microsoft.com/office/drawing/2014/main" id="{7C7A8E9E-4429-4FF0-7746-A3819B115B6A}"/>
              </a:ext>
            </a:extLst>
          </p:cNvPr>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SzPts val="2590"/>
              <a:buChar char="•"/>
            </a:pPr>
            <a:r>
              <a:rPr lang="en-US" sz="2590" b="1" dirty="0"/>
              <a:t>Checked</a:t>
            </a:r>
            <a:r>
              <a:rPr lang="en-US" sz="2590" dirty="0"/>
              <a:t> exceptions are those which are caught by your compiler, or at compile time.</a:t>
            </a:r>
          </a:p>
          <a:p>
            <a:pPr marL="342900" lvl="0" indent="-342900" algn="l" rtl="0">
              <a:spcBef>
                <a:spcPts val="0"/>
              </a:spcBef>
              <a:spcAft>
                <a:spcPts val="0"/>
              </a:spcAft>
              <a:buSzPts val="2590"/>
              <a:buChar char="•"/>
            </a:pPr>
            <a:r>
              <a:rPr lang="en-US" sz="2590" dirty="0"/>
              <a:t>If some code with a method throws a checked exception, the method must either handle the exception, or must request that the exception is handled later.</a:t>
            </a:r>
          </a:p>
          <a:p>
            <a:pPr marL="342900" lvl="0" indent="-342900" algn="l" rtl="0">
              <a:spcBef>
                <a:spcPts val="0"/>
              </a:spcBef>
              <a:spcAft>
                <a:spcPts val="0"/>
              </a:spcAft>
              <a:buSzPts val="2590"/>
              <a:buChar char="•"/>
            </a:pPr>
            <a:endParaRPr lang="en-US" sz="2590" dirty="0"/>
          </a:p>
          <a:p>
            <a:pPr marL="342900" lvl="0" indent="-342900" algn="l" rtl="0">
              <a:spcBef>
                <a:spcPts val="0"/>
              </a:spcBef>
              <a:spcAft>
                <a:spcPts val="0"/>
              </a:spcAft>
              <a:buSzPts val="2590"/>
              <a:buChar char="•"/>
            </a:pPr>
            <a:r>
              <a:rPr lang="en-US" sz="2590" b="1" dirty="0"/>
              <a:t>Unchecked </a:t>
            </a:r>
            <a:r>
              <a:rPr lang="en-US" sz="2590" dirty="0"/>
              <a:t>exceptions are exceptions that are not checked at compile time. Technically, you do not have to handle them…but you still should!</a:t>
            </a:r>
          </a:p>
          <a:p>
            <a:pPr marL="342900" lvl="0" indent="-342900" algn="l" rtl="0">
              <a:spcBef>
                <a:spcPts val="0"/>
              </a:spcBef>
              <a:spcAft>
                <a:spcPts val="0"/>
              </a:spcAft>
              <a:buSzPts val="2590"/>
              <a:buChar char="•"/>
            </a:pPr>
            <a:r>
              <a:rPr lang="en-US" sz="2590" dirty="0"/>
              <a:t>Runtime exceptions are unchecked exceptions (because the code was able to compile and run).</a:t>
            </a:r>
          </a:p>
        </p:txBody>
      </p:sp>
      <p:sp>
        <p:nvSpPr>
          <p:cNvPr id="290" name="Google Shape;290;p26">
            <a:extLst>
              <a:ext uri="{FF2B5EF4-FFF2-40B4-BE49-F238E27FC236}">
                <a16:creationId xmlns:a16="http://schemas.microsoft.com/office/drawing/2014/main" id="{664C473B-8C8F-8099-D6E9-87F6633024D5}"/>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3853513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02ACA-C196-54B2-B324-E2A8B5E921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AF8E0C-9CF6-3B75-5603-7974D73212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3" name="Title 2">
            <a:extLst>
              <a:ext uri="{FF2B5EF4-FFF2-40B4-BE49-F238E27FC236}">
                <a16:creationId xmlns:a16="http://schemas.microsoft.com/office/drawing/2014/main" id="{8E2E8182-6BBA-4492-7474-CD93594922B7}"/>
              </a:ext>
            </a:extLst>
          </p:cNvPr>
          <p:cNvSpPr>
            <a:spLocks noGrp="1"/>
          </p:cNvSpPr>
          <p:nvPr>
            <p:ph type="title"/>
          </p:nvPr>
        </p:nvSpPr>
        <p:spPr/>
        <p:txBody>
          <a:bodyPr/>
          <a:lstStyle/>
          <a:p>
            <a:r>
              <a:rPr lang="en-US" sz="3600" dirty="0"/>
              <a:t>Try/Catch Blocks</a:t>
            </a:r>
          </a:p>
        </p:txBody>
      </p:sp>
    </p:spTree>
    <p:extLst>
      <p:ext uri="{BB962C8B-B14F-4D97-AF65-F5344CB8AC3E}">
        <p14:creationId xmlns:p14="http://schemas.microsoft.com/office/powerpoint/2010/main" val="1706215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67E7C1CA-31ED-1F61-B2B7-D64914736F67}"/>
            </a:ext>
          </a:extLst>
        </p:cNvPr>
        <p:cNvGrpSpPr/>
        <p:nvPr/>
      </p:nvGrpSpPr>
      <p:grpSpPr>
        <a:xfrm>
          <a:off x="0" y="0"/>
          <a:ext cx="0" cy="0"/>
          <a:chOff x="0" y="0"/>
          <a:chExt cx="0" cy="0"/>
        </a:xfrm>
      </p:grpSpPr>
      <p:sp>
        <p:nvSpPr>
          <p:cNvPr id="288" name="Google Shape;288;p26">
            <a:extLst>
              <a:ext uri="{FF2B5EF4-FFF2-40B4-BE49-F238E27FC236}">
                <a16:creationId xmlns:a16="http://schemas.microsoft.com/office/drawing/2014/main" id="{6CC38F7F-C20B-8EF3-DEB3-73F0262E6D86}"/>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Handling Exceptions – Try/Catch</a:t>
            </a:r>
            <a:endParaRPr dirty="0"/>
          </a:p>
        </p:txBody>
      </p:sp>
      <p:sp>
        <p:nvSpPr>
          <p:cNvPr id="289" name="Google Shape;289;p26">
            <a:extLst>
              <a:ext uri="{FF2B5EF4-FFF2-40B4-BE49-F238E27FC236}">
                <a16:creationId xmlns:a16="http://schemas.microsoft.com/office/drawing/2014/main" id="{610341B4-20A3-4601-5AF8-162EF3A8DABC}"/>
              </a:ext>
            </a:extLst>
          </p:cNvPr>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590"/>
              <a:buChar char="•"/>
            </a:pPr>
            <a:r>
              <a:rPr lang="en-US" sz="2590" dirty="0"/>
              <a:t>Risky behavior is enclosed in a try-block (i.e. the code are we </a:t>
            </a:r>
            <a:r>
              <a:rPr lang="en-US" sz="2590" i="1" dirty="0"/>
              <a:t>trying</a:t>
            </a:r>
            <a:r>
              <a:rPr lang="en-US" sz="2590" dirty="0"/>
              <a:t> to execute)</a:t>
            </a:r>
          </a:p>
          <a:p>
            <a:pPr marL="342900" lvl="0" indent="-342900" algn="l" rtl="0">
              <a:spcBef>
                <a:spcPts val="0"/>
              </a:spcBef>
              <a:spcAft>
                <a:spcPts val="0"/>
              </a:spcAft>
              <a:buSzPts val="2590"/>
              <a:buChar char="•"/>
            </a:pPr>
            <a:r>
              <a:rPr lang="en-US" sz="2590" dirty="0"/>
              <a:t>Recovery procedures are in a catch block (i.e. how should our code handle an exception if one is thrown in our try-block)</a:t>
            </a:r>
          </a:p>
          <a:p>
            <a:pPr marL="342900" lvl="0" indent="-342900" algn="l" rtl="0">
              <a:spcBef>
                <a:spcPts val="0"/>
              </a:spcBef>
              <a:spcAft>
                <a:spcPts val="0"/>
              </a:spcAft>
              <a:buSzPts val="2590"/>
              <a:buChar char="•"/>
            </a:pPr>
            <a:r>
              <a:rPr lang="en-US" sz="2590" dirty="0"/>
              <a:t>If an exception is thrown:</a:t>
            </a:r>
          </a:p>
          <a:p>
            <a:pPr marL="800100" lvl="1" indent="-342900">
              <a:spcBef>
                <a:spcPts val="0"/>
              </a:spcBef>
              <a:buSzPts val="2590"/>
              <a:buChar char="•"/>
            </a:pPr>
            <a:r>
              <a:rPr lang="en-US" sz="2190" dirty="0"/>
              <a:t>Try block execution halts</a:t>
            </a:r>
          </a:p>
          <a:p>
            <a:pPr marL="800100" lvl="1" indent="-342900">
              <a:spcBef>
                <a:spcPts val="0"/>
              </a:spcBef>
              <a:buSzPts val="2590"/>
              <a:buChar char="•"/>
            </a:pPr>
            <a:r>
              <a:rPr lang="en-US" sz="2190" dirty="0"/>
              <a:t>JRE moves to the catch block</a:t>
            </a:r>
          </a:p>
          <a:p>
            <a:pPr marL="800100" lvl="1" indent="-342900">
              <a:spcBef>
                <a:spcPts val="0"/>
              </a:spcBef>
              <a:buSzPts val="2590"/>
              <a:buChar char="•"/>
            </a:pPr>
            <a:r>
              <a:rPr lang="en-US" sz="2190" dirty="0"/>
              <a:t>JRE must find a handler in the stack</a:t>
            </a:r>
          </a:p>
          <a:p>
            <a:pPr marL="800100" lvl="1" indent="-342900">
              <a:spcBef>
                <a:spcPts val="0"/>
              </a:spcBef>
              <a:buSzPts val="2590"/>
              <a:buChar char="•"/>
            </a:pPr>
            <a:r>
              <a:rPr lang="en-US" sz="2190" dirty="0"/>
              <a:t>No handler = application termination</a:t>
            </a:r>
          </a:p>
        </p:txBody>
      </p:sp>
      <p:sp>
        <p:nvSpPr>
          <p:cNvPr id="290" name="Google Shape;290;p26">
            <a:extLst>
              <a:ext uri="{FF2B5EF4-FFF2-40B4-BE49-F238E27FC236}">
                <a16:creationId xmlns:a16="http://schemas.microsoft.com/office/drawing/2014/main" id="{F25A75CD-91DC-5047-589C-DEAEBFC201E9}"/>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894011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4">
          <a:extLst>
            <a:ext uri="{FF2B5EF4-FFF2-40B4-BE49-F238E27FC236}">
              <a16:creationId xmlns:a16="http://schemas.microsoft.com/office/drawing/2014/main" id="{42FA8443-1190-77AF-3802-50EE1EF834F5}"/>
            </a:ext>
          </a:extLst>
        </p:cNvPr>
        <p:cNvGrpSpPr/>
        <p:nvPr/>
      </p:nvGrpSpPr>
      <p:grpSpPr>
        <a:xfrm>
          <a:off x="0" y="0"/>
          <a:ext cx="0" cy="0"/>
          <a:chOff x="0" y="0"/>
          <a:chExt cx="0" cy="0"/>
        </a:xfrm>
      </p:grpSpPr>
      <p:sp>
        <p:nvSpPr>
          <p:cNvPr id="295" name="Google Shape;295;p27">
            <a:extLst>
              <a:ext uri="{FF2B5EF4-FFF2-40B4-BE49-F238E27FC236}">
                <a16:creationId xmlns:a16="http://schemas.microsoft.com/office/drawing/2014/main" id="{BE66AEBA-B742-2042-9847-7DD5A8D41A9E}"/>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Handling Exceptions – Try/Catch</a:t>
            </a:r>
            <a:endParaRPr dirty="0"/>
          </a:p>
        </p:txBody>
      </p:sp>
      <p:sp>
        <p:nvSpPr>
          <p:cNvPr id="296" name="Google Shape;296;p27">
            <a:extLst>
              <a:ext uri="{FF2B5EF4-FFF2-40B4-BE49-F238E27FC236}">
                <a16:creationId xmlns:a16="http://schemas.microsoft.com/office/drawing/2014/main" id="{49B614D4-987B-4846-0D3E-9E9A97FE8B9E}"/>
              </a:ext>
            </a:extLst>
          </p:cNvPr>
          <p:cNvSpPr txBox="1">
            <a:spLocks noGrp="1"/>
          </p:cNvSpPr>
          <p:nvPr>
            <p:ph type="body" idx="1"/>
          </p:nvPr>
        </p:nvSpPr>
        <p:spPr>
          <a:xfrm>
            <a:off x="380010" y="2013119"/>
            <a:ext cx="8168767" cy="2831761"/>
          </a:xfrm>
          <a:prstGeom prst="rect">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p>
            <a:pPr marL="0" lvl="0" indent="0" algn="l" rtl="0">
              <a:spcBef>
                <a:spcPts val="0"/>
              </a:spcBef>
              <a:spcAft>
                <a:spcPts val="0"/>
              </a:spcAft>
              <a:buSzPts val="1600"/>
              <a:buNone/>
            </a:pPr>
            <a:r>
              <a:rPr lang="en-US" sz="1400" i="1" dirty="0">
                <a:solidFill>
                  <a:srgbClr val="7030A0"/>
                </a:solidFill>
                <a:latin typeface="Courier New"/>
                <a:ea typeface="Courier New"/>
                <a:cs typeface="Courier New"/>
                <a:sym typeface="Courier New"/>
              </a:rPr>
              <a:t>public class</a:t>
            </a:r>
            <a:r>
              <a:rPr lang="en-US" sz="1400" dirty="0">
                <a:latin typeface="Courier New"/>
                <a:ea typeface="Courier New"/>
                <a:cs typeface="Courier New"/>
                <a:sym typeface="Courier New"/>
              </a:rPr>
              <a:t> InputManager {</a:t>
            </a:r>
          </a:p>
          <a:p>
            <a:pPr marL="0" lvl="0" indent="0" algn="l" rtl="0">
              <a:spcBef>
                <a:spcPts val="0"/>
              </a:spcBef>
              <a:spcAft>
                <a:spcPts val="0"/>
              </a:spcAft>
              <a:buSzPts val="1600"/>
              <a:buNone/>
            </a:pPr>
            <a:r>
              <a:rPr lang="en-US" sz="1400" dirty="0">
                <a:latin typeface="Courier New"/>
                <a:cs typeface="Courier New"/>
                <a:sym typeface="Courier New"/>
              </a:rPr>
              <a:t>    User createUserProfile(String name_input, String </a:t>
            </a:r>
            <a:r>
              <a:rPr lang="en-US" sz="1400" dirty="0" err="1">
                <a:latin typeface="Courier New"/>
                <a:cs typeface="Courier New"/>
                <a:sym typeface="Courier New"/>
              </a:rPr>
              <a:t>age_input</a:t>
            </a:r>
            <a:r>
              <a:rPr lang="en-US" sz="1400" dirty="0">
                <a:latin typeface="Courier New"/>
                <a:cs typeface="Courier New"/>
                <a:sym typeface="Courier New"/>
              </a:rPr>
              <a:t>){</a:t>
            </a:r>
          </a:p>
          <a:p>
            <a:pPr marL="0" lvl="0" indent="0" algn="l" rtl="0">
              <a:spcBef>
                <a:spcPts val="0"/>
              </a:spcBef>
              <a:spcAft>
                <a:spcPts val="0"/>
              </a:spcAft>
              <a:buSzPts val="1600"/>
              <a:buNone/>
            </a:pPr>
            <a:r>
              <a:rPr lang="en-US" sz="1400" dirty="0">
                <a:latin typeface="Courier New"/>
                <a:cs typeface="Courier New"/>
                <a:sym typeface="Courier New"/>
              </a:rPr>
              <a:t>        </a:t>
            </a:r>
            <a:r>
              <a:rPr lang="en-US" sz="1400" i="1" dirty="0">
                <a:solidFill>
                  <a:srgbClr val="7030A0"/>
                </a:solidFill>
                <a:latin typeface="Courier New"/>
                <a:cs typeface="Courier New"/>
                <a:sym typeface="Courier New"/>
              </a:rPr>
              <a:t>int</a:t>
            </a:r>
            <a:r>
              <a:rPr lang="en-US" sz="1400" dirty="0">
                <a:latin typeface="Courier New"/>
                <a:cs typeface="Courier New"/>
                <a:sym typeface="Courier New"/>
              </a:rPr>
              <a:t> age = 0;</a:t>
            </a:r>
          </a:p>
          <a:p>
            <a:pPr marL="0" lvl="0" indent="0" algn="l" rtl="0">
              <a:spcBef>
                <a:spcPts val="0"/>
              </a:spcBef>
              <a:spcAft>
                <a:spcPts val="0"/>
              </a:spcAft>
              <a:buSzPts val="1600"/>
              <a:buNone/>
            </a:pPr>
            <a:r>
              <a:rPr lang="en-US" sz="1400" dirty="0">
                <a:latin typeface="Courier New"/>
                <a:cs typeface="Courier New"/>
                <a:sym typeface="Courier New"/>
              </a:rPr>
              <a:t>        </a:t>
            </a:r>
            <a:r>
              <a:rPr lang="en-US" sz="1400" i="1" dirty="0">
                <a:solidFill>
                  <a:srgbClr val="7030A0"/>
                </a:solidFill>
                <a:latin typeface="Courier New"/>
                <a:cs typeface="Courier New"/>
                <a:sym typeface="Courier New"/>
              </a:rPr>
              <a:t>try</a:t>
            </a:r>
            <a:r>
              <a:rPr lang="en-US" sz="1400" dirty="0">
                <a:latin typeface="Courier New"/>
                <a:cs typeface="Courier New"/>
                <a:sym typeface="Courier New"/>
              </a:rPr>
              <a:t> {</a:t>
            </a:r>
          </a:p>
          <a:p>
            <a:pPr marL="0" lvl="0" indent="0" algn="l" rtl="0">
              <a:spcBef>
                <a:spcPts val="0"/>
              </a:spcBef>
              <a:spcAft>
                <a:spcPts val="0"/>
              </a:spcAft>
              <a:buSzPts val="1600"/>
              <a:buNone/>
            </a:pPr>
            <a:r>
              <a:rPr lang="en-US" sz="1400" dirty="0">
                <a:latin typeface="Courier New"/>
                <a:cs typeface="Courier New"/>
                <a:sym typeface="Courier New"/>
              </a:rPr>
              <a:t>            age = </a:t>
            </a:r>
            <a:r>
              <a:rPr lang="en-US" sz="1400" dirty="0" err="1">
                <a:latin typeface="Courier New"/>
                <a:cs typeface="Courier New"/>
                <a:sym typeface="Courier New"/>
              </a:rPr>
              <a:t>Integer.parseInt</a:t>
            </a:r>
            <a:r>
              <a:rPr lang="en-US" sz="1400" dirty="0">
                <a:latin typeface="Courier New"/>
                <a:cs typeface="Courier New"/>
                <a:sym typeface="Courier New"/>
              </a:rPr>
              <a:t>(</a:t>
            </a:r>
            <a:r>
              <a:rPr lang="en-US" sz="1400" dirty="0" err="1">
                <a:latin typeface="Courier New"/>
                <a:cs typeface="Courier New"/>
                <a:sym typeface="Courier New"/>
              </a:rPr>
              <a:t>age_input</a:t>
            </a:r>
            <a:r>
              <a:rPr lang="en-US" sz="1400" dirty="0">
                <a:latin typeface="Courier New"/>
                <a:cs typeface="Courier New"/>
                <a:sym typeface="Courier New"/>
              </a:rPr>
              <a:t>);</a:t>
            </a:r>
          </a:p>
          <a:p>
            <a:pPr marL="0" lvl="0" indent="0" algn="l" rtl="0">
              <a:spcBef>
                <a:spcPts val="0"/>
              </a:spcBef>
              <a:spcAft>
                <a:spcPts val="0"/>
              </a:spcAft>
              <a:buSzPts val="1600"/>
              <a:buNone/>
            </a:pPr>
            <a:r>
              <a:rPr lang="en-US" sz="1400" dirty="0">
                <a:latin typeface="Courier New"/>
                <a:cs typeface="Courier New"/>
                <a:sym typeface="Courier New"/>
              </a:rPr>
              <a:t>        } </a:t>
            </a:r>
            <a:r>
              <a:rPr lang="en-US" sz="1400" i="1" dirty="0">
                <a:solidFill>
                  <a:srgbClr val="7030A0"/>
                </a:solidFill>
                <a:latin typeface="Courier New"/>
                <a:cs typeface="Courier New"/>
                <a:sym typeface="Courier New"/>
              </a:rPr>
              <a:t>catch</a:t>
            </a:r>
            <a:r>
              <a:rPr lang="en-US" sz="1400" dirty="0">
                <a:latin typeface="Courier New"/>
                <a:cs typeface="Courier New"/>
                <a:sym typeface="Courier New"/>
              </a:rPr>
              <a:t> (NumberFormatException e) {</a:t>
            </a:r>
          </a:p>
          <a:p>
            <a:pPr marL="0" lvl="0" indent="0" algn="l" rtl="0">
              <a:spcBef>
                <a:spcPts val="0"/>
              </a:spcBef>
              <a:spcAft>
                <a:spcPts val="0"/>
              </a:spcAft>
              <a:buSzPts val="1600"/>
              <a:buNone/>
            </a:pPr>
            <a:r>
              <a:rPr lang="en-US" sz="1400" dirty="0">
                <a:latin typeface="Courier New"/>
                <a:cs typeface="Courier New"/>
                <a:sym typeface="Courier New"/>
              </a:rPr>
              <a:t>            </a:t>
            </a:r>
            <a:r>
              <a:rPr lang="en-US" sz="1400" dirty="0" err="1">
                <a:latin typeface="Courier New"/>
                <a:cs typeface="Courier New"/>
                <a:sym typeface="Courier New"/>
              </a:rPr>
              <a:t>System.out.println</a:t>
            </a:r>
            <a:r>
              <a:rPr lang="en-US" sz="1400" dirty="0">
                <a:latin typeface="Courier New"/>
                <a:cs typeface="Courier New"/>
                <a:sym typeface="Courier New"/>
              </a:rPr>
              <a:t>(“Please enter a valid number for age.”);</a:t>
            </a:r>
          </a:p>
          <a:p>
            <a:pPr marL="0" lvl="0" indent="0" algn="l" rtl="0">
              <a:spcBef>
                <a:spcPts val="0"/>
              </a:spcBef>
              <a:spcAft>
                <a:spcPts val="0"/>
              </a:spcAft>
              <a:buSzPts val="1600"/>
              <a:buNone/>
            </a:pPr>
            <a:r>
              <a:rPr lang="en-US" sz="1400" dirty="0">
                <a:latin typeface="Courier New"/>
                <a:cs typeface="Courier New"/>
                <a:sym typeface="Courier New"/>
              </a:rPr>
              <a:t>        }</a:t>
            </a:r>
          </a:p>
          <a:p>
            <a:pPr marL="0" lvl="0" indent="0" algn="l" rtl="0">
              <a:spcBef>
                <a:spcPts val="0"/>
              </a:spcBef>
              <a:spcAft>
                <a:spcPts val="0"/>
              </a:spcAft>
              <a:buSzPts val="1600"/>
              <a:buNone/>
            </a:pPr>
            <a:endParaRPr lang="en-US" sz="1400" dirty="0">
              <a:latin typeface="Courier New"/>
              <a:cs typeface="Courier New"/>
              <a:sym typeface="Courier New"/>
            </a:endParaRPr>
          </a:p>
          <a:p>
            <a:pPr marL="0" lvl="0" indent="0" algn="l" rtl="0">
              <a:spcBef>
                <a:spcPts val="0"/>
              </a:spcBef>
              <a:spcAft>
                <a:spcPts val="0"/>
              </a:spcAft>
              <a:buSzPts val="1600"/>
              <a:buNone/>
            </a:pPr>
            <a:r>
              <a:rPr lang="en-US" sz="1400" dirty="0">
                <a:latin typeface="Courier New"/>
                <a:cs typeface="Courier New"/>
                <a:sym typeface="Courier New"/>
              </a:rPr>
              <a:t>        </a:t>
            </a:r>
            <a:r>
              <a:rPr lang="en-US" sz="1400" i="1" dirty="0">
                <a:solidFill>
                  <a:srgbClr val="7030A0"/>
                </a:solidFill>
                <a:latin typeface="Courier New"/>
                <a:cs typeface="Courier New"/>
                <a:sym typeface="Courier New"/>
              </a:rPr>
              <a:t>return new</a:t>
            </a:r>
            <a:r>
              <a:rPr lang="en-US" sz="1400" dirty="0">
                <a:latin typeface="Courier New"/>
                <a:cs typeface="Courier New"/>
                <a:sym typeface="Courier New"/>
              </a:rPr>
              <a:t> User(</a:t>
            </a:r>
            <a:r>
              <a:rPr lang="en-US" sz="1400" dirty="0" err="1">
                <a:latin typeface="Courier New"/>
                <a:cs typeface="Courier New"/>
                <a:sym typeface="Courier New"/>
              </a:rPr>
              <a:t>name_input</a:t>
            </a:r>
            <a:r>
              <a:rPr lang="en-US" sz="1400" dirty="0">
                <a:latin typeface="Courier New"/>
                <a:cs typeface="Courier New"/>
                <a:sym typeface="Courier New"/>
              </a:rPr>
              <a:t>, age);</a:t>
            </a:r>
          </a:p>
          <a:p>
            <a:pPr marL="0" lvl="0" indent="0" algn="l" rtl="0">
              <a:spcBef>
                <a:spcPts val="0"/>
              </a:spcBef>
              <a:spcAft>
                <a:spcPts val="0"/>
              </a:spcAft>
              <a:buSzPts val="1600"/>
              <a:buNone/>
            </a:pPr>
            <a:r>
              <a:rPr lang="en-US" sz="1400" dirty="0">
                <a:latin typeface="Courier New"/>
                <a:cs typeface="Courier New"/>
                <a:sym typeface="Courier New"/>
              </a:rPr>
              <a:t>    }</a:t>
            </a:r>
            <a:endParaRPr sz="2400" dirty="0"/>
          </a:p>
          <a:p>
            <a:pPr marL="0" lvl="0" indent="0" algn="l" rtl="0">
              <a:spcBef>
                <a:spcPts val="320"/>
              </a:spcBef>
              <a:spcAft>
                <a:spcPts val="0"/>
              </a:spcAft>
              <a:buSzPts val="1600"/>
              <a:buNone/>
            </a:pPr>
            <a:r>
              <a:rPr lang="en-US" sz="1400" dirty="0">
                <a:latin typeface="Courier New"/>
                <a:ea typeface="Courier New"/>
                <a:cs typeface="Courier New"/>
                <a:sym typeface="Courier New"/>
              </a:rPr>
              <a:t>}</a:t>
            </a:r>
            <a:endParaRPr sz="2400" dirty="0"/>
          </a:p>
          <a:p>
            <a:pPr marL="0" lvl="0" indent="0" algn="l" rtl="0">
              <a:spcBef>
                <a:spcPts val="320"/>
              </a:spcBef>
              <a:spcAft>
                <a:spcPts val="0"/>
              </a:spcAft>
              <a:buSzPts val="1600"/>
              <a:buNone/>
            </a:pPr>
            <a:endParaRPr sz="1400" dirty="0">
              <a:latin typeface="Courier New"/>
              <a:ea typeface="Courier New"/>
              <a:cs typeface="Courier New"/>
              <a:sym typeface="Courier New"/>
            </a:endParaRPr>
          </a:p>
        </p:txBody>
      </p:sp>
      <p:sp>
        <p:nvSpPr>
          <p:cNvPr id="297" name="Google Shape;297;p27">
            <a:extLst>
              <a:ext uri="{FF2B5EF4-FFF2-40B4-BE49-F238E27FC236}">
                <a16:creationId xmlns:a16="http://schemas.microsoft.com/office/drawing/2014/main" id="{36F5569F-AB81-D900-F6F3-F43F757F3B6A}"/>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222968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CBFEDB-725E-975E-473B-B9997E6A770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3" name="Title 2">
            <a:extLst>
              <a:ext uri="{FF2B5EF4-FFF2-40B4-BE49-F238E27FC236}">
                <a16:creationId xmlns:a16="http://schemas.microsoft.com/office/drawing/2014/main" id="{AF6BF3DC-3357-155C-0F16-BA1AA07469BB}"/>
              </a:ext>
            </a:extLst>
          </p:cNvPr>
          <p:cNvSpPr>
            <a:spLocks noGrp="1"/>
          </p:cNvSpPr>
          <p:nvPr>
            <p:ph type="title"/>
          </p:nvPr>
        </p:nvSpPr>
        <p:spPr/>
        <p:txBody>
          <a:bodyPr/>
          <a:lstStyle/>
          <a:p>
            <a:r>
              <a:rPr lang="en-US" sz="3600" dirty="0"/>
              <a:t>Handling Multiple Exceptions</a:t>
            </a:r>
          </a:p>
        </p:txBody>
      </p:sp>
    </p:spTree>
    <p:extLst>
      <p:ext uri="{BB962C8B-B14F-4D97-AF65-F5344CB8AC3E}">
        <p14:creationId xmlns:p14="http://schemas.microsoft.com/office/powerpoint/2010/main" val="2022735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A69EE136-3C71-B93B-48F4-C4DD1F2043D6}"/>
            </a:ext>
          </a:extLst>
        </p:cNvPr>
        <p:cNvGrpSpPr/>
        <p:nvPr/>
      </p:nvGrpSpPr>
      <p:grpSpPr>
        <a:xfrm>
          <a:off x="0" y="0"/>
          <a:ext cx="0" cy="0"/>
          <a:chOff x="0" y="0"/>
          <a:chExt cx="0" cy="0"/>
        </a:xfrm>
      </p:grpSpPr>
      <p:sp>
        <p:nvSpPr>
          <p:cNvPr id="288" name="Google Shape;288;p26">
            <a:extLst>
              <a:ext uri="{FF2B5EF4-FFF2-40B4-BE49-F238E27FC236}">
                <a16:creationId xmlns:a16="http://schemas.microsoft.com/office/drawing/2014/main" id="{6318B2FD-12EE-8601-BCD6-E37EC06DB642}"/>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Handling Multiple Exceptions</a:t>
            </a:r>
            <a:endParaRPr dirty="0"/>
          </a:p>
        </p:txBody>
      </p:sp>
      <p:sp>
        <p:nvSpPr>
          <p:cNvPr id="289" name="Google Shape;289;p26">
            <a:extLst>
              <a:ext uri="{FF2B5EF4-FFF2-40B4-BE49-F238E27FC236}">
                <a16:creationId xmlns:a16="http://schemas.microsoft.com/office/drawing/2014/main" id="{9649FF86-7618-0879-6125-A457BBC53056}"/>
              </a:ext>
            </a:extLst>
          </p:cNvPr>
          <p:cNvSpPr txBox="1">
            <a:spLocks noGrp="1"/>
          </p:cNvSpPr>
          <p:nvPr>
            <p:ph type="body" idx="1"/>
          </p:nvPr>
        </p:nvSpPr>
        <p:spPr>
          <a:xfrm>
            <a:off x="380010" y="1481446"/>
            <a:ext cx="8383980" cy="4979739"/>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590"/>
              <a:buChar char="•"/>
            </a:pPr>
            <a:r>
              <a:rPr lang="en-US" sz="2590" dirty="0"/>
              <a:t>With a single try statement you can declare multiple catch blocks.</a:t>
            </a:r>
          </a:p>
          <a:p>
            <a:pPr marL="342900" lvl="0" indent="-342900" algn="l" rtl="0">
              <a:spcBef>
                <a:spcPts val="0"/>
              </a:spcBef>
              <a:spcAft>
                <a:spcPts val="0"/>
              </a:spcAft>
              <a:buSzPts val="2590"/>
              <a:buChar char="•"/>
            </a:pPr>
            <a:r>
              <a:rPr lang="en-US" sz="2590" dirty="0"/>
              <a:t>Each catch block may define alternative ways to handle exceptions of specified types</a:t>
            </a:r>
          </a:p>
          <a:p>
            <a:pPr marL="342900" lvl="0" indent="-342900" algn="l" rtl="0">
              <a:spcBef>
                <a:spcPts val="0"/>
              </a:spcBef>
              <a:spcAft>
                <a:spcPts val="0"/>
              </a:spcAft>
              <a:buSzPts val="2590"/>
              <a:buChar char="•"/>
            </a:pPr>
            <a:r>
              <a:rPr lang="en-US" sz="2590" dirty="0"/>
              <a:t>You may also use the pipe “|” operator with a single catch statement to declare multiple exception types which are handled with the same code.</a:t>
            </a:r>
          </a:p>
          <a:p>
            <a:pPr marL="800100" lvl="1" indent="-342900">
              <a:spcBef>
                <a:spcPts val="0"/>
              </a:spcBef>
              <a:buSzPts val="2590"/>
              <a:buChar char="•"/>
            </a:pPr>
            <a:r>
              <a:rPr lang="en-US" sz="2190" dirty="0"/>
              <a:t>This is known as a multi-catch statement</a:t>
            </a:r>
          </a:p>
          <a:p>
            <a:pPr marL="342900" lvl="0" indent="-342900" algn="l" rtl="0">
              <a:spcBef>
                <a:spcPts val="0"/>
              </a:spcBef>
              <a:spcAft>
                <a:spcPts val="0"/>
              </a:spcAft>
              <a:buSzPts val="2590"/>
              <a:buChar char="•"/>
            </a:pPr>
            <a:r>
              <a:rPr lang="en-US" sz="2590" dirty="0"/>
              <a:t>When using multiple catch or multi-catch statements, the JRE checks from top-to-bottom, and the first Exception subclass is executed.</a:t>
            </a:r>
          </a:p>
          <a:p>
            <a:pPr marL="342900" lvl="0" indent="-342900" algn="l" rtl="0">
              <a:spcBef>
                <a:spcPts val="0"/>
              </a:spcBef>
              <a:spcAft>
                <a:spcPts val="0"/>
              </a:spcAft>
              <a:buSzPts val="2590"/>
              <a:buChar char="•"/>
            </a:pPr>
            <a:r>
              <a:rPr lang="en-US" sz="2590" dirty="0"/>
              <a:t>More General exceptions must be last</a:t>
            </a:r>
            <a:endParaRPr lang="en-US" sz="2190" dirty="0"/>
          </a:p>
        </p:txBody>
      </p:sp>
      <p:sp>
        <p:nvSpPr>
          <p:cNvPr id="290" name="Google Shape;290;p26">
            <a:extLst>
              <a:ext uri="{FF2B5EF4-FFF2-40B4-BE49-F238E27FC236}">
                <a16:creationId xmlns:a16="http://schemas.microsoft.com/office/drawing/2014/main" id="{842683E2-91BE-8DDC-A189-9F6430BF92CB}"/>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531004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4">
          <a:extLst>
            <a:ext uri="{FF2B5EF4-FFF2-40B4-BE49-F238E27FC236}">
              <a16:creationId xmlns:a16="http://schemas.microsoft.com/office/drawing/2014/main" id="{EF43ECFD-5F1B-67B5-6F4F-3B743100149B}"/>
            </a:ext>
          </a:extLst>
        </p:cNvPr>
        <p:cNvGrpSpPr/>
        <p:nvPr/>
      </p:nvGrpSpPr>
      <p:grpSpPr>
        <a:xfrm>
          <a:off x="0" y="0"/>
          <a:ext cx="0" cy="0"/>
          <a:chOff x="0" y="0"/>
          <a:chExt cx="0" cy="0"/>
        </a:xfrm>
      </p:grpSpPr>
      <p:sp>
        <p:nvSpPr>
          <p:cNvPr id="295" name="Google Shape;295;p27">
            <a:extLst>
              <a:ext uri="{FF2B5EF4-FFF2-40B4-BE49-F238E27FC236}">
                <a16:creationId xmlns:a16="http://schemas.microsoft.com/office/drawing/2014/main" id="{AFBD2546-054D-571E-9750-549D0D9F1DFF}"/>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Handling Multiple Exceptions</a:t>
            </a:r>
            <a:endParaRPr dirty="0"/>
          </a:p>
        </p:txBody>
      </p:sp>
      <p:sp>
        <p:nvSpPr>
          <p:cNvPr id="296" name="Google Shape;296;p27">
            <a:extLst>
              <a:ext uri="{FF2B5EF4-FFF2-40B4-BE49-F238E27FC236}">
                <a16:creationId xmlns:a16="http://schemas.microsoft.com/office/drawing/2014/main" id="{CDA08014-BAB3-0F35-50FF-CC4D4F48E8D1}"/>
              </a:ext>
            </a:extLst>
          </p:cNvPr>
          <p:cNvSpPr txBox="1">
            <a:spLocks noGrp="1"/>
          </p:cNvSpPr>
          <p:nvPr>
            <p:ph type="body" idx="1"/>
          </p:nvPr>
        </p:nvSpPr>
        <p:spPr>
          <a:xfrm>
            <a:off x="1246908" y="2013119"/>
            <a:ext cx="7737519" cy="3528699"/>
          </a:xfrm>
          <a:prstGeom prst="rect">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p>
            <a:pPr marL="0" lvl="0" indent="0">
              <a:spcBef>
                <a:spcPts val="0"/>
              </a:spcBef>
              <a:buSzPts val="1600"/>
              <a:buNone/>
            </a:pPr>
            <a:r>
              <a:rPr lang="en-US" sz="1400" i="1" dirty="0">
                <a:solidFill>
                  <a:srgbClr val="7030A0"/>
                </a:solidFill>
                <a:latin typeface="Courier New"/>
                <a:ea typeface="Courier New"/>
                <a:cs typeface="Courier New"/>
                <a:sym typeface="Courier New"/>
              </a:rPr>
              <a:t>public class</a:t>
            </a:r>
            <a:r>
              <a:rPr lang="en-US" sz="1400" dirty="0">
                <a:latin typeface="Courier New"/>
                <a:ea typeface="Courier New"/>
                <a:cs typeface="Courier New"/>
                <a:sym typeface="Courier New"/>
              </a:rPr>
              <a:t> InputManager {</a:t>
            </a:r>
          </a:p>
          <a:p>
            <a:pPr marL="0" lvl="0" indent="0">
              <a:spcBef>
                <a:spcPts val="0"/>
              </a:spcBef>
              <a:buSzPts val="1600"/>
              <a:buNone/>
            </a:pPr>
            <a:r>
              <a:rPr lang="en-US" sz="1400" dirty="0">
                <a:latin typeface="Courier New"/>
                <a:cs typeface="Courier New"/>
                <a:sym typeface="Courier New"/>
              </a:rPr>
              <a:t>    User createUserProfile(String name_input, String age_input){</a:t>
            </a:r>
          </a:p>
          <a:p>
            <a:pPr marL="0" lvl="0" indent="0">
              <a:spcBef>
                <a:spcPts val="0"/>
              </a:spcBef>
              <a:buSzPts val="1600"/>
              <a:buNone/>
            </a:pPr>
            <a:r>
              <a:rPr lang="en-US" sz="1400" dirty="0">
                <a:latin typeface="Courier New"/>
                <a:cs typeface="Courier New"/>
                <a:sym typeface="Courier New"/>
              </a:rPr>
              <a:t>        </a:t>
            </a:r>
            <a:r>
              <a:rPr lang="en-US" sz="1400" i="1" dirty="0">
                <a:solidFill>
                  <a:srgbClr val="7030A0"/>
                </a:solidFill>
                <a:latin typeface="Courier New"/>
                <a:cs typeface="Courier New"/>
                <a:sym typeface="Courier New"/>
              </a:rPr>
              <a:t>int</a:t>
            </a:r>
            <a:r>
              <a:rPr lang="en-US" sz="1400" dirty="0">
                <a:latin typeface="Courier New"/>
                <a:cs typeface="Courier New"/>
                <a:sym typeface="Courier New"/>
              </a:rPr>
              <a:t> age = 0;</a:t>
            </a:r>
          </a:p>
          <a:p>
            <a:pPr marL="0" lvl="0" indent="0">
              <a:spcBef>
                <a:spcPts val="0"/>
              </a:spcBef>
              <a:buSzPts val="1600"/>
              <a:buNone/>
            </a:pPr>
            <a:r>
              <a:rPr lang="en-US" sz="1400" dirty="0">
                <a:latin typeface="Courier New"/>
                <a:cs typeface="Courier New"/>
                <a:sym typeface="Courier New"/>
              </a:rPr>
              <a:t>        </a:t>
            </a:r>
            <a:r>
              <a:rPr lang="en-US" sz="1400" i="1" dirty="0">
                <a:solidFill>
                  <a:srgbClr val="7030A0"/>
                </a:solidFill>
                <a:latin typeface="Courier New"/>
                <a:cs typeface="Courier New"/>
                <a:sym typeface="Courier New"/>
              </a:rPr>
              <a:t>try</a:t>
            </a:r>
            <a:r>
              <a:rPr lang="en-US" sz="1400" dirty="0">
                <a:latin typeface="Courier New"/>
                <a:cs typeface="Courier New"/>
                <a:sym typeface="Courier New"/>
              </a:rPr>
              <a:t> {</a:t>
            </a:r>
          </a:p>
          <a:p>
            <a:pPr marL="0" lvl="0" indent="0">
              <a:spcBef>
                <a:spcPts val="0"/>
              </a:spcBef>
              <a:buSzPts val="1600"/>
              <a:buNone/>
            </a:pPr>
            <a:r>
              <a:rPr lang="en-US" sz="1400" dirty="0">
                <a:latin typeface="Courier New"/>
                <a:cs typeface="Courier New"/>
                <a:sym typeface="Courier New"/>
              </a:rPr>
              <a:t>            age = Integer.parseInt(age_input);</a:t>
            </a:r>
          </a:p>
          <a:p>
            <a:pPr marL="0" lvl="0" indent="0">
              <a:spcBef>
                <a:spcPts val="0"/>
              </a:spcBef>
              <a:buSzPts val="1600"/>
              <a:buNone/>
            </a:pPr>
            <a:r>
              <a:rPr lang="en-US" sz="1400" dirty="0">
                <a:latin typeface="Courier New"/>
                <a:cs typeface="Courier New"/>
                <a:sym typeface="Courier New"/>
              </a:rPr>
              <a:t>        } </a:t>
            </a:r>
            <a:r>
              <a:rPr lang="en-US" sz="1400" i="1" dirty="0">
                <a:solidFill>
                  <a:srgbClr val="7030A0"/>
                </a:solidFill>
                <a:latin typeface="Courier New"/>
                <a:cs typeface="Courier New"/>
                <a:sym typeface="Courier New"/>
              </a:rPr>
              <a:t>catch</a:t>
            </a:r>
            <a:r>
              <a:rPr lang="en-US" sz="1400" dirty="0">
                <a:latin typeface="Courier New"/>
                <a:cs typeface="Courier New"/>
                <a:sym typeface="Courier New"/>
              </a:rPr>
              <a:t> (NumberFormatException e) {</a:t>
            </a:r>
          </a:p>
          <a:p>
            <a:pPr marL="0" lvl="0" indent="0">
              <a:spcBef>
                <a:spcPts val="0"/>
              </a:spcBef>
              <a:buSzPts val="1600"/>
              <a:buNone/>
            </a:pPr>
            <a:r>
              <a:rPr lang="en-US" sz="1400" dirty="0">
                <a:latin typeface="Courier New"/>
                <a:cs typeface="Courier New"/>
                <a:sym typeface="Courier New"/>
              </a:rPr>
              <a:t>            System.out.println(“Please enter a valid number for age.”);</a:t>
            </a:r>
          </a:p>
          <a:p>
            <a:pPr marL="0" lvl="0" indent="0">
              <a:spcBef>
                <a:spcPts val="0"/>
              </a:spcBef>
              <a:buSzPts val="1600"/>
              <a:buNone/>
            </a:pPr>
            <a:r>
              <a:rPr lang="en-US" sz="1400" dirty="0">
                <a:latin typeface="Courier New"/>
                <a:cs typeface="Courier New"/>
                <a:sym typeface="Courier New"/>
              </a:rPr>
              <a:t>        } </a:t>
            </a:r>
            <a:r>
              <a:rPr lang="en-US" sz="1400" i="1" dirty="0">
                <a:solidFill>
                  <a:srgbClr val="7030A0"/>
                </a:solidFill>
                <a:latin typeface="Courier New"/>
                <a:cs typeface="Courier New"/>
                <a:sym typeface="Courier New"/>
              </a:rPr>
              <a:t>catch</a:t>
            </a:r>
            <a:r>
              <a:rPr lang="en-US" sz="1400" dirty="0">
                <a:latin typeface="Courier New"/>
                <a:cs typeface="Courier New"/>
                <a:sym typeface="Courier New"/>
              </a:rPr>
              <a:t> (RuntimeException e) {</a:t>
            </a:r>
          </a:p>
          <a:p>
            <a:pPr marL="0" lvl="0" indent="0">
              <a:spcBef>
                <a:spcPts val="0"/>
              </a:spcBef>
              <a:buSzPts val="1600"/>
              <a:buNone/>
            </a:pPr>
            <a:r>
              <a:rPr lang="en-US" sz="1400" dirty="0">
                <a:latin typeface="Courier New"/>
                <a:cs typeface="Courier New"/>
                <a:sym typeface="Courier New"/>
              </a:rPr>
              <a:t>            e.printStackTrace();</a:t>
            </a:r>
          </a:p>
          <a:p>
            <a:pPr marL="0" lvl="0" indent="0">
              <a:spcBef>
                <a:spcPts val="0"/>
              </a:spcBef>
              <a:buSzPts val="1600"/>
              <a:buNone/>
            </a:pPr>
            <a:r>
              <a:rPr lang="en-US" sz="1400" dirty="0">
                <a:latin typeface="Courier New"/>
                <a:cs typeface="Courier New"/>
                <a:sym typeface="Courier New"/>
              </a:rPr>
              <a:t>        } </a:t>
            </a:r>
            <a:r>
              <a:rPr lang="en-US" sz="1400" i="1" dirty="0">
                <a:solidFill>
                  <a:srgbClr val="7030A0"/>
                </a:solidFill>
                <a:latin typeface="Courier New"/>
                <a:cs typeface="Courier New"/>
                <a:sym typeface="Courier New"/>
              </a:rPr>
              <a:t>catch</a:t>
            </a:r>
            <a:r>
              <a:rPr lang="en-US" sz="1400" dirty="0">
                <a:latin typeface="Courier New"/>
                <a:cs typeface="Courier New"/>
                <a:sym typeface="Courier New"/>
              </a:rPr>
              <a:t> (Exception e) {</a:t>
            </a:r>
          </a:p>
          <a:p>
            <a:pPr marL="0" lvl="0" indent="0">
              <a:spcBef>
                <a:spcPts val="0"/>
              </a:spcBef>
              <a:buSzPts val="1600"/>
              <a:buNone/>
            </a:pPr>
            <a:r>
              <a:rPr lang="en-US" sz="1400" dirty="0">
                <a:latin typeface="Courier New"/>
                <a:cs typeface="Courier New"/>
                <a:sym typeface="Courier New"/>
              </a:rPr>
              <a:t>            e.printStackTrace();</a:t>
            </a:r>
          </a:p>
          <a:p>
            <a:pPr marL="0" lvl="0" indent="0">
              <a:spcBef>
                <a:spcPts val="0"/>
              </a:spcBef>
              <a:buSzPts val="1600"/>
              <a:buNone/>
            </a:pPr>
            <a:r>
              <a:rPr lang="en-US" sz="1400" dirty="0">
                <a:latin typeface="Courier New"/>
                <a:cs typeface="Courier New"/>
                <a:sym typeface="Courier New"/>
              </a:rPr>
              <a:t>        }</a:t>
            </a:r>
          </a:p>
          <a:p>
            <a:pPr marL="0" lvl="0" indent="0">
              <a:spcBef>
                <a:spcPts val="0"/>
              </a:spcBef>
              <a:buSzPts val="1600"/>
              <a:buNone/>
            </a:pPr>
            <a:r>
              <a:rPr lang="en-US" sz="1400" dirty="0">
                <a:latin typeface="Courier New"/>
                <a:cs typeface="Courier New"/>
                <a:sym typeface="Courier New"/>
              </a:rPr>
              <a:t>        </a:t>
            </a:r>
            <a:r>
              <a:rPr lang="en-US" sz="1400" i="1" dirty="0">
                <a:solidFill>
                  <a:srgbClr val="7030A0"/>
                </a:solidFill>
                <a:latin typeface="Courier New"/>
                <a:cs typeface="Courier New"/>
                <a:sym typeface="Courier New"/>
              </a:rPr>
              <a:t>return new</a:t>
            </a:r>
            <a:r>
              <a:rPr lang="en-US" sz="1400" dirty="0">
                <a:latin typeface="Courier New"/>
                <a:cs typeface="Courier New"/>
                <a:sym typeface="Courier New"/>
              </a:rPr>
              <a:t> User(name_input, age);</a:t>
            </a:r>
          </a:p>
          <a:p>
            <a:pPr marL="0" lvl="0" indent="0">
              <a:spcBef>
                <a:spcPts val="0"/>
              </a:spcBef>
              <a:buSzPts val="1600"/>
              <a:buNone/>
            </a:pPr>
            <a:r>
              <a:rPr lang="en-US" sz="1400" dirty="0">
                <a:latin typeface="Courier New"/>
                <a:cs typeface="Courier New"/>
                <a:sym typeface="Courier New"/>
              </a:rPr>
              <a:t>    }</a:t>
            </a:r>
            <a:endParaRPr lang="en-US" sz="2400" dirty="0"/>
          </a:p>
          <a:p>
            <a:pPr marL="0" lvl="0" indent="0">
              <a:spcBef>
                <a:spcPts val="320"/>
              </a:spcBef>
              <a:buSzPts val="1600"/>
              <a:buNone/>
            </a:pPr>
            <a:r>
              <a:rPr lang="en-US" sz="1400" dirty="0">
                <a:latin typeface="Courier New"/>
                <a:ea typeface="Courier New"/>
                <a:cs typeface="Courier New"/>
                <a:sym typeface="Courier New"/>
              </a:rPr>
              <a:t>}</a:t>
            </a:r>
            <a:endParaRPr lang="en-US" sz="2400" dirty="0"/>
          </a:p>
          <a:p>
            <a:pPr marL="0" lvl="0" indent="0" algn="l" rtl="0">
              <a:spcBef>
                <a:spcPts val="320"/>
              </a:spcBef>
              <a:spcAft>
                <a:spcPts val="0"/>
              </a:spcAft>
              <a:buSzPts val="1600"/>
              <a:buNone/>
            </a:pPr>
            <a:endParaRPr sz="1400" dirty="0">
              <a:latin typeface="Courier New"/>
              <a:ea typeface="Courier New"/>
              <a:cs typeface="Courier New"/>
              <a:sym typeface="Courier New"/>
            </a:endParaRPr>
          </a:p>
        </p:txBody>
      </p:sp>
      <p:sp>
        <p:nvSpPr>
          <p:cNvPr id="297" name="Google Shape;297;p27">
            <a:extLst>
              <a:ext uri="{FF2B5EF4-FFF2-40B4-BE49-F238E27FC236}">
                <a16:creationId xmlns:a16="http://schemas.microsoft.com/office/drawing/2014/main" id="{CB754571-F6AB-E28C-C95F-D5B5F85D50FA}"/>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2" name="Left Brace 1">
            <a:extLst>
              <a:ext uri="{FF2B5EF4-FFF2-40B4-BE49-F238E27FC236}">
                <a16:creationId xmlns:a16="http://schemas.microsoft.com/office/drawing/2014/main" id="{3D4FBCBF-B041-D42D-9E09-69E1641E1D28}"/>
              </a:ext>
            </a:extLst>
          </p:cNvPr>
          <p:cNvSpPr/>
          <p:nvPr/>
        </p:nvSpPr>
        <p:spPr>
          <a:xfrm>
            <a:off x="1814946" y="3532909"/>
            <a:ext cx="290945" cy="110836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Rectangle 2">
            <a:extLst>
              <a:ext uri="{FF2B5EF4-FFF2-40B4-BE49-F238E27FC236}">
                <a16:creationId xmlns:a16="http://schemas.microsoft.com/office/drawing/2014/main" id="{8540A721-3CEA-C458-C9DC-6027A4C080AB}"/>
              </a:ext>
            </a:extLst>
          </p:cNvPr>
          <p:cNvSpPr/>
          <p:nvPr/>
        </p:nvSpPr>
        <p:spPr>
          <a:xfrm>
            <a:off x="124690" y="3532909"/>
            <a:ext cx="1690255" cy="11083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More general exceptions must go last</a:t>
            </a:r>
          </a:p>
        </p:txBody>
      </p:sp>
    </p:spTree>
    <p:extLst>
      <p:ext uri="{BB962C8B-B14F-4D97-AF65-F5344CB8AC3E}">
        <p14:creationId xmlns:p14="http://schemas.microsoft.com/office/powerpoint/2010/main" val="1233049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49922-378D-00FC-1AE5-39385DB9D8F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2D59C6-54B4-5D09-595D-2D8B8661A76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3" name="Title 2">
            <a:extLst>
              <a:ext uri="{FF2B5EF4-FFF2-40B4-BE49-F238E27FC236}">
                <a16:creationId xmlns:a16="http://schemas.microsoft.com/office/drawing/2014/main" id="{BA9E7143-C40F-625D-98AF-8F57B5A158A7}"/>
              </a:ext>
            </a:extLst>
          </p:cNvPr>
          <p:cNvSpPr>
            <a:spLocks noGrp="1"/>
          </p:cNvSpPr>
          <p:nvPr>
            <p:ph type="title"/>
          </p:nvPr>
        </p:nvSpPr>
        <p:spPr/>
        <p:txBody>
          <a:bodyPr/>
          <a:lstStyle/>
          <a:p>
            <a:r>
              <a:rPr lang="en-US" sz="3600" dirty="0"/>
              <a:t>Exception Messages</a:t>
            </a:r>
          </a:p>
        </p:txBody>
      </p:sp>
    </p:spTree>
    <p:extLst>
      <p:ext uri="{BB962C8B-B14F-4D97-AF65-F5344CB8AC3E}">
        <p14:creationId xmlns:p14="http://schemas.microsoft.com/office/powerpoint/2010/main" val="1170770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6"/>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Exception Messages</a:t>
            </a:r>
            <a:endParaRPr dirty="0"/>
          </a:p>
        </p:txBody>
      </p:sp>
      <p:sp>
        <p:nvSpPr>
          <p:cNvPr id="289" name="Google Shape;289;p26"/>
          <p:cNvSpPr txBox="1">
            <a:spLocks noGrp="1"/>
          </p:cNvSpPr>
          <p:nvPr>
            <p:ph type="body" idx="1"/>
          </p:nvPr>
        </p:nvSpPr>
        <p:spPr>
          <a:xfrm>
            <a:off x="380010" y="1481446"/>
            <a:ext cx="8383980" cy="4882266"/>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590"/>
              <a:buChar char="•"/>
            </a:pPr>
            <a:r>
              <a:rPr lang="en-US" dirty="0"/>
              <a:t>Exception Objects, at their core, are informative.</a:t>
            </a:r>
          </a:p>
          <a:p>
            <a:pPr marL="342900" lvl="0" indent="-342900" algn="l" rtl="0">
              <a:spcBef>
                <a:spcPts val="0"/>
              </a:spcBef>
              <a:spcAft>
                <a:spcPts val="0"/>
              </a:spcAft>
              <a:buSzPts val="2590"/>
              <a:buChar char="•"/>
            </a:pPr>
            <a:r>
              <a:rPr lang="en-US" dirty="0"/>
              <a:t>Printing the stack trace gives you visibility to debug your code</a:t>
            </a:r>
          </a:p>
          <a:p>
            <a:pPr marL="342900" lvl="0" indent="-342900" algn="l" rtl="0">
              <a:spcBef>
                <a:spcPts val="0"/>
              </a:spcBef>
              <a:spcAft>
                <a:spcPts val="0"/>
              </a:spcAft>
              <a:buSzPts val="2590"/>
              <a:buChar char="•"/>
            </a:pPr>
            <a:r>
              <a:rPr lang="en-US" dirty="0"/>
              <a:t>When throwing an Exception, you can provide meaningful messages.</a:t>
            </a:r>
          </a:p>
          <a:p>
            <a:pPr marL="800100" lvl="1" indent="-342900">
              <a:spcBef>
                <a:spcPts val="0"/>
              </a:spcBef>
              <a:buSzPts val="2590"/>
              <a:buChar char="•"/>
            </a:pPr>
            <a:r>
              <a:rPr lang="en-US" dirty="0"/>
              <a:t>Ex: </a:t>
            </a:r>
            <a:r>
              <a:rPr lang="en-US" i="1" dirty="0">
                <a:solidFill>
                  <a:srgbClr val="7030A0"/>
                </a:solidFill>
              </a:rPr>
              <a:t>throw new </a:t>
            </a:r>
            <a:r>
              <a:rPr lang="en-US" dirty="0"/>
              <a:t>Exception(“Incorrect format used”);</a:t>
            </a:r>
          </a:p>
          <a:p>
            <a:pPr marL="800100" lvl="1" indent="-342900">
              <a:spcBef>
                <a:spcPts val="0"/>
              </a:spcBef>
              <a:buSzPts val="2590"/>
              <a:buChar char="•"/>
            </a:pPr>
            <a:r>
              <a:rPr lang="en-US" dirty="0"/>
              <a:t>This can be especially useful when defining custom exceptions</a:t>
            </a:r>
          </a:p>
          <a:p>
            <a:pPr marL="342900" indent="-342900">
              <a:spcBef>
                <a:spcPts val="0"/>
              </a:spcBef>
              <a:buSzPts val="2590"/>
            </a:pPr>
            <a:r>
              <a:rPr lang="en-US" dirty="0"/>
              <a:t>Exception Messages can improve:</a:t>
            </a:r>
          </a:p>
          <a:p>
            <a:pPr marL="800100" lvl="1" indent="-342900">
              <a:spcBef>
                <a:spcPts val="0"/>
              </a:spcBef>
              <a:buSzPts val="2590"/>
            </a:pPr>
            <a:r>
              <a:rPr lang="en-US" dirty="0"/>
              <a:t>Debugging</a:t>
            </a:r>
          </a:p>
          <a:p>
            <a:pPr marL="800100" lvl="1" indent="-342900">
              <a:spcBef>
                <a:spcPts val="0"/>
              </a:spcBef>
              <a:buSzPts val="2590"/>
            </a:pPr>
            <a:r>
              <a:rPr lang="en-US" dirty="0"/>
              <a:t>User Experience</a:t>
            </a:r>
          </a:p>
          <a:p>
            <a:pPr marL="800100" lvl="1" indent="-342900">
              <a:spcBef>
                <a:spcPts val="0"/>
              </a:spcBef>
              <a:buSzPts val="2590"/>
            </a:pPr>
            <a:r>
              <a:rPr lang="en-US" dirty="0"/>
              <a:t>Logs and Monitoring tools by providing context</a:t>
            </a:r>
            <a:endParaRPr dirty="0"/>
          </a:p>
        </p:txBody>
      </p:sp>
      <p:sp>
        <p:nvSpPr>
          <p:cNvPr id="290" name="Google Shape;290;p26"/>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9">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9">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9">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ED9C8-AF44-8AA6-BD7C-DBE708A3955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22DB38-E2B9-55F4-A21E-EAF7B3F262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3" name="Title 2">
            <a:extLst>
              <a:ext uri="{FF2B5EF4-FFF2-40B4-BE49-F238E27FC236}">
                <a16:creationId xmlns:a16="http://schemas.microsoft.com/office/drawing/2014/main" id="{2F3A5BF3-AE4E-5854-4C9A-CC8400C50556}"/>
              </a:ext>
            </a:extLst>
          </p:cNvPr>
          <p:cNvSpPr>
            <a:spLocks noGrp="1"/>
          </p:cNvSpPr>
          <p:nvPr>
            <p:ph type="title"/>
          </p:nvPr>
        </p:nvSpPr>
        <p:spPr/>
        <p:txBody>
          <a:bodyPr/>
          <a:lstStyle/>
          <a:p>
            <a:r>
              <a:rPr lang="en-US" sz="3600" dirty="0"/>
              <a:t>Stack Trace</a:t>
            </a:r>
          </a:p>
        </p:txBody>
      </p:sp>
    </p:spTree>
    <p:extLst>
      <p:ext uri="{BB962C8B-B14F-4D97-AF65-F5344CB8AC3E}">
        <p14:creationId xmlns:p14="http://schemas.microsoft.com/office/powerpoint/2010/main" val="2797991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19601CC9-1707-205D-825E-EB378355533B}"/>
            </a:ext>
          </a:extLst>
        </p:cNvPr>
        <p:cNvGrpSpPr/>
        <p:nvPr/>
      </p:nvGrpSpPr>
      <p:grpSpPr>
        <a:xfrm>
          <a:off x="0" y="0"/>
          <a:ext cx="0" cy="0"/>
          <a:chOff x="0" y="0"/>
          <a:chExt cx="0" cy="0"/>
        </a:xfrm>
      </p:grpSpPr>
      <p:sp>
        <p:nvSpPr>
          <p:cNvPr id="288" name="Google Shape;288;p26">
            <a:extLst>
              <a:ext uri="{FF2B5EF4-FFF2-40B4-BE49-F238E27FC236}">
                <a16:creationId xmlns:a16="http://schemas.microsoft.com/office/drawing/2014/main" id="{62818F42-E553-3DDE-5081-946E12C563BB}"/>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Reading Stacktraces</a:t>
            </a:r>
            <a:endParaRPr/>
          </a:p>
        </p:txBody>
      </p:sp>
      <p:sp>
        <p:nvSpPr>
          <p:cNvPr id="289" name="Google Shape;289;p26">
            <a:extLst>
              <a:ext uri="{FF2B5EF4-FFF2-40B4-BE49-F238E27FC236}">
                <a16:creationId xmlns:a16="http://schemas.microsoft.com/office/drawing/2014/main" id="{B710A3D4-BC26-9701-3B84-AC8330A3D9D1}"/>
              </a:ext>
            </a:extLst>
          </p:cNvPr>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590"/>
              <a:buChar char="•"/>
            </a:pPr>
            <a:r>
              <a:rPr lang="en-US" sz="2590" dirty="0"/>
              <a:t>When a Java application throws an exception, it generates a “</a:t>
            </a:r>
            <a:r>
              <a:rPr lang="en-US" sz="2590" dirty="0" err="1"/>
              <a:t>stacktrace</a:t>
            </a:r>
            <a:r>
              <a:rPr lang="en-US" sz="2590" dirty="0"/>
              <a:t>”</a:t>
            </a:r>
            <a:endParaRPr dirty="0"/>
          </a:p>
          <a:p>
            <a:pPr marL="742950" lvl="1" indent="-285750" algn="l" rtl="0">
              <a:spcBef>
                <a:spcPts val="444"/>
              </a:spcBef>
              <a:spcAft>
                <a:spcPts val="0"/>
              </a:spcAft>
              <a:buSzPts val="2220"/>
              <a:buChar char="–"/>
            </a:pPr>
            <a:r>
              <a:rPr lang="en-US" sz="2220" dirty="0"/>
              <a:t>A report that </a:t>
            </a:r>
            <a:r>
              <a:rPr lang="en-US" sz="2220" i="1" dirty="0"/>
              <a:t>traces</a:t>
            </a:r>
            <a:r>
              <a:rPr lang="en-US" sz="2220" dirty="0"/>
              <a:t> the method calls that generated the exception back through the application </a:t>
            </a:r>
            <a:r>
              <a:rPr lang="en-US" sz="2220" i="1" dirty="0"/>
              <a:t>stack</a:t>
            </a:r>
            <a:r>
              <a:rPr lang="en-US" sz="2220" dirty="0"/>
              <a:t>.</a:t>
            </a:r>
            <a:endParaRPr dirty="0"/>
          </a:p>
          <a:p>
            <a:pPr marL="342900" lvl="0" indent="-342900" algn="l" rtl="0">
              <a:spcBef>
                <a:spcPts val="518"/>
              </a:spcBef>
              <a:spcAft>
                <a:spcPts val="0"/>
              </a:spcAft>
              <a:buSzPts val="2590"/>
              <a:buChar char="•"/>
            </a:pPr>
            <a:r>
              <a:rPr lang="en-US" sz="2590" dirty="0"/>
              <a:t>When an application runs, its instructions are stacked on top of each other, and resolved top-to-bottom. </a:t>
            </a:r>
            <a:endParaRPr dirty="0"/>
          </a:p>
          <a:p>
            <a:pPr marL="342900" lvl="0" indent="-342900" algn="l" rtl="0">
              <a:spcBef>
                <a:spcPts val="518"/>
              </a:spcBef>
              <a:spcAft>
                <a:spcPts val="0"/>
              </a:spcAft>
              <a:buSzPts val="2590"/>
              <a:buChar char="•"/>
            </a:pPr>
            <a:r>
              <a:rPr lang="en-US" sz="2590" dirty="0"/>
              <a:t>When the application calls a function, that function is placed “on top of the stack”. The function must be resolved before execution can continue.</a:t>
            </a:r>
            <a:endParaRPr dirty="0"/>
          </a:p>
          <a:p>
            <a:pPr marL="342900" lvl="0" indent="-342900" algn="l" rtl="0">
              <a:spcBef>
                <a:spcPts val="518"/>
              </a:spcBef>
              <a:spcAft>
                <a:spcPts val="0"/>
              </a:spcAft>
              <a:buSzPts val="2590"/>
              <a:buChar char="•"/>
            </a:pPr>
            <a:r>
              <a:rPr lang="en-US" sz="2590" dirty="0"/>
              <a:t>Functions can call other functions, etc.</a:t>
            </a:r>
            <a:endParaRPr dirty="0"/>
          </a:p>
        </p:txBody>
      </p:sp>
      <p:sp>
        <p:nvSpPr>
          <p:cNvPr id="290" name="Google Shape;290;p26">
            <a:extLst>
              <a:ext uri="{FF2B5EF4-FFF2-40B4-BE49-F238E27FC236}">
                <a16:creationId xmlns:a16="http://schemas.microsoft.com/office/drawing/2014/main" id="{793575FA-0FFC-AA37-453A-D04B1219EECF}"/>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733516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Stacktraces Cont.</a:t>
            </a:r>
            <a:endParaRPr/>
          </a:p>
        </p:txBody>
      </p:sp>
      <p:sp>
        <p:nvSpPr>
          <p:cNvPr id="296" name="Google Shape;296;p27"/>
          <p:cNvSpPr txBox="1">
            <a:spLocks noGrp="1"/>
          </p:cNvSpPr>
          <p:nvPr>
            <p:ph type="body" idx="1"/>
          </p:nvPr>
        </p:nvSpPr>
        <p:spPr>
          <a:xfrm>
            <a:off x="380010" y="1481447"/>
            <a:ext cx="8383980" cy="3250810"/>
          </a:xfrm>
          <a:prstGeom prst="rect">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p>
            <a:pPr marL="0" lvl="0" indent="0" algn="l" rtl="0">
              <a:spcBef>
                <a:spcPts val="0"/>
              </a:spcBef>
              <a:spcAft>
                <a:spcPts val="0"/>
              </a:spcAft>
              <a:buSzPts val="1600"/>
              <a:buNone/>
            </a:pPr>
            <a:r>
              <a:rPr lang="en-US" sz="1600" dirty="0">
                <a:latin typeface="Courier New"/>
                <a:ea typeface="Courier New"/>
                <a:cs typeface="Courier New"/>
                <a:sym typeface="Courier New"/>
              </a:rPr>
              <a:t>public class Test {</a:t>
            </a:r>
            <a:endParaRPr dirty="0"/>
          </a:p>
          <a:p>
            <a:pPr marL="0" lvl="0" indent="0" algn="l" rtl="0">
              <a:spcBef>
                <a:spcPts val="320"/>
              </a:spcBef>
              <a:spcAft>
                <a:spcPts val="0"/>
              </a:spcAft>
              <a:buSzPts val="1600"/>
              <a:buNone/>
            </a:pPr>
            <a:r>
              <a:rPr lang="en-US" sz="1600" dirty="0">
                <a:latin typeface="Courier New"/>
                <a:ea typeface="Courier New"/>
                <a:cs typeface="Courier New"/>
                <a:sym typeface="Courier New"/>
              </a:rPr>
              <a:t>	public static void main(String[] </a:t>
            </a:r>
            <a:r>
              <a:rPr lang="en-US" sz="1600" dirty="0" err="1">
                <a:latin typeface="Courier New"/>
                <a:ea typeface="Courier New"/>
                <a:cs typeface="Courier New"/>
                <a:sym typeface="Courier New"/>
              </a:rPr>
              <a:t>args</a:t>
            </a:r>
            <a:r>
              <a:rPr lang="en-US" sz="1600" dirty="0">
                <a:latin typeface="Courier New"/>
                <a:ea typeface="Courier New"/>
                <a:cs typeface="Courier New"/>
                <a:sym typeface="Courier New"/>
              </a:rPr>
              <a:t>) {</a:t>
            </a:r>
            <a:endParaRPr dirty="0"/>
          </a:p>
          <a:p>
            <a:pPr marL="0" lvl="0" indent="0" algn="l" rtl="0">
              <a:spcBef>
                <a:spcPts val="320"/>
              </a:spcBef>
              <a:spcAft>
                <a:spcPts val="0"/>
              </a:spcAft>
              <a:buSzPts val="1600"/>
              <a:buNone/>
            </a:pPr>
            <a:r>
              <a:rPr lang="en-US" sz="1600" dirty="0">
                <a:latin typeface="Courier New"/>
                <a:ea typeface="Courier New"/>
                <a:cs typeface="Courier New"/>
                <a:sym typeface="Courier New"/>
              </a:rPr>
              <a:t>		</a:t>
            </a:r>
            <a:r>
              <a:rPr lang="en-US" sz="1600" dirty="0" err="1">
                <a:latin typeface="Courier New"/>
                <a:ea typeface="Courier New"/>
                <a:cs typeface="Courier New"/>
                <a:sym typeface="Courier New"/>
              </a:rPr>
              <a:t>mathInvoker</a:t>
            </a:r>
            <a:r>
              <a:rPr lang="en-US" sz="1600" dirty="0">
                <a:latin typeface="Courier New"/>
                <a:ea typeface="Courier New"/>
                <a:cs typeface="Courier New"/>
                <a:sym typeface="Courier New"/>
              </a:rPr>
              <a:t>(1, 0);</a:t>
            </a:r>
            <a:endParaRPr dirty="0"/>
          </a:p>
          <a:p>
            <a:pPr marL="0" lvl="0" indent="0" algn="l" rtl="0">
              <a:spcBef>
                <a:spcPts val="320"/>
              </a:spcBef>
              <a:spcAft>
                <a:spcPts val="0"/>
              </a:spcAft>
              <a:buSzPts val="1600"/>
              <a:buNone/>
            </a:pPr>
            <a:r>
              <a:rPr lang="en-US" sz="1600" dirty="0">
                <a:latin typeface="Courier New"/>
                <a:ea typeface="Courier New"/>
                <a:cs typeface="Courier New"/>
                <a:sym typeface="Courier New"/>
              </a:rPr>
              <a:t>	}</a:t>
            </a:r>
            <a:endParaRPr dirty="0"/>
          </a:p>
          <a:p>
            <a:pPr marL="0" lvl="0" indent="0" algn="l" rtl="0">
              <a:spcBef>
                <a:spcPts val="320"/>
              </a:spcBef>
              <a:spcAft>
                <a:spcPts val="0"/>
              </a:spcAft>
              <a:buSzPts val="1600"/>
              <a:buNone/>
            </a:pPr>
            <a:r>
              <a:rPr lang="en-US" sz="1600" dirty="0">
                <a:latin typeface="Courier New"/>
                <a:ea typeface="Courier New"/>
                <a:cs typeface="Courier New"/>
                <a:sym typeface="Courier New"/>
              </a:rPr>
              <a:t>	public static void </a:t>
            </a:r>
            <a:r>
              <a:rPr lang="en-US" sz="1600" dirty="0" err="1">
                <a:latin typeface="Courier New"/>
                <a:ea typeface="Courier New"/>
                <a:cs typeface="Courier New"/>
                <a:sym typeface="Courier New"/>
              </a:rPr>
              <a:t>mathInvoker</a:t>
            </a:r>
            <a:r>
              <a:rPr lang="en-US" sz="1600" dirty="0">
                <a:latin typeface="Courier New"/>
                <a:ea typeface="Courier New"/>
                <a:cs typeface="Courier New"/>
                <a:sym typeface="Courier New"/>
              </a:rPr>
              <a:t>(int a, int b) {</a:t>
            </a:r>
            <a:endParaRPr dirty="0"/>
          </a:p>
          <a:p>
            <a:pPr marL="0" lvl="0" indent="0" algn="l" rtl="0">
              <a:spcBef>
                <a:spcPts val="320"/>
              </a:spcBef>
              <a:spcAft>
                <a:spcPts val="0"/>
              </a:spcAft>
              <a:buSzPts val="1600"/>
              <a:buNone/>
            </a:pPr>
            <a:r>
              <a:rPr lang="en-US" sz="1600" dirty="0">
                <a:latin typeface="Courier New"/>
                <a:ea typeface="Courier New"/>
                <a:cs typeface="Courier New"/>
                <a:sym typeface="Courier New"/>
              </a:rPr>
              <a:t>		division(a, b);</a:t>
            </a:r>
            <a:endParaRPr dirty="0"/>
          </a:p>
          <a:p>
            <a:pPr marL="0" lvl="0" indent="0" algn="l" rtl="0">
              <a:spcBef>
                <a:spcPts val="320"/>
              </a:spcBef>
              <a:spcAft>
                <a:spcPts val="0"/>
              </a:spcAft>
              <a:buSzPts val="1600"/>
              <a:buNone/>
            </a:pPr>
            <a:r>
              <a:rPr lang="en-US" sz="1600" dirty="0">
                <a:latin typeface="Courier New"/>
                <a:ea typeface="Courier New"/>
                <a:cs typeface="Courier New"/>
                <a:sym typeface="Courier New"/>
              </a:rPr>
              <a:t>	}</a:t>
            </a:r>
            <a:endParaRPr dirty="0"/>
          </a:p>
          <a:p>
            <a:pPr marL="0" lvl="0" indent="0" algn="l" rtl="0">
              <a:spcBef>
                <a:spcPts val="320"/>
              </a:spcBef>
              <a:spcAft>
                <a:spcPts val="0"/>
              </a:spcAft>
              <a:buSzPts val="1600"/>
              <a:buNone/>
            </a:pPr>
            <a:r>
              <a:rPr lang="en-US" sz="1600" dirty="0">
                <a:latin typeface="Courier New"/>
                <a:ea typeface="Courier New"/>
                <a:cs typeface="Courier New"/>
                <a:sym typeface="Courier New"/>
              </a:rPr>
              <a:t>	public static void division(int a, int b) {</a:t>
            </a:r>
            <a:endParaRPr dirty="0"/>
          </a:p>
          <a:p>
            <a:pPr marL="0" lvl="0" indent="0" algn="l" rtl="0">
              <a:spcBef>
                <a:spcPts val="320"/>
              </a:spcBef>
              <a:spcAft>
                <a:spcPts val="0"/>
              </a:spcAft>
              <a:buSzPts val="1600"/>
              <a:buNone/>
            </a:pPr>
            <a:r>
              <a:rPr lang="en-US" sz="1600" dirty="0">
                <a:latin typeface="Courier New"/>
                <a:ea typeface="Courier New"/>
                <a:cs typeface="Courier New"/>
                <a:sym typeface="Courier New"/>
              </a:rPr>
              <a:t>		</a:t>
            </a:r>
            <a:r>
              <a:rPr lang="en-US" sz="1600" dirty="0" err="1">
                <a:latin typeface="Courier New"/>
                <a:ea typeface="Courier New"/>
                <a:cs typeface="Courier New"/>
                <a:sym typeface="Courier New"/>
              </a:rPr>
              <a:t>System.out.println</a:t>
            </a:r>
            <a:r>
              <a:rPr lang="en-US" sz="1600" dirty="0">
                <a:latin typeface="Courier New"/>
                <a:ea typeface="Courier New"/>
                <a:cs typeface="Courier New"/>
                <a:sym typeface="Courier New"/>
              </a:rPr>
              <a:t>("a / b:" + (a / b));</a:t>
            </a:r>
            <a:endParaRPr dirty="0"/>
          </a:p>
          <a:p>
            <a:pPr marL="0" lvl="0" indent="0" algn="l" rtl="0">
              <a:spcBef>
                <a:spcPts val="320"/>
              </a:spcBef>
              <a:spcAft>
                <a:spcPts val="0"/>
              </a:spcAft>
              <a:buSzPts val="1600"/>
              <a:buNone/>
            </a:pPr>
            <a:r>
              <a:rPr lang="en-US" sz="1600" dirty="0">
                <a:latin typeface="Courier New"/>
                <a:ea typeface="Courier New"/>
                <a:cs typeface="Courier New"/>
                <a:sym typeface="Courier New"/>
              </a:rPr>
              <a:t>	} </a:t>
            </a:r>
            <a:endParaRPr dirty="0"/>
          </a:p>
          <a:p>
            <a:pPr marL="0" lvl="0" indent="0" algn="l" rtl="0">
              <a:spcBef>
                <a:spcPts val="320"/>
              </a:spcBef>
              <a:spcAft>
                <a:spcPts val="0"/>
              </a:spcAft>
              <a:buSzPts val="1600"/>
              <a:buNone/>
            </a:pPr>
            <a:r>
              <a:rPr lang="en-US" sz="1600" dirty="0">
                <a:latin typeface="Courier New"/>
                <a:ea typeface="Courier New"/>
                <a:cs typeface="Courier New"/>
                <a:sym typeface="Courier New"/>
              </a:rPr>
              <a:t>}</a:t>
            </a:r>
            <a:endParaRPr dirty="0"/>
          </a:p>
          <a:p>
            <a:pPr marL="0" lvl="0" indent="0" algn="l" rtl="0">
              <a:spcBef>
                <a:spcPts val="320"/>
              </a:spcBef>
              <a:spcAft>
                <a:spcPts val="0"/>
              </a:spcAft>
              <a:buSzPts val="1600"/>
              <a:buNone/>
            </a:pPr>
            <a:endParaRPr sz="1600" dirty="0">
              <a:latin typeface="Courier New"/>
              <a:ea typeface="Courier New"/>
              <a:cs typeface="Courier New"/>
              <a:sym typeface="Courier New"/>
            </a:endParaRPr>
          </a:p>
        </p:txBody>
      </p:sp>
      <p:sp>
        <p:nvSpPr>
          <p:cNvPr id="297" name="Google Shape;297;p2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2" name="Rectangle 1">
            <a:extLst>
              <a:ext uri="{FF2B5EF4-FFF2-40B4-BE49-F238E27FC236}">
                <a16:creationId xmlns:a16="http://schemas.microsoft.com/office/drawing/2014/main" id="{F3D525DE-2ED0-40F9-BA2A-E74AB16BF822}"/>
              </a:ext>
            </a:extLst>
          </p:cNvPr>
          <p:cNvSpPr/>
          <p:nvPr/>
        </p:nvSpPr>
        <p:spPr>
          <a:xfrm>
            <a:off x="915869" y="5138228"/>
            <a:ext cx="7312262" cy="122548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spcBef>
                <a:spcPts val="320"/>
              </a:spcBef>
              <a:buSzPts val="1600"/>
            </a:pPr>
            <a:r>
              <a:rPr lang="en-US" dirty="0">
                <a:latin typeface="Courier New"/>
                <a:ea typeface="Courier New"/>
                <a:cs typeface="Courier New"/>
                <a:sym typeface="Courier New"/>
              </a:rPr>
              <a:t>Exception in thread "main" </a:t>
            </a:r>
            <a:r>
              <a:rPr lang="en-US" dirty="0" err="1">
                <a:latin typeface="Courier New"/>
                <a:ea typeface="Courier New"/>
                <a:cs typeface="Courier New"/>
                <a:sym typeface="Courier New"/>
              </a:rPr>
              <a:t>java.lang.ArithmeticException</a:t>
            </a:r>
            <a:r>
              <a:rPr lang="en-US" dirty="0">
                <a:latin typeface="Courier New"/>
                <a:ea typeface="Courier New"/>
                <a:cs typeface="Courier New"/>
                <a:sym typeface="Courier New"/>
              </a:rPr>
              <a:t>: / by zero</a:t>
            </a:r>
            <a:endParaRPr lang="en-US" dirty="0"/>
          </a:p>
          <a:p>
            <a:pPr lvl="0">
              <a:spcBef>
                <a:spcPts val="320"/>
              </a:spcBef>
              <a:buSzPts val="1600"/>
            </a:pPr>
            <a:r>
              <a:rPr lang="en-US" dirty="0">
                <a:latin typeface="Courier New"/>
                <a:ea typeface="Courier New"/>
                <a:cs typeface="Courier New"/>
                <a:sym typeface="Courier New"/>
              </a:rPr>
              <a:t>	at </a:t>
            </a:r>
            <a:r>
              <a:rPr lang="en-US" dirty="0" err="1">
                <a:latin typeface="Courier New"/>
                <a:ea typeface="Courier New"/>
                <a:cs typeface="Courier New"/>
                <a:sym typeface="Courier New"/>
              </a:rPr>
              <a:t>samples.Test.division</a:t>
            </a:r>
            <a:r>
              <a:rPr lang="en-US" dirty="0">
                <a:latin typeface="Courier New"/>
                <a:ea typeface="Courier New"/>
                <a:cs typeface="Courier New"/>
                <a:sym typeface="Courier New"/>
              </a:rPr>
              <a:t>(Test.java:11)</a:t>
            </a:r>
            <a:endParaRPr lang="en-US" dirty="0"/>
          </a:p>
          <a:p>
            <a:pPr lvl="0">
              <a:spcBef>
                <a:spcPts val="320"/>
              </a:spcBef>
              <a:buSzPts val="1600"/>
            </a:pPr>
            <a:r>
              <a:rPr lang="en-US" dirty="0">
                <a:latin typeface="Courier New"/>
                <a:ea typeface="Courier New"/>
                <a:cs typeface="Courier New"/>
                <a:sym typeface="Courier New"/>
              </a:rPr>
              <a:t>	at </a:t>
            </a:r>
            <a:r>
              <a:rPr lang="en-US" dirty="0" err="1">
                <a:latin typeface="Courier New"/>
                <a:ea typeface="Courier New"/>
                <a:cs typeface="Courier New"/>
                <a:sym typeface="Courier New"/>
              </a:rPr>
              <a:t>samples.Test.mathInvoker</a:t>
            </a:r>
            <a:r>
              <a:rPr lang="en-US" dirty="0">
                <a:latin typeface="Courier New"/>
                <a:ea typeface="Courier New"/>
                <a:cs typeface="Courier New"/>
                <a:sym typeface="Courier New"/>
              </a:rPr>
              <a:t>(Test.java:8)</a:t>
            </a:r>
            <a:endParaRPr lang="en-US" dirty="0"/>
          </a:p>
          <a:p>
            <a:pPr lvl="0">
              <a:spcBef>
                <a:spcPts val="320"/>
              </a:spcBef>
              <a:buSzPts val="1600"/>
            </a:pPr>
            <a:r>
              <a:rPr lang="en-US" dirty="0">
                <a:latin typeface="Courier New"/>
                <a:ea typeface="Courier New"/>
                <a:cs typeface="Courier New"/>
                <a:sym typeface="Courier New"/>
              </a:rPr>
              <a:t>	at </a:t>
            </a:r>
            <a:r>
              <a:rPr lang="en-US" dirty="0" err="1">
                <a:latin typeface="Courier New"/>
                <a:ea typeface="Courier New"/>
                <a:cs typeface="Courier New"/>
                <a:sym typeface="Courier New"/>
              </a:rPr>
              <a:t>samples.Test.main</a:t>
            </a:r>
            <a:r>
              <a:rPr lang="en-US" dirty="0">
                <a:latin typeface="Courier New"/>
                <a:ea typeface="Courier New"/>
                <a:cs typeface="Courier New"/>
                <a:sym typeface="Courier New"/>
              </a:rPr>
              <a:t>(Test.java:5)</a:t>
            </a:r>
            <a:endParaRPr lang="en-US" dirty="0"/>
          </a:p>
          <a:p>
            <a:pPr algn="ct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8"/>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Reading </a:t>
            </a:r>
            <a:r>
              <a:rPr lang="en-US" dirty="0" err="1"/>
              <a:t>Stacktraces</a:t>
            </a:r>
            <a:r>
              <a:rPr lang="en-US" dirty="0"/>
              <a:t> to Debug Code</a:t>
            </a:r>
            <a:endParaRPr dirty="0"/>
          </a:p>
        </p:txBody>
      </p:sp>
      <p:sp>
        <p:nvSpPr>
          <p:cNvPr id="303" name="Google Shape;303;p28"/>
          <p:cNvSpPr txBox="1">
            <a:spLocks noGrp="1"/>
          </p:cNvSpPr>
          <p:nvPr>
            <p:ph type="body" idx="1"/>
          </p:nvPr>
        </p:nvSpPr>
        <p:spPr>
          <a:xfrm>
            <a:off x="380010" y="1481446"/>
            <a:ext cx="8383980" cy="506683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480"/>
              <a:buNone/>
            </a:pPr>
            <a:r>
              <a:rPr lang="en-US" sz="1480" dirty="0">
                <a:latin typeface="Courier New"/>
                <a:ea typeface="Courier New"/>
                <a:cs typeface="Courier New"/>
                <a:sym typeface="Courier New"/>
              </a:rPr>
              <a:t>Exception in thread "main" </a:t>
            </a:r>
            <a:r>
              <a:rPr lang="en-US" sz="1480" dirty="0" err="1">
                <a:highlight>
                  <a:srgbClr val="FFFF00"/>
                </a:highlight>
                <a:latin typeface="Courier New"/>
                <a:ea typeface="Courier New"/>
                <a:cs typeface="Courier New"/>
                <a:sym typeface="Courier New"/>
              </a:rPr>
              <a:t>java.lang.ArithmeticException</a:t>
            </a:r>
            <a:r>
              <a:rPr lang="en-US" sz="1480" dirty="0">
                <a:latin typeface="Courier New"/>
                <a:ea typeface="Courier New"/>
                <a:cs typeface="Courier New"/>
                <a:sym typeface="Courier New"/>
              </a:rPr>
              <a:t>: </a:t>
            </a:r>
            <a:r>
              <a:rPr lang="en-US" sz="1480" dirty="0">
                <a:highlight>
                  <a:srgbClr val="00FF00"/>
                </a:highlight>
                <a:latin typeface="Courier New"/>
                <a:ea typeface="Courier New"/>
                <a:cs typeface="Courier New"/>
                <a:sym typeface="Courier New"/>
              </a:rPr>
              <a:t>/ by zero</a:t>
            </a:r>
            <a:endParaRPr dirty="0"/>
          </a:p>
          <a:p>
            <a:pPr marL="0" lvl="0" indent="0" algn="l" rtl="0">
              <a:lnSpc>
                <a:spcPct val="90000"/>
              </a:lnSpc>
              <a:spcBef>
                <a:spcPts val="296"/>
              </a:spcBef>
              <a:spcAft>
                <a:spcPts val="0"/>
              </a:spcAft>
              <a:buSzPts val="1480"/>
              <a:buNone/>
            </a:pPr>
            <a:r>
              <a:rPr lang="en-US" sz="1480" dirty="0">
                <a:latin typeface="Courier New"/>
                <a:ea typeface="Courier New"/>
                <a:cs typeface="Courier New"/>
                <a:sym typeface="Courier New"/>
              </a:rPr>
              <a:t>	at </a:t>
            </a:r>
            <a:r>
              <a:rPr lang="en-US" sz="1480" dirty="0" err="1">
                <a:highlight>
                  <a:srgbClr val="00FFFF"/>
                </a:highlight>
                <a:latin typeface="Courier New"/>
                <a:ea typeface="Courier New"/>
                <a:cs typeface="Courier New"/>
                <a:sym typeface="Courier New"/>
              </a:rPr>
              <a:t>samples.Test.division</a:t>
            </a:r>
            <a:r>
              <a:rPr lang="en-US" sz="1480" dirty="0">
                <a:latin typeface="Courier New"/>
                <a:ea typeface="Courier New"/>
                <a:cs typeface="Courier New"/>
                <a:sym typeface="Courier New"/>
              </a:rPr>
              <a:t>(</a:t>
            </a:r>
            <a:r>
              <a:rPr lang="en-US" sz="1480" dirty="0">
                <a:highlight>
                  <a:srgbClr val="FF00FF"/>
                </a:highlight>
                <a:latin typeface="Courier New"/>
                <a:ea typeface="Courier New"/>
                <a:cs typeface="Courier New"/>
                <a:sym typeface="Courier New"/>
              </a:rPr>
              <a:t>Test.java:11</a:t>
            </a:r>
            <a:r>
              <a:rPr lang="en-US" sz="1480" dirty="0">
                <a:latin typeface="Courier New"/>
                <a:ea typeface="Courier New"/>
                <a:cs typeface="Courier New"/>
                <a:sym typeface="Courier New"/>
              </a:rPr>
              <a:t>)</a:t>
            </a:r>
            <a:endParaRPr dirty="0"/>
          </a:p>
          <a:p>
            <a:pPr marL="0" lvl="0" indent="0" algn="l" rtl="0">
              <a:lnSpc>
                <a:spcPct val="90000"/>
              </a:lnSpc>
              <a:spcBef>
                <a:spcPts val="296"/>
              </a:spcBef>
              <a:spcAft>
                <a:spcPts val="0"/>
              </a:spcAft>
              <a:buSzPts val="1480"/>
              <a:buNone/>
            </a:pPr>
            <a:r>
              <a:rPr lang="en-US" sz="1480" dirty="0">
                <a:latin typeface="Courier New"/>
                <a:ea typeface="Courier New"/>
                <a:cs typeface="Courier New"/>
                <a:sym typeface="Courier New"/>
              </a:rPr>
              <a:t>	at </a:t>
            </a:r>
            <a:r>
              <a:rPr lang="en-US" sz="1480" dirty="0" err="1">
                <a:latin typeface="Courier New"/>
                <a:ea typeface="Courier New"/>
                <a:cs typeface="Courier New"/>
                <a:sym typeface="Courier New"/>
              </a:rPr>
              <a:t>samples.Test.mathInvoker</a:t>
            </a:r>
            <a:r>
              <a:rPr lang="en-US" sz="1480" dirty="0">
                <a:latin typeface="Courier New"/>
                <a:ea typeface="Courier New"/>
                <a:cs typeface="Courier New"/>
                <a:sym typeface="Courier New"/>
              </a:rPr>
              <a:t>(Test.java:8)</a:t>
            </a:r>
            <a:endParaRPr dirty="0"/>
          </a:p>
          <a:p>
            <a:pPr marL="0" lvl="0" indent="0" algn="l" rtl="0">
              <a:lnSpc>
                <a:spcPct val="90000"/>
              </a:lnSpc>
              <a:spcBef>
                <a:spcPts val="296"/>
              </a:spcBef>
              <a:spcAft>
                <a:spcPts val="0"/>
              </a:spcAft>
              <a:buSzPts val="1480"/>
              <a:buNone/>
            </a:pPr>
            <a:r>
              <a:rPr lang="en-US" sz="1480" dirty="0">
                <a:latin typeface="Courier New"/>
                <a:ea typeface="Courier New"/>
                <a:cs typeface="Courier New"/>
                <a:sym typeface="Courier New"/>
              </a:rPr>
              <a:t>	at </a:t>
            </a:r>
            <a:r>
              <a:rPr lang="en-US" sz="1480" dirty="0" err="1">
                <a:latin typeface="Courier New"/>
                <a:ea typeface="Courier New"/>
                <a:cs typeface="Courier New"/>
                <a:sym typeface="Courier New"/>
              </a:rPr>
              <a:t>samples.Test.main</a:t>
            </a:r>
            <a:r>
              <a:rPr lang="en-US" sz="1480" dirty="0">
                <a:latin typeface="Courier New"/>
                <a:ea typeface="Courier New"/>
                <a:cs typeface="Courier New"/>
                <a:sym typeface="Courier New"/>
              </a:rPr>
              <a:t>(Test.java:5)</a:t>
            </a:r>
            <a:endParaRPr dirty="0"/>
          </a:p>
          <a:p>
            <a:pPr marL="342900" lvl="0" indent="-342900" algn="l" rtl="0">
              <a:lnSpc>
                <a:spcPct val="90000"/>
              </a:lnSpc>
              <a:spcBef>
                <a:spcPts val="518"/>
              </a:spcBef>
              <a:spcAft>
                <a:spcPts val="0"/>
              </a:spcAft>
              <a:buSzPts val="2590"/>
              <a:buChar char="•"/>
            </a:pPr>
            <a:r>
              <a:rPr lang="en-US" sz="2590" dirty="0">
                <a:highlight>
                  <a:srgbClr val="FFFF00"/>
                </a:highlight>
              </a:rPr>
              <a:t>    </a:t>
            </a:r>
            <a:r>
              <a:rPr lang="en-US" sz="2590" dirty="0"/>
              <a:t> - The exception type (Arithmetic Exception)</a:t>
            </a:r>
            <a:endParaRPr dirty="0"/>
          </a:p>
          <a:p>
            <a:pPr marL="342900" lvl="0" indent="-342900" algn="l" rtl="0">
              <a:lnSpc>
                <a:spcPct val="90000"/>
              </a:lnSpc>
              <a:spcBef>
                <a:spcPts val="518"/>
              </a:spcBef>
              <a:spcAft>
                <a:spcPts val="0"/>
              </a:spcAft>
              <a:buSzPts val="2590"/>
              <a:buChar char="•"/>
            </a:pPr>
            <a:r>
              <a:rPr lang="en-US" sz="2590" dirty="0">
                <a:highlight>
                  <a:srgbClr val="00FF00"/>
                </a:highlight>
              </a:rPr>
              <a:t>    </a:t>
            </a:r>
            <a:r>
              <a:rPr lang="en-US" sz="2590" dirty="0"/>
              <a:t> - A description of the exception (if possible)</a:t>
            </a:r>
            <a:endParaRPr dirty="0"/>
          </a:p>
          <a:p>
            <a:pPr marL="342900" lvl="0" indent="-342900" algn="l" rtl="0">
              <a:lnSpc>
                <a:spcPct val="90000"/>
              </a:lnSpc>
              <a:spcBef>
                <a:spcPts val="518"/>
              </a:spcBef>
              <a:spcAft>
                <a:spcPts val="0"/>
              </a:spcAft>
              <a:buSzPts val="2590"/>
              <a:buChar char="•"/>
            </a:pPr>
            <a:r>
              <a:rPr lang="en-US" sz="2590" dirty="0">
                <a:highlight>
                  <a:srgbClr val="00FFFF"/>
                </a:highlight>
              </a:rPr>
              <a:t>    </a:t>
            </a:r>
            <a:r>
              <a:rPr lang="en-US" sz="2590" dirty="0"/>
              <a:t> - The method where the exception </a:t>
            </a:r>
            <a:r>
              <a:rPr lang="en-US" sz="2590" i="1" dirty="0"/>
              <a:t>probably </a:t>
            </a:r>
            <a:r>
              <a:rPr lang="en-US" sz="2590" dirty="0"/>
              <a:t>occurred</a:t>
            </a:r>
            <a:endParaRPr dirty="0"/>
          </a:p>
          <a:p>
            <a:pPr marL="342900" lvl="0" indent="-342900" algn="l" rtl="0">
              <a:lnSpc>
                <a:spcPct val="90000"/>
              </a:lnSpc>
              <a:spcBef>
                <a:spcPts val="518"/>
              </a:spcBef>
              <a:spcAft>
                <a:spcPts val="0"/>
              </a:spcAft>
              <a:buSzPts val="2590"/>
              <a:buChar char="•"/>
            </a:pPr>
            <a:r>
              <a:rPr lang="en-US" sz="2590" dirty="0">
                <a:highlight>
                  <a:srgbClr val="FF00FF"/>
                </a:highlight>
              </a:rPr>
              <a:t>    </a:t>
            </a:r>
            <a:r>
              <a:rPr lang="en-US" sz="2590" dirty="0"/>
              <a:t> - The line of code where the exception occurred </a:t>
            </a:r>
            <a:r>
              <a:rPr lang="en-US" sz="2590" i="1" dirty="0"/>
              <a:t>or where the next function was called</a:t>
            </a:r>
            <a:endParaRPr dirty="0"/>
          </a:p>
          <a:p>
            <a:pPr marL="342900" lvl="0" indent="-342900" algn="l" rtl="0">
              <a:lnSpc>
                <a:spcPct val="90000"/>
              </a:lnSpc>
              <a:spcBef>
                <a:spcPts val="518"/>
              </a:spcBef>
              <a:spcAft>
                <a:spcPts val="0"/>
              </a:spcAft>
              <a:buSzPts val="2590"/>
              <a:buChar char="•"/>
            </a:pPr>
            <a:r>
              <a:rPr lang="en-US" sz="2590" dirty="0"/>
              <a:t>main() invoked </a:t>
            </a:r>
            <a:r>
              <a:rPr lang="en-US" sz="2590" dirty="0" err="1"/>
              <a:t>mathInvoker</a:t>
            </a:r>
            <a:r>
              <a:rPr lang="en-US" sz="2590" dirty="0"/>
              <a:t>() at line 5, which invoked division() at line 8, which generated an exception at line 11.</a:t>
            </a:r>
            <a:endParaRPr dirty="0"/>
          </a:p>
        </p:txBody>
      </p:sp>
      <p:sp>
        <p:nvSpPr>
          <p:cNvPr id="304" name="Google Shape;304;p28"/>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Stacktrace Considerations</a:t>
            </a:r>
            <a:endParaRPr/>
          </a:p>
        </p:txBody>
      </p:sp>
      <p:sp>
        <p:nvSpPr>
          <p:cNvPr id="310" name="Google Shape;310;p29"/>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590"/>
              <a:buChar char="•"/>
            </a:pPr>
            <a:r>
              <a:rPr lang="en-US" sz="2590" dirty="0"/>
              <a:t>The source of a problem isn’t always where the exception occurs. In the previous example, the source of the error was in the bad data provided in main(), even though the exception occurred in division()</a:t>
            </a:r>
            <a:endParaRPr dirty="0"/>
          </a:p>
          <a:p>
            <a:pPr marL="342900" lvl="0" indent="-342900" algn="l" rtl="0">
              <a:lnSpc>
                <a:spcPct val="90000"/>
              </a:lnSpc>
              <a:spcBef>
                <a:spcPts val="518"/>
              </a:spcBef>
              <a:spcAft>
                <a:spcPts val="0"/>
              </a:spcAft>
              <a:buSzPts val="2590"/>
              <a:buChar char="•"/>
            </a:pPr>
            <a:r>
              <a:rPr lang="en-US" sz="2590" dirty="0"/>
              <a:t>Exception descriptions are not always useful, but generally are</a:t>
            </a:r>
            <a:endParaRPr dirty="0"/>
          </a:p>
          <a:p>
            <a:pPr marL="342900" lvl="0" indent="-342900" algn="l" rtl="0">
              <a:lnSpc>
                <a:spcPct val="90000"/>
              </a:lnSpc>
              <a:spcBef>
                <a:spcPts val="518"/>
              </a:spcBef>
              <a:spcAft>
                <a:spcPts val="0"/>
              </a:spcAft>
              <a:buSzPts val="2590"/>
              <a:buChar char="•"/>
            </a:pPr>
            <a:r>
              <a:rPr lang="en-US" sz="2590" dirty="0"/>
              <a:t>When using some libraries, the actual method invocation that </a:t>
            </a:r>
            <a:r>
              <a:rPr lang="en-US" sz="2590" i="1" dirty="0"/>
              <a:t>caused</a:t>
            </a:r>
            <a:r>
              <a:rPr lang="en-US" sz="2590" dirty="0"/>
              <a:t> the exception could be buried in the stack, as the library continues to put its own function calls on top of the stack after the exception.</a:t>
            </a:r>
            <a:endParaRPr dirty="0"/>
          </a:p>
        </p:txBody>
      </p:sp>
      <p:sp>
        <p:nvSpPr>
          <p:cNvPr id="311" name="Google Shape;311;p2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Using Stacktraces to Find Help</a:t>
            </a:r>
            <a:endParaRPr/>
          </a:p>
        </p:txBody>
      </p:sp>
      <p:sp>
        <p:nvSpPr>
          <p:cNvPr id="317" name="Google Shape;317;p30"/>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590"/>
              <a:buChar char="•"/>
            </a:pPr>
            <a:r>
              <a:rPr lang="en-US" sz="2590" dirty="0"/>
              <a:t>Copy/paste the first line of a </a:t>
            </a:r>
            <a:r>
              <a:rPr lang="en-US" sz="2590" dirty="0" err="1"/>
              <a:t>stacktrace</a:t>
            </a:r>
            <a:r>
              <a:rPr lang="en-US" sz="2590" dirty="0"/>
              <a:t> into Google will find a solution 9 times out of 10.</a:t>
            </a:r>
            <a:endParaRPr dirty="0"/>
          </a:p>
          <a:p>
            <a:pPr marL="342900" lvl="0" indent="-342900" algn="l" rtl="0">
              <a:spcBef>
                <a:spcPts val="518"/>
              </a:spcBef>
              <a:spcAft>
                <a:spcPts val="0"/>
              </a:spcAft>
              <a:buSzPts val="2590"/>
              <a:buChar char="•"/>
            </a:pPr>
            <a:r>
              <a:rPr lang="en-US" sz="2590" dirty="0"/>
              <a:t>Someone else has likely had the same or a similar problem in the past.</a:t>
            </a:r>
            <a:endParaRPr dirty="0"/>
          </a:p>
          <a:p>
            <a:pPr marL="742950" lvl="1" indent="-285750" algn="l" rtl="0">
              <a:spcBef>
                <a:spcPts val="444"/>
              </a:spcBef>
              <a:spcAft>
                <a:spcPts val="0"/>
              </a:spcAft>
              <a:buSzPts val="2220"/>
              <a:buChar char="–"/>
            </a:pPr>
            <a:r>
              <a:rPr lang="en-US" sz="2220" dirty="0"/>
              <a:t>This won’t always work if you’re using the newest version of a library or tool. New versions have new ways of breaking, and less support</a:t>
            </a:r>
            <a:endParaRPr dirty="0"/>
          </a:p>
          <a:p>
            <a:pPr marL="342900" lvl="0" indent="-342900" algn="l" rtl="0">
              <a:spcBef>
                <a:spcPts val="518"/>
              </a:spcBef>
              <a:spcAft>
                <a:spcPts val="0"/>
              </a:spcAft>
              <a:buSzPts val="2590"/>
              <a:buChar char="•"/>
            </a:pPr>
            <a:r>
              <a:rPr lang="en-US" sz="2590" dirty="0" err="1"/>
              <a:t>Stackoverflow</a:t>
            </a:r>
            <a:r>
              <a:rPr lang="en-US" sz="2590" dirty="0"/>
              <a:t> is your friend</a:t>
            </a:r>
            <a:endParaRPr dirty="0"/>
          </a:p>
          <a:p>
            <a:pPr marL="342900" lvl="0" indent="-342900" algn="l" rtl="0">
              <a:spcBef>
                <a:spcPts val="518"/>
              </a:spcBef>
              <a:spcAft>
                <a:spcPts val="0"/>
              </a:spcAft>
              <a:buSzPts val="2590"/>
              <a:buChar char="•"/>
            </a:pPr>
            <a:r>
              <a:rPr lang="en-US" sz="2590" dirty="0"/>
              <a:t>Remove any proprietary or specific info from the query first. There are not going to be any solutions for </a:t>
            </a:r>
            <a:r>
              <a:rPr lang="en-US" sz="2035" dirty="0" err="1">
                <a:latin typeface="Courier New"/>
                <a:ea typeface="Courier New"/>
                <a:cs typeface="Courier New"/>
                <a:sym typeface="Courier New"/>
              </a:rPr>
              <a:t>org.Revature.myfirstproject.classes.model.MyClass</a:t>
            </a:r>
            <a:endParaRPr sz="2035" dirty="0">
              <a:latin typeface="Courier New"/>
              <a:ea typeface="Courier New"/>
              <a:cs typeface="Courier New"/>
              <a:sym typeface="Courier New"/>
            </a:endParaRPr>
          </a:p>
        </p:txBody>
      </p:sp>
      <p:sp>
        <p:nvSpPr>
          <p:cNvPr id="318" name="Google Shape;318;p3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0045F-E70F-860F-54EF-D36E489AD0D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C53DE4-5586-7CF7-142C-06F8AB6330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3" name="Title 2">
            <a:extLst>
              <a:ext uri="{FF2B5EF4-FFF2-40B4-BE49-F238E27FC236}">
                <a16:creationId xmlns:a16="http://schemas.microsoft.com/office/drawing/2014/main" id="{1544E7B7-C9CA-6B07-D0E4-B1BE24B0ED7E}"/>
              </a:ext>
            </a:extLst>
          </p:cNvPr>
          <p:cNvSpPr>
            <a:spLocks noGrp="1"/>
          </p:cNvSpPr>
          <p:nvPr>
            <p:ph type="title"/>
          </p:nvPr>
        </p:nvSpPr>
        <p:spPr/>
        <p:txBody>
          <a:bodyPr/>
          <a:lstStyle/>
          <a:p>
            <a:r>
              <a:rPr lang="en-US" sz="3600" dirty="0"/>
              <a:t>Throw &amp; Throws</a:t>
            </a:r>
          </a:p>
        </p:txBody>
      </p:sp>
    </p:spTree>
    <p:extLst>
      <p:ext uri="{BB962C8B-B14F-4D97-AF65-F5344CB8AC3E}">
        <p14:creationId xmlns:p14="http://schemas.microsoft.com/office/powerpoint/2010/main" val="3064039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EDFCB-FA37-4084-AACB-7CD873C508BA}"/>
              </a:ext>
            </a:extLst>
          </p:cNvPr>
          <p:cNvSpPr>
            <a:spLocks noGrp="1"/>
          </p:cNvSpPr>
          <p:nvPr>
            <p:ph type="title"/>
          </p:nvPr>
        </p:nvSpPr>
        <p:spPr/>
        <p:txBody>
          <a:bodyPr/>
          <a:lstStyle/>
          <a:p>
            <a:r>
              <a:rPr lang="en-US" dirty="0"/>
              <a:t>Anatomy of a Method – Java (Revisit)</a:t>
            </a:r>
          </a:p>
        </p:txBody>
      </p:sp>
      <p:sp>
        <p:nvSpPr>
          <p:cNvPr id="3" name="Text Placeholder 2">
            <a:extLst>
              <a:ext uri="{FF2B5EF4-FFF2-40B4-BE49-F238E27FC236}">
                <a16:creationId xmlns:a16="http://schemas.microsoft.com/office/drawing/2014/main" id="{91F5DC43-911C-4E53-95FC-06FD90F09716}"/>
              </a:ext>
            </a:extLst>
          </p:cNvPr>
          <p:cNvSpPr>
            <a:spLocks noGrp="1"/>
          </p:cNvSpPr>
          <p:nvPr>
            <p:ph type="body" idx="1"/>
          </p:nvPr>
        </p:nvSpPr>
        <p:spPr>
          <a:xfrm>
            <a:off x="380010" y="1481446"/>
            <a:ext cx="8344540" cy="4525963"/>
          </a:xfrm>
        </p:spPr>
        <p:txBody>
          <a:bodyPr/>
          <a:lstStyle/>
          <a:p>
            <a:pPr marL="457200" lvl="1" indent="0">
              <a:lnSpc>
                <a:spcPct val="90000"/>
              </a:lnSpc>
              <a:buNone/>
            </a:pPr>
            <a:r>
              <a:rPr lang="en-US" sz="2000" u="sng" dirty="0">
                <a:highlight>
                  <a:srgbClr val="FFFF00"/>
                </a:highlight>
              </a:rPr>
              <a:t>Access Mod</a:t>
            </a:r>
            <a:r>
              <a:rPr lang="en-US" sz="2000" dirty="0"/>
              <a:t> </a:t>
            </a:r>
            <a:r>
              <a:rPr lang="en-US" sz="2000" dirty="0">
                <a:highlight>
                  <a:srgbClr val="00FF00"/>
                </a:highlight>
              </a:rPr>
              <a:t>Non-Access Mod</a:t>
            </a:r>
            <a:r>
              <a:rPr lang="en-US" sz="2000" dirty="0"/>
              <a:t> </a:t>
            </a:r>
            <a:r>
              <a:rPr lang="en-US" sz="2000" u="sng" dirty="0">
                <a:highlight>
                  <a:srgbClr val="FF00FF"/>
                </a:highlight>
              </a:rPr>
              <a:t>Return Type</a:t>
            </a:r>
            <a:r>
              <a:rPr lang="en-US" sz="2000" dirty="0"/>
              <a:t> </a:t>
            </a:r>
            <a:r>
              <a:rPr lang="en-US" sz="2000" u="sng" dirty="0">
                <a:highlight>
                  <a:srgbClr val="00FFFF"/>
                </a:highlight>
              </a:rPr>
              <a:t>Name</a:t>
            </a:r>
            <a:r>
              <a:rPr lang="en-US" sz="2000" dirty="0"/>
              <a:t> (</a:t>
            </a:r>
            <a:r>
              <a:rPr lang="en-US" sz="2000" dirty="0">
                <a:highlight>
                  <a:srgbClr val="C0C0C0"/>
                </a:highlight>
              </a:rPr>
              <a:t>Parameters</a:t>
            </a:r>
            <a:r>
              <a:rPr lang="en-US" sz="2000" dirty="0"/>
              <a:t>) </a:t>
            </a:r>
            <a:r>
              <a:rPr lang="en-US" sz="2000" dirty="0">
                <a:solidFill>
                  <a:srgbClr val="FF0000"/>
                </a:solidFill>
              </a:rPr>
              <a:t>throws declaration </a:t>
            </a:r>
            <a:r>
              <a:rPr lang="en-US" sz="2000" dirty="0"/>
              <a:t>{ Method Body }</a:t>
            </a:r>
          </a:p>
          <a:p>
            <a:pPr marL="457200" lvl="1" indent="0">
              <a:lnSpc>
                <a:spcPct val="90000"/>
              </a:lnSpc>
              <a:buNone/>
            </a:pPr>
            <a:endParaRPr lang="en-US" sz="2000" dirty="0"/>
          </a:p>
          <a:p>
            <a:pPr marL="457200" lvl="1" indent="0">
              <a:lnSpc>
                <a:spcPct val="90000"/>
              </a:lnSpc>
              <a:buNone/>
            </a:pPr>
            <a:r>
              <a:rPr lang="en-US" sz="2000" dirty="0"/>
              <a:t>Ex:</a:t>
            </a:r>
          </a:p>
          <a:p>
            <a:pPr marL="457200" lvl="1" indent="0">
              <a:lnSpc>
                <a:spcPct val="90000"/>
              </a:lnSpc>
              <a:buNone/>
            </a:pPr>
            <a:r>
              <a:rPr lang="en-US" sz="2000" dirty="0">
                <a:highlight>
                  <a:srgbClr val="FFFF00"/>
                </a:highlight>
              </a:rPr>
              <a:t>private</a:t>
            </a:r>
            <a:r>
              <a:rPr lang="en-US" sz="2000" dirty="0"/>
              <a:t> </a:t>
            </a:r>
            <a:r>
              <a:rPr lang="en-US" sz="2000" dirty="0">
                <a:highlight>
                  <a:srgbClr val="00FF00"/>
                </a:highlight>
              </a:rPr>
              <a:t>static</a:t>
            </a:r>
            <a:r>
              <a:rPr lang="en-US" sz="2000" dirty="0"/>
              <a:t> </a:t>
            </a:r>
            <a:r>
              <a:rPr lang="en-US" sz="2000" dirty="0">
                <a:highlight>
                  <a:srgbClr val="FF00FF"/>
                </a:highlight>
              </a:rPr>
              <a:t>int</a:t>
            </a:r>
            <a:r>
              <a:rPr lang="en-US" sz="2000" dirty="0"/>
              <a:t> </a:t>
            </a:r>
            <a:r>
              <a:rPr lang="en-US" sz="2000" dirty="0">
                <a:highlight>
                  <a:srgbClr val="00FFFF"/>
                </a:highlight>
              </a:rPr>
              <a:t>sumOddNumbers</a:t>
            </a:r>
            <a:r>
              <a:rPr lang="en-US" sz="2000" dirty="0"/>
              <a:t> (</a:t>
            </a:r>
            <a:r>
              <a:rPr lang="en-US" sz="2000" dirty="0">
                <a:highlight>
                  <a:srgbClr val="C0C0C0"/>
                </a:highlight>
              </a:rPr>
              <a:t>int num1</a:t>
            </a:r>
            <a:r>
              <a:rPr lang="en-US" sz="2000" dirty="0"/>
              <a:t>, </a:t>
            </a:r>
            <a:r>
              <a:rPr lang="en-US" sz="2000" dirty="0">
                <a:highlight>
                  <a:srgbClr val="C0C0C0"/>
                </a:highlight>
              </a:rPr>
              <a:t>int num2</a:t>
            </a:r>
            <a:r>
              <a:rPr lang="en-US" sz="2000" dirty="0"/>
              <a:t>) </a:t>
            </a:r>
          </a:p>
          <a:p>
            <a:pPr marL="457200" lvl="1" indent="0">
              <a:lnSpc>
                <a:spcPct val="90000"/>
              </a:lnSpc>
              <a:buNone/>
            </a:pPr>
            <a:r>
              <a:rPr lang="en-US" sz="2000" dirty="0">
                <a:solidFill>
                  <a:srgbClr val="FF0000"/>
                </a:solidFill>
              </a:rPr>
              <a:t>	throws EvenNumberException</a:t>
            </a:r>
            <a:r>
              <a:rPr lang="en-US" sz="2000" dirty="0"/>
              <a:t> {</a:t>
            </a:r>
          </a:p>
          <a:p>
            <a:pPr marL="457200" lvl="1" indent="0">
              <a:lnSpc>
                <a:spcPct val="90000"/>
              </a:lnSpc>
              <a:buNone/>
            </a:pPr>
            <a:r>
              <a:rPr lang="en-US" sz="2000" i="1" dirty="0"/>
              <a:t>	if (num1 % 2 == 0 || num2 % 2 == 0) {</a:t>
            </a:r>
          </a:p>
          <a:p>
            <a:pPr marL="457200" lvl="1" indent="0">
              <a:lnSpc>
                <a:spcPct val="90000"/>
              </a:lnSpc>
              <a:buNone/>
            </a:pPr>
            <a:r>
              <a:rPr lang="en-US" sz="2000" i="1" dirty="0"/>
              <a:t>		throw new EvenNumberException(“Input was Even!”);</a:t>
            </a:r>
          </a:p>
          <a:p>
            <a:pPr marL="457200" lvl="1" indent="0">
              <a:lnSpc>
                <a:spcPct val="90000"/>
              </a:lnSpc>
              <a:buNone/>
            </a:pPr>
            <a:r>
              <a:rPr lang="en-US" sz="2000" i="1" dirty="0"/>
              <a:t>	}</a:t>
            </a:r>
          </a:p>
          <a:p>
            <a:pPr marL="457200" lvl="1" indent="0">
              <a:lnSpc>
                <a:spcPct val="90000"/>
              </a:lnSpc>
              <a:buNone/>
            </a:pPr>
            <a:r>
              <a:rPr lang="en-US" sz="2000" i="1" dirty="0"/>
              <a:t>	return num1 + num2;</a:t>
            </a:r>
          </a:p>
          <a:p>
            <a:pPr marL="457200" lvl="1" indent="0">
              <a:lnSpc>
                <a:spcPct val="90000"/>
              </a:lnSpc>
              <a:buNone/>
            </a:pPr>
            <a:r>
              <a:rPr lang="en-US" sz="2000" dirty="0"/>
              <a:t>}</a:t>
            </a:r>
          </a:p>
          <a:p>
            <a:pPr marL="457200" lvl="1" indent="0">
              <a:lnSpc>
                <a:spcPct val="90000"/>
              </a:lnSpc>
              <a:buNone/>
            </a:pPr>
            <a:endParaRPr lang="en-US" sz="2000" dirty="0"/>
          </a:p>
        </p:txBody>
      </p:sp>
      <p:sp>
        <p:nvSpPr>
          <p:cNvPr id="4" name="Slide Number Placeholder 3">
            <a:extLst>
              <a:ext uri="{FF2B5EF4-FFF2-40B4-BE49-F238E27FC236}">
                <a16:creationId xmlns:a16="http://schemas.microsoft.com/office/drawing/2014/main" id="{B1F45DA0-5792-42CE-90CD-F4FA2300D15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1104934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7B0B1-2CAB-F47F-1648-65ED488485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CF9B5-8CED-FA32-F35E-63BB8EA8699A}"/>
              </a:ext>
            </a:extLst>
          </p:cNvPr>
          <p:cNvSpPr>
            <a:spLocks noGrp="1"/>
          </p:cNvSpPr>
          <p:nvPr>
            <p:ph type="title"/>
          </p:nvPr>
        </p:nvSpPr>
        <p:spPr/>
        <p:txBody>
          <a:bodyPr/>
          <a:lstStyle/>
          <a:p>
            <a:r>
              <a:rPr lang="en-US" dirty="0"/>
              <a:t>Throw Keyword</a:t>
            </a:r>
          </a:p>
        </p:txBody>
      </p:sp>
      <p:sp>
        <p:nvSpPr>
          <p:cNvPr id="4" name="Slide Number Placeholder 3">
            <a:extLst>
              <a:ext uri="{FF2B5EF4-FFF2-40B4-BE49-F238E27FC236}">
                <a16:creationId xmlns:a16="http://schemas.microsoft.com/office/drawing/2014/main" id="{13F7A96F-1995-CC02-6D8B-BC512746FD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7" name="Google Shape;289;p26">
            <a:extLst>
              <a:ext uri="{FF2B5EF4-FFF2-40B4-BE49-F238E27FC236}">
                <a16:creationId xmlns:a16="http://schemas.microsoft.com/office/drawing/2014/main" id="{E300DFC3-0E55-7C68-4374-B7A39707FC0C}"/>
              </a:ext>
            </a:extLst>
          </p:cNvPr>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590"/>
              <a:buChar char="•"/>
            </a:pPr>
            <a:r>
              <a:rPr lang="en-US" sz="2590" dirty="0"/>
              <a:t>The keyword </a:t>
            </a:r>
            <a:r>
              <a:rPr lang="en-US" sz="2590" dirty="0">
                <a:solidFill>
                  <a:srgbClr val="7030A0"/>
                </a:solidFill>
                <a:latin typeface="Courier New" panose="02070309020205020404" pitchFamily="49" charset="0"/>
                <a:cs typeface="Courier New" panose="02070309020205020404" pitchFamily="49" charset="0"/>
              </a:rPr>
              <a:t>throw</a:t>
            </a:r>
            <a:r>
              <a:rPr lang="en-US" sz="2590" dirty="0"/>
              <a:t> is used create a throwable object and pass it to the JRE.</a:t>
            </a:r>
          </a:p>
          <a:p>
            <a:pPr marL="342900" lvl="0" indent="-342900" algn="l" rtl="0">
              <a:spcBef>
                <a:spcPts val="0"/>
              </a:spcBef>
              <a:spcAft>
                <a:spcPts val="0"/>
              </a:spcAft>
              <a:buSzPts val="2590"/>
              <a:buChar char="•"/>
            </a:pPr>
            <a:r>
              <a:rPr lang="en-US" sz="2590" dirty="0"/>
              <a:t>This is treated like any Exception</a:t>
            </a:r>
          </a:p>
          <a:p>
            <a:pPr marL="342900" lvl="0" indent="-342900" algn="l" rtl="0">
              <a:spcBef>
                <a:spcPts val="0"/>
              </a:spcBef>
              <a:spcAft>
                <a:spcPts val="0"/>
              </a:spcAft>
              <a:buSzPts val="2590"/>
              <a:buChar char="•"/>
            </a:pPr>
            <a:r>
              <a:rPr lang="en-US" sz="2590" dirty="0"/>
              <a:t>Useful for debugging</a:t>
            </a:r>
          </a:p>
          <a:p>
            <a:pPr marL="342900" lvl="0" indent="-342900" algn="l" rtl="0">
              <a:spcBef>
                <a:spcPts val="0"/>
              </a:spcBef>
              <a:spcAft>
                <a:spcPts val="0"/>
              </a:spcAft>
              <a:buSzPts val="2590"/>
              <a:buChar char="•"/>
            </a:pPr>
            <a:r>
              <a:rPr lang="en-US" sz="2590" dirty="0"/>
              <a:t>Required when using custom Exceptions</a:t>
            </a:r>
          </a:p>
        </p:txBody>
      </p:sp>
      <p:sp>
        <p:nvSpPr>
          <p:cNvPr id="5" name="Rectangle 4">
            <a:extLst>
              <a:ext uri="{FF2B5EF4-FFF2-40B4-BE49-F238E27FC236}">
                <a16:creationId xmlns:a16="http://schemas.microsoft.com/office/drawing/2014/main" id="{EB23AEF1-1332-C000-E9C0-0E28C3DEC76C}"/>
              </a:ext>
            </a:extLst>
          </p:cNvPr>
          <p:cNvSpPr/>
          <p:nvPr/>
        </p:nvSpPr>
        <p:spPr>
          <a:xfrm>
            <a:off x="2209800" y="3975722"/>
            <a:ext cx="4724400" cy="140083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defTabSz="228600"/>
            <a:r>
              <a:rPr lang="en-US" dirty="0">
                <a:solidFill>
                  <a:srgbClr val="7030A0"/>
                </a:solidFill>
                <a:latin typeface="Courier New" panose="02070309020205020404" pitchFamily="49" charset="0"/>
                <a:cs typeface="Courier New" panose="02070309020205020404" pitchFamily="49" charset="0"/>
              </a:rPr>
              <a:t>public void</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quitMath</a:t>
            </a:r>
            <a:r>
              <a:rPr lang="en-US" dirty="0">
                <a:latin typeface="Courier New" panose="02070309020205020404" pitchFamily="49" charset="0"/>
                <a:cs typeface="Courier New" panose="02070309020205020404" pitchFamily="49" charset="0"/>
              </a:rPr>
              <a:t> {</a:t>
            </a:r>
          </a:p>
          <a:p>
            <a:pPr defTabSz="228600"/>
            <a:r>
              <a:rPr lang="en-US" dirty="0">
                <a:latin typeface="Courier New" panose="02070309020205020404" pitchFamily="49" charset="0"/>
                <a:cs typeface="Courier New" panose="02070309020205020404" pitchFamily="49" charset="0"/>
              </a:rPr>
              <a:t>  </a:t>
            </a:r>
            <a:r>
              <a:rPr lang="en-US" dirty="0">
                <a:solidFill>
                  <a:srgbClr val="00B050"/>
                </a:solidFill>
                <a:latin typeface="Courier New" panose="02070309020205020404" pitchFamily="49" charset="0"/>
                <a:cs typeface="Courier New" panose="02070309020205020404" pitchFamily="49" charset="0"/>
              </a:rPr>
              <a:t>// Math is difficult...</a:t>
            </a:r>
          </a:p>
          <a:p>
            <a:pPr defTabSz="228600"/>
            <a:r>
              <a:rPr lang="en-US" dirty="0">
                <a:latin typeface="Courier New" panose="02070309020205020404" pitchFamily="49" charset="0"/>
                <a:cs typeface="Courier New" panose="02070309020205020404" pitchFamily="49" charset="0"/>
              </a:rPr>
              <a:t>	</a:t>
            </a:r>
            <a:r>
              <a:rPr lang="en-US" dirty="0">
                <a:solidFill>
                  <a:srgbClr val="7030A0"/>
                </a:solidFill>
                <a:latin typeface="Courier New" panose="02070309020205020404" pitchFamily="49" charset="0"/>
                <a:cs typeface="Courier New" panose="02070309020205020404" pitchFamily="49" charset="0"/>
              </a:rPr>
              <a:t>throw new</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ArithmeticException</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138816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76DFC-EBE6-9412-4053-D77DA515EE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FF5F0-C518-047E-140B-E9FE48FEB2A8}"/>
              </a:ext>
            </a:extLst>
          </p:cNvPr>
          <p:cNvSpPr>
            <a:spLocks noGrp="1"/>
          </p:cNvSpPr>
          <p:nvPr>
            <p:ph type="title"/>
          </p:nvPr>
        </p:nvSpPr>
        <p:spPr/>
        <p:txBody>
          <a:bodyPr/>
          <a:lstStyle/>
          <a:p>
            <a:r>
              <a:rPr lang="en-US" dirty="0"/>
              <a:t>Throws Keyword and Ducking</a:t>
            </a:r>
          </a:p>
        </p:txBody>
      </p:sp>
      <p:sp>
        <p:nvSpPr>
          <p:cNvPr id="4" name="Slide Number Placeholder 3">
            <a:extLst>
              <a:ext uri="{FF2B5EF4-FFF2-40B4-BE49-F238E27FC236}">
                <a16:creationId xmlns:a16="http://schemas.microsoft.com/office/drawing/2014/main" id="{1145339B-8ED4-C44D-3008-366FEA6BD3F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
        <p:nvSpPr>
          <p:cNvPr id="7" name="Google Shape;289;p26">
            <a:extLst>
              <a:ext uri="{FF2B5EF4-FFF2-40B4-BE49-F238E27FC236}">
                <a16:creationId xmlns:a16="http://schemas.microsoft.com/office/drawing/2014/main" id="{F000C8D3-7044-3F69-4C4D-92AD9B8BAC89}"/>
              </a:ext>
            </a:extLst>
          </p:cNvPr>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590"/>
              <a:buChar char="•"/>
            </a:pPr>
            <a:r>
              <a:rPr lang="en-US" sz="2590" dirty="0"/>
              <a:t>The keyword </a:t>
            </a:r>
            <a:r>
              <a:rPr lang="en-US" sz="2590" dirty="0">
                <a:solidFill>
                  <a:srgbClr val="7030A0"/>
                </a:solidFill>
                <a:latin typeface="Courier New" panose="02070309020205020404" pitchFamily="49" charset="0"/>
                <a:cs typeface="Courier New" panose="02070309020205020404" pitchFamily="49" charset="0"/>
              </a:rPr>
              <a:t>throws</a:t>
            </a:r>
            <a:r>
              <a:rPr lang="en-US" sz="2590" dirty="0"/>
              <a:t> is used in a method signature to “duck” an Exception that may result from execution of the method’s code.</a:t>
            </a:r>
          </a:p>
          <a:p>
            <a:pPr marL="342900" lvl="0" indent="-342900" algn="l" rtl="0">
              <a:spcBef>
                <a:spcPts val="0"/>
              </a:spcBef>
              <a:spcAft>
                <a:spcPts val="0"/>
              </a:spcAft>
              <a:buSzPts val="2590"/>
              <a:buChar char="•"/>
            </a:pPr>
            <a:r>
              <a:rPr lang="en-US" sz="2590" dirty="0"/>
              <a:t>In other words, throws declares potential exceptions</a:t>
            </a:r>
          </a:p>
          <a:p>
            <a:pPr marL="342900" lvl="0" indent="-342900" algn="l" rtl="0">
              <a:spcBef>
                <a:spcPts val="0"/>
              </a:spcBef>
              <a:spcAft>
                <a:spcPts val="0"/>
              </a:spcAft>
              <a:buSzPts val="2590"/>
              <a:buChar char="•"/>
            </a:pPr>
            <a:r>
              <a:rPr lang="en-US" sz="2590" dirty="0"/>
              <a:t>You should duck exceptions when…</a:t>
            </a:r>
            <a:endParaRPr lang="en-US" sz="1790" dirty="0"/>
          </a:p>
          <a:p>
            <a:pPr marL="800100" lvl="1" indent="-342900">
              <a:spcBef>
                <a:spcPts val="0"/>
              </a:spcBef>
              <a:buSzPts val="2590"/>
              <a:buChar char="•"/>
            </a:pPr>
            <a:r>
              <a:rPr lang="en-US" sz="2190" dirty="0"/>
              <a:t>A higher layer (like a controller/service) should decide what to do</a:t>
            </a:r>
          </a:p>
          <a:p>
            <a:pPr marL="800100" lvl="1" indent="-342900">
              <a:spcBef>
                <a:spcPts val="0"/>
              </a:spcBef>
              <a:buSzPts val="2590"/>
              <a:buChar char="•"/>
            </a:pPr>
            <a:r>
              <a:rPr lang="en-US" sz="2190" dirty="0"/>
              <a:t>You want cleaner, lower-level code</a:t>
            </a:r>
          </a:p>
          <a:p>
            <a:pPr marL="342900" indent="-342900">
              <a:spcBef>
                <a:spcPts val="0"/>
              </a:spcBef>
              <a:buSzPts val="2590"/>
            </a:pPr>
            <a:r>
              <a:rPr lang="en-US" sz="2590" dirty="0"/>
              <a:t>You can duck an exception any number of times</a:t>
            </a:r>
          </a:p>
          <a:p>
            <a:pPr marL="342900" indent="-342900">
              <a:spcBef>
                <a:spcPts val="0"/>
              </a:spcBef>
              <a:buSzPts val="2590"/>
            </a:pPr>
            <a:r>
              <a:rPr lang="en-US" sz="2590" dirty="0"/>
              <a:t>A handler (try-catch) must be reached somewhere, otherwise the application will terminate</a:t>
            </a:r>
          </a:p>
        </p:txBody>
      </p:sp>
    </p:spTree>
    <p:extLst>
      <p:ext uri="{BB962C8B-B14F-4D97-AF65-F5344CB8AC3E}">
        <p14:creationId xmlns:p14="http://schemas.microsoft.com/office/powerpoint/2010/main" val="1873599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68CBF-6BAD-993E-C7B0-82A96C1A8D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B0E67F-F3A2-2B62-DDBF-E649E22A464E}"/>
              </a:ext>
            </a:extLst>
          </p:cNvPr>
          <p:cNvSpPr>
            <a:spLocks noGrp="1"/>
          </p:cNvSpPr>
          <p:nvPr>
            <p:ph type="title"/>
          </p:nvPr>
        </p:nvSpPr>
        <p:spPr/>
        <p:txBody>
          <a:bodyPr/>
          <a:lstStyle/>
          <a:p>
            <a:r>
              <a:rPr lang="en-US" dirty="0"/>
              <a:t>Throws Keyword and Ducking</a:t>
            </a:r>
          </a:p>
        </p:txBody>
      </p:sp>
      <p:sp>
        <p:nvSpPr>
          <p:cNvPr id="4" name="Slide Number Placeholder 3">
            <a:extLst>
              <a:ext uri="{FF2B5EF4-FFF2-40B4-BE49-F238E27FC236}">
                <a16:creationId xmlns:a16="http://schemas.microsoft.com/office/drawing/2014/main" id="{3E8D2254-2E70-00B6-2049-A6D0C87FC9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pic>
        <p:nvPicPr>
          <p:cNvPr id="3" name="Picture 2">
            <a:extLst>
              <a:ext uri="{FF2B5EF4-FFF2-40B4-BE49-F238E27FC236}">
                <a16:creationId xmlns:a16="http://schemas.microsoft.com/office/drawing/2014/main" id="{17B2F4E0-03C2-0B70-BB28-820812AF8A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8972" y="1822498"/>
            <a:ext cx="5292867" cy="4023360"/>
          </a:xfrm>
          <a:prstGeom prst="rect">
            <a:avLst/>
          </a:prstGeom>
        </p:spPr>
      </p:pic>
    </p:spTree>
    <p:extLst>
      <p:ext uri="{BB962C8B-B14F-4D97-AF65-F5344CB8AC3E}">
        <p14:creationId xmlns:p14="http://schemas.microsoft.com/office/powerpoint/2010/main" val="40968525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244D8-D6C0-F0E3-8AAC-07DEFC6130A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6BB07B-8FF4-5581-ACDB-CBABD63E324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3" name="Title 2">
            <a:extLst>
              <a:ext uri="{FF2B5EF4-FFF2-40B4-BE49-F238E27FC236}">
                <a16:creationId xmlns:a16="http://schemas.microsoft.com/office/drawing/2014/main" id="{128D81E4-9E26-D9A3-FF73-E335FADB256A}"/>
              </a:ext>
            </a:extLst>
          </p:cNvPr>
          <p:cNvSpPr>
            <a:spLocks noGrp="1"/>
          </p:cNvSpPr>
          <p:nvPr>
            <p:ph type="title"/>
          </p:nvPr>
        </p:nvSpPr>
        <p:spPr/>
        <p:txBody>
          <a:bodyPr/>
          <a:lstStyle/>
          <a:p>
            <a:r>
              <a:rPr lang="en-US" sz="3600" dirty="0"/>
              <a:t>Custom Exceptions</a:t>
            </a:r>
          </a:p>
        </p:txBody>
      </p:sp>
    </p:spTree>
    <p:extLst>
      <p:ext uri="{BB962C8B-B14F-4D97-AF65-F5344CB8AC3E}">
        <p14:creationId xmlns:p14="http://schemas.microsoft.com/office/powerpoint/2010/main" val="3239136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113FE-6CF5-4DCF-B5BC-7066A80B7A17}"/>
              </a:ext>
            </a:extLst>
          </p:cNvPr>
          <p:cNvSpPr>
            <a:spLocks noGrp="1"/>
          </p:cNvSpPr>
          <p:nvPr>
            <p:ph type="title"/>
          </p:nvPr>
        </p:nvSpPr>
        <p:spPr/>
        <p:txBody>
          <a:bodyPr/>
          <a:lstStyle/>
          <a:p>
            <a:r>
              <a:rPr lang="en-US" dirty="0"/>
              <a:t>Example – Creating Custom Exceptions</a:t>
            </a:r>
          </a:p>
        </p:txBody>
      </p:sp>
      <p:sp>
        <p:nvSpPr>
          <p:cNvPr id="4" name="Slide Number Placeholder 3">
            <a:extLst>
              <a:ext uri="{FF2B5EF4-FFF2-40B4-BE49-F238E27FC236}">
                <a16:creationId xmlns:a16="http://schemas.microsoft.com/office/drawing/2014/main" id="{EDA35003-1376-4D22-96BB-2BF52AF1DA2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
        <p:nvSpPr>
          <p:cNvPr id="7" name="Google Shape;289;p26">
            <a:extLst>
              <a:ext uri="{FF2B5EF4-FFF2-40B4-BE49-F238E27FC236}">
                <a16:creationId xmlns:a16="http://schemas.microsoft.com/office/drawing/2014/main" id="{86C86923-55C9-449C-B31B-0365EE323A76}"/>
              </a:ext>
            </a:extLst>
          </p:cNvPr>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590"/>
              <a:buChar char="•"/>
            </a:pPr>
            <a:r>
              <a:rPr lang="en-US" sz="2590" dirty="0"/>
              <a:t>Custom Exception can be created by extending the Exception Class, or the Throwable Class.</a:t>
            </a:r>
          </a:p>
          <a:p>
            <a:pPr marL="342900" lvl="0" indent="-342900" algn="l" rtl="0">
              <a:spcBef>
                <a:spcPts val="0"/>
              </a:spcBef>
              <a:spcAft>
                <a:spcPts val="0"/>
              </a:spcAft>
              <a:buSzPts val="2590"/>
              <a:buChar char="•"/>
            </a:pPr>
            <a:r>
              <a:rPr lang="en-US" sz="2590" dirty="0"/>
              <a:t>Typically, this is done by extending the Exception class to provide more structure to the newly created exception.</a:t>
            </a:r>
          </a:p>
        </p:txBody>
      </p:sp>
      <p:sp>
        <p:nvSpPr>
          <p:cNvPr id="3" name="Rectangle 2">
            <a:extLst>
              <a:ext uri="{FF2B5EF4-FFF2-40B4-BE49-F238E27FC236}">
                <a16:creationId xmlns:a16="http://schemas.microsoft.com/office/drawing/2014/main" id="{131586FB-C128-71F9-5430-78ED2DE07D3B}"/>
              </a:ext>
            </a:extLst>
          </p:cNvPr>
          <p:cNvSpPr/>
          <p:nvPr/>
        </p:nvSpPr>
        <p:spPr>
          <a:xfrm>
            <a:off x="1371600" y="3975722"/>
            <a:ext cx="6400800" cy="140083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defTabSz="228600"/>
            <a:r>
              <a:rPr lang="en-US" dirty="0">
                <a:solidFill>
                  <a:srgbClr val="7030A0"/>
                </a:solidFill>
                <a:latin typeface="Courier New" panose="02070309020205020404" pitchFamily="49" charset="0"/>
                <a:cs typeface="Courier New" panose="02070309020205020404" pitchFamily="49" charset="0"/>
              </a:rPr>
              <a:t>public class</a:t>
            </a:r>
            <a:r>
              <a:rPr lang="en-US" dirty="0">
                <a:latin typeface="Courier New" panose="02070309020205020404" pitchFamily="49" charset="0"/>
                <a:cs typeface="Courier New" panose="02070309020205020404" pitchFamily="49" charset="0"/>
              </a:rPr>
              <a:t> EvenNumberException extends Exception{</a:t>
            </a:r>
          </a:p>
          <a:p>
            <a:pPr defTabSz="228600"/>
            <a:r>
              <a:rPr lang="en-US" dirty="0">
                <a:latin typeface="Courier New" panose="02070309020205020404" pitchFamily="49" charset="0"/>
                <a:cs typeface="Courier New" panose="02070309020205020404" pitchFamily="49" charset="0"/>
              </a:rPr>
              <a:t>	</a:t>
            </a:r>
            <a:r>
              <a:rPr lang="en-US" dirty="0">
                <a:solidFill>
                  <a:srgbClr val="7030A0"/>
                </a:solidFill>
                <a:latin typeface="Courier New" panose="02070309020205020404" pitchFamily="49" charset="0"/>
                <a:cs typeface="Courier New" panose="02070309020205020404" pitchFamily="49" charset="0"/>
              </a:rPr>
              <a:t>public</a:t>
            </a:r>
            <a:r>
              <a:rPr lang="en-US" dirty="0">
                <a:latin typeface="Courier New" panose="02070309020205020404" pitchFamily="49" charset="0"/>
                <a:cs typeface="Courier New" panose="02070309020205020404" pitchFamily="49" charset="0"/>
              </a:rPr>
              <a:t> EvenNumberException(String message){</a:t>
            </a:r>
          </a:p>
          <a:p>
            <a:pPr defTabSz="228600"/>
            <a:r>
              <a:rPr lang="en-US" dirty="0">
                <a:latin typeface="Courier New" panose="02070309020205020404" pitchFamily="49" charset="0"/>
                <a:cs typeface="Courier New" panose="02070309020205020404" pitchFamily="49" charset="0"/>
              </a:rPr>
              <a:t>		</a:t>
            </a:r>
            <a:r>
              <a:rPr lang="en-US" dirty="0">
                <a:solidFill>
                  <a:srgbClr val="7030A0"/>
                </a:solidFill>
                <a:latin typeface="Courier New" panose="02070309020205020404" pitchFamily="49" charset="0"/>
                <a:cs typeface="Courier New" panose="02070309020205020404" pitchFamily="49" charset="0"/>
              </a:rPr>
              <a:t>super</a:t>
            </a:r>
            <a:r>
              <a:rPr lang="en-US" dirty="0">
                <a:latin typeface="Courier New" panose="02070309020205020404" pitchFamily="49" charset="0"/>
                <a:cs typeface="Courier New" panose="02070309020205020404" pitchFamily="49" charset="0"/>
              </a:rPr>
              <a:t>(message);</a:t>
            </a:r>
          </a:p>
          <a:p>
            <a:pPr defTabSz="228600"/>
            <a:r>
              <a:rPr lang="en-US" dirty="0">
                <a:latin typeface="Courier New" panose="02070309020205020404" pitchFamily="49" charset="0"/>
                <a:cs typeface="Courier New" panose="02070309020205020404" pitchFamily="49" charset="0"/>
              </a:rPr>
              <a:t>	}</a:t>
            </a:r>
          </a:p>
          <a:p>
            <a:pPr defTabSz="228600"/>
            <a:r>
              <a:rPr lang="en-US" dirty="0">
                <a:latin typeface="Courier New" panose="02070309020205020404" pitchFamily="49" charset="0"/>
                <a:cs typeface="Courier New" panose="02070309020205020404" pitchFamily="49" charset="0"/>
              </a:rPr>
              <a:t>	</a:t>
            </a:r>
            <a:r>
              <a:rPr lang="en-US" dirty="0">
                <a:solidFill>
                  <a:srgbClr val="7030A0"/>
                </a:solidFill>
                <a:latin typeface="Courier New" panose="02070309020205020404" pitchFamily="49" charset="0"/>
                <a:cs typeface="Courier New" panose="02070309020205020404" pitchFamily="49" charset="0"/>
              </a:rPr>
              <a:t>public</a:t>
            </a:r>
            <a:r>
              <a:rPr lang="en-US" dirty="0">
                <a:latin typeface="Courier New" panose="02070309020205020404" pitchFamily="49" charset="0"/>
                <a:cs typeface="Courier New" panose="02070309020205020404" pitchFamily="49" charset="0"/>
              </a:rPr>
              <a:t> EvenNumberException(){}</a:t>
            </a:r>
          </a:p>
          <a:p>
            <a:pPr defTabSz="228600"/>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958566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113FE-6CF5-4DCF-B5BC-7066A80B7A17}"/>
              </a:ext>
            </a:extLst>
          </p:cNvPr>
          <p:cNvSpPr>
            <a:spLocks noGrp="1"/>
          </p:cNvSpPr>
          <p:nvPr>
            <p:ph type="title"/>
          </p:nvPr>
        </p:nvSpPr>
        <p:spPr/>
        <p:txBody>
          <a:bodyPr/>
          <a:lstStyle/>
          <a:p>
            <a:r>
              <a:rPr lang="en-US" dirty="0"/>
              <a:t>Example – Using Custom Exceptions</a:t>
            </a:r>
          </a:p>
        </p:txBody>
      </p:sp>
      <p:sp>
        <p:nvSpPr>
          <p:cNvPr id="4" name="Slide Number Placeholder 3">
            <a:extLst>
              <a:ext uri="{FF2B5EF4-FFF2-40B4-BE49-F238E27FC236}">
                <a16:creationId xmlns:a16="http://schemas.microsoft.com/office/drawing/2014/main" id="{EDA35003-1376-4D22-96BB-2BF52AF1DA2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
        <p:nvSpPr>
          <p:cNvPr id="6" name="Rectangle 5">
            <a:extLst>
              <a:ext uri="{FF2B5EF4-FFF2-40B4-BE49-F238E27FC236}">
                <a16:creationId xmlns:a16="http://schemas.microsoft.com/office/drawing/2014/main" id="{C3F26C82-7755-4AFC-B86D-E5AA449D2D61}"/>
              </a:ext>
            </a:extLst>
          </p:cNvPr>
          <p:cNvSpPr/>
          <p:nvPr/>
        </p:nvSpPr>
        <p:spPr>
          <a:xfrm>
            <a:off x="159914" y="1921080"/>
            <a:ext cx="8824172" cy="408872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defTabSz="228600"/>
            <a:r>
              <a:rPr lang="en-US" dirty="0">
                <a:latin typeface="Courier New" panose="02070309020205020404" pitchFamily="49" charset="0"/>
                <a:cs typeface="Courier New" panose="02070309020205020404" pitchFamily="49" charset="0"/>
              </a:rPr>
              <a:t>public class </a:t>
            </a:r>
            <a:r>
              <a:rPr lang="en-US" dirty="0" err="1">
                <a:latin typeface="Courier New" panose="02070309020205020404" pitchFamily="49" charset="0"/>
                <a:cs typeface="Courier New" panose="02070309020205020404" pitchFamily="49" charset="0"/>
              </a:rPr>
              <a:t>DoStuff</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	public static void main(String[] </a:t>
            </a:r>
            <a:r>
              <a:rPr lang="en-US" dirty="0" err="1">
                <a:latin typeface="Courier New" panose="02070309020205020404" pitchFamily="49" charset="0"/>
                <a:cs typeface="Courier New" panose="02070309020205020404" pitchFamily="49" charset="0"/>
              </a:rPr>
              <a:t>args</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		try{</a:t>
            </a:r>
          </a:p>
          <a:p>
            <a:pPr defTabSz="228600"/>
            <a:r>
              <a:rPr lang="en-US" dirty="0">
                <a:latin typeface="Courier New" panose="02070309020205020404" pitchFamily="49" charset="0"/>
                <a:cs typeface="Courier New" panose="02070309020205020404" pitchFamily="49" charset="0"/>
              </a:rPr>
              <a:t>			sumOddNumbers(1,2);</a:t>
            </a:r>
          </a:p>
          <a:p>
            <a:pPr defTabSz="228600"/>
            <a:r>
              <a:rPr lang="en-US" dirty="0">
                <a:latin typeface="Courier New" panose="02070309020205020404" pitchFamily="49" charset="0"/>
                <a:cs typeface="Courier New" panose="02070309020205020404" pitchFamily="49" charset="0"/>
              </a:rPr>
              <a:t>		} catch(</a:t>
            </a:r>
            <a:r>
              <a:rPr lang="en-US" dirty="0" err="1">
                <a:latin typeface="Courier New" panose="02070309020205020404" pitchFamily="49" charset="0"/>
                <a:cs typeface="Courier New" panose="02070309020205020404" pitchFamily="49" charset="0"/>
              </a:rPr>
              <a:t>EvenNumberException</a:t>
            </a:r>
            <a:r>
              <a:rPr lang="en-US" dirty="0">
                <a:latin typeface="Courier New" panose="02070309020205020404" pitchFamily="49" charset="0"/>
                <a:cs typeface="Courier New" panose="02070309020205020404" pitchFamily="49" charset="0"/>
              </a:rPr>
              <a:t> ex){</a:t>
            </a:r>
          </a:p>
          <a:p>
            <a:pPr defTabSz="228600"/>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ex.printStackTrace</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		} catch(Exception ex){</a:t>
            </a:r>
          </a:p>
          <a:p>
            <a:pPr defTabSz="228600"/>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ex.printStackTrace</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		} finally{ // Finally blocks will ALWAYS run}</a:t>
            </a:r>
          </a:p>
          <a:p>
            <a:pPr defTabSz="228600"/>
            <a:r>
              <a:rPr lang="en-US" dirty="0">
                <a:latin typeface="Courier New" panose="02070309020205020404" pitchFamily="49" charset="0"/>
                <a:cs typeface="Courier New" panose="02070309020205020404" pitchFamily="49" charset="0"/>
              </a:rPr>
              <a:t>	}</a:t>
            </a:r>
          </a:p>
          <a:p>
            <a:pPr defTabSz="228600"/>
            <a:endParaRPr lang="en-US" dirty="0">
              <a:latin typeface="Courier New" panose="02070309020205020404" pitchFamily="49" charset="0"/>
              <a:cs typeface="Courier New" panose="02070309020205020404" pitchFamily="49" charset="0"/>
            </a:endParaRPr>
          </a:p>
          <a:p>
            <a:pPr defTabSz="228600"/>
            <a:r>
              <a:rPr lang="en-US" dirty="0">
                <a:latin typeface="Courier New" panose="02070309020205020404" pitchFamily="49" charset="0"/>
                <a:cs typeface="Courier New" panose="02070309020205020404" pitchFamily="49" charset="0"/>
              </a:rPr>
              <a:t>	public static int sumOddNumbers(int num1, int num2)throws EvenNumberException{</a:t>
            </a:r>
          </a:p>
          <a:p>
            <a:pPr defTabSz="228600"/>
            <a:r>
              <a:rPr lang="en-US" dirty="0">
                <a:latin typeface="Courier New" panose="02070309020205020404" pitchFamily="49" charset="0"/>
                <a:cs typeface="Courier New" panose="02070309020205020404" pitchFamily="49" charset="0"/>
              </a:rPr>
              <a:t>		if(num1 % 2 == 0 || num2 % 2 == 0)</a:t>
            </a:r>
          </a:p>
          <a:p>
            <a:pPr defTabSz="228600"/>
            <a:r>
              <a:rPr lang="en-US" dirty="0">
                <a:latin typeface="Courier New" panose="02070309020205020404" pitchFamily="49" charset="0"/>
                <a:cs typeface="Courier New" panose="02070309020205020404" pitchFamily="49" charset="0"/>
              </a:rPr>
              <a:t>			throw new EvenNumberException(“Input is even”);</a:t>
            </a:r>
          </a:p>
          <a:p>
            <a:pPr defTabSz="228600"/>
            <a:r>
              <a:rPr lang="en-US" dirty="0">
                <a:latin typeface="Courier New" panose="02070309020205020404" pitchFamily="49" charset="0"/>
                <a:cs typeface="Courier New" panose="02070309020205020404" pitchFamily="49" charset="0"/>
              </a:rPr>
              <a:t>		return num1 + num2;</a:t>
            </a:r>
          </a:p>
          <a:p>
            <a:pPr defTabSz="228600"/>
            <a:r>
              <a:rPr lang="en-US" dirty="0">
                <a:latin typeface="Courier New" panose="02070309020205020404" pitchFamily="49" charset="0"/>
                <a:cs typeface="Courier New" panose="02070309020205020404" pitchFamily="49" charset="0"/>
              </a:rPr>
              <a:t>	}</a:t>
            </a:r>
          </a:p>
          <a:p>
            <a:pPr defTabSz="228600"/>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737166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86BCB-8B26-AD9F-48DD-2E6C95A0C1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7DDA45-A0E2-0452-B048-3D8DD7FE408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
        <p:nvSpPr>
          <p:cNvPr id="3" name="Title 2">
            <a:extLst>
              <a:ext uri="{FF2B5EF4-FFF2-40B4-BE49-F238E27FC236}">
                <a16:creationId xmlns:a16="http://schemas.microsoft.com/office/drawing/2014/main" id="{CEC2A7FB-3A27-5679-5EDE-41DE0D6FA64A}"/>
              </a:ext>
            </a:extLst>
          </p:cNvPr>
          <p:cNvSpPr>
            <a:spLocks noGrp="1"/>
          </p:cNvSpPr>
          <p:nvPr>
            <p:ph type="title"/>
          </p:nvPr>
        </p:nvSpPr>
        <p:spPr/>
        <p:txBody>
          <a:bodyPr/>
          <a:lstStyle/>
          <a:p>
            <a:r>
              <a:rPr lang="en-US" sz="3600" dirty="0"/>
              <a:t>Finally Block</a:t>
            </a:r>
          </a:p>
        </p:txBody>
      </p:sp>
    </p:spTree>
    <p:extLst>
      <p:ext uri="{BB962C8B-B14F-4D97-AF65-F5344CB8AC3E}">
        <p14:creationId xmlns:p14="http://schemas.microsoft.com/office/powerpoint/2010/main" val="8908835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09D79-F82C-43E6-462F-87EAE5193A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6EF31-F817-DFEB-1BC0-4D93F70A4953}"/>
              </a:ext>
            </a:extLst>
          </p:cNvPr>
          <p:cNvSpPr>
            <a:spLocks noGrp="1"/>
          </p:cNvSpPr>
          <p:nvPr>
            <p:ph type="title"/>
          </p:nvPr>
        </p:nvSpPr>
        <p:spPr/>
        <p:txBody>
          <a:bodyPr/>
          <a:lstStyle/>
          <a:p>
            <a:r>
              <a:rPr lang="en-US" dirty="0"/>
              <a:t>Finally</a:t>
            </a:r>
          </a:p>
        </p:txBody>
      </p:sp>
      <p:sp>
        <p:nvSpPr>
          <p:cNvPr id="4" name="Slide Number Placeholder 3">
            <a:extLst>
              <a:ext uri="{FF2B5EF4-FFF2-40B4-BE49-F238E27FC236}">
                <a16:creationId xmlns:a16="http://schemas.microsoft.com/office/drawing/2014/main" id="{E396EAB6-9B20-19BF-11C9-CD75FF7637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
        <p:nvSpPr>
          <p:cNvPr id="7" name="Google Shape;289;p26">
            <a:extLst>
              <a:ext uri="{FF2B5EF4-FFF2-40B4-BE49-F238E27FC236}">
                <a16:creationId xmlns:a16="http://schemas.microsoft.com/office/drawing/2014/main" id="{F4B3A7A0-75DD-3B39-CEBF-11CF7356A6D8}"/>
              </a:ext>
            </a:extLst>
          </p:cNvPr>
          <p:cNvSpPr txBox="1">
            <a:spLocks noGrp="1"/>
          </p:cNvSpPr>
          <p:nvPr>
            <p:ph type="body" idx="1"/>
          </p:nvPr>
        </p:nvSpPr>
        <p:spPr>
          <a:xfrm>
            <a:off x="380010" y="1481446"/>
            <a:ext cx="8383980" cy="2771899"/>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590"/>
              <a:buChar char="•"/>
            </a:pPr>
            <a:r>
              <a:rPr lang="en-US" sz="2590" dirty="0"/>
              <a:t>A finally block is an optional part of a try-statement that contains code that should run no matter what.</a:t>
            </a:r>
          </a:p>
          <a:p>
            <a:pPr marL="800100" lvl="1" indent="-342900">
              <a:spcBef>
                <a:spcPts val="0"/>
              </a:spcBef>
              <a:buSzPts val="2590"/>
              <a:buChar char="•"/>
            </a:pPr>
            <a:r>
              <a:rPr lang="en-US" sz="2190" dirty="0"/>
              <a:t>Whether an exception occurs or not</a:t>
            </a:r>
          </a:p>
          <a:p>
            <a:pPr marL="342900" indent="-342900">
              <a:spcBef>
                <a:spcPts val="0"/>
              </a:spcBef>
              <a:buSzPts val="2590"/>
            </a:pPr>
            <a:r>
              <a:rPr lang="en-US" sz="2590" dirty="0"/>
              <a:t>It is mainly used for cleanup:</a:t>
            </a:r>
          </a:p>
          <a:p>
            <a:pPr marL="800100" lvl="1" indent="-342900">
              <a:spcBef>
                <a:spcPts val="0"/>
              </a:spcBef>
              <a:buSzPts val="2590"/>
            </a:pPr>
            <a:r>
              <a:rPr lang="en-US" sz="2190" dirty="0"/>
              <a:t>Closing resources (files, database connections)</a:t>
            </a:r>
          </a:p>
          <a:p>
            <a:pPr marL="800100" lvl="1" indent="-342900">
              <a:spcBef>
                <a:spcPts val="0"/>
              </a:spcBef>
              <a:buSzPts val="2590"/>
            </a:pPr>
            <a:r>
              <a:rPr lang="en-US" sz="2190" dirty="0"/>
              <a:t>Releasing locks</a:t>
            </a:r>
          </a:p>
          <a:p>
            <a:pPr marL="342900" indent="-342900">
              <a:spcBef>
                <a:spcPts val="0"/>
              </a:spcBef>
              <a:buSzPts val="2590"/>
            </a:pPr>
            <a:r>
              <a:rPr lang="en-US" sz="2590" dirty="0"/>
              <a:t>A try-block must have </a:t>
            </a:r>
            <a:r>
              <a:rPr lang="en-US" sz="2590" b="1" i="1" u="sng" dirty="0"/>
              <a:t>either</a:t>
            </a:r>
            <a:r>
              <a:rPr lang="en-US" sz="2590" dirty="0"/>
              <a:t> a catch or finally block.</a:t>
            </a:r>
          </a:p>
        </p:txBody>
      </p:sp>
      <p:sp>
        <p:nvSpPr>
          <p:cNvPr id="5" name="Rectangle 4">
            <a:extLst>
              <a:ext uri="{FF2B5EF4-FFF2-40B4-BE49-F238E27FC236}">
                <a16:creationId xmlns:a16="http://schemas.microsoft.com/office/drawing/2014/main" id="{175F281D-A706-B7EE-6BD9-68EF5A828C0E}"/>
              </a:ext>
            </a:extLst>
          </p:cNvPr>
          <p:cNvSpPr/>
          <p:nvPr/>
        </p:nvSpPr>
        <p:spPr>
          <a:xfrm>
            <a:off x="1371600" y="4253345"/>
            <a:ext cx="6400800" cy="247549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defTabSz="228600"/>
            <a:r>
              <a:rPr lang="en-US" dirty="0">
                <a:solidFill>
                  <a:srgbClr val="7030A0"/>
                </a:solidFill>
                <a:latin typeface="Courier New" panose="02070309020205020404" pitchFamily="49" charset="0"/>
                <a:cs typeface="Courier New" panose="02070309020205020404" pitchFamily="49" charset="0"/>
              </a:rPr>
              <a:t>try </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    scanner = </a:t>
            </a:r>
            <a:r>
              <a:rPr lang="en-US" dirty="0">
                <a:solidFill>
                  <a:srgbClr val="7030A0"/>
                </a:solidFill>
                <a:latin typeface="Courier New" panose="02070309020205020404" pitchFamily="49" charset="0"/>
                <a:cs typeface="Courier New" panose="02070309020205020404" pitchFamily="49" charset="0"/>
              </a:rPr>
              <a:t>new</a:t>
            </a:r>
            <a:r>
              <a:rPr lang="en-US" dirty="0">
                <a:latin typeface="Courier New" panose="02070309020205020404" pitchFamily="49" charset="0"/>
                <a:cs typeface="Courier New" panose="02070309020205020404" pitchFamily="49" charset="0"/>
              </a:rPr>
              <a:t> Scanner(System.in)</a:t>
            </a:r>
          </a:p>
          <a:p>
            <a:pPr defTabSz="228600"/>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System.out.print</a:t>
            </a:r>
            <a:r>
              <a:rPr lang="en-US" dirty="0">
                <a:latin typeface="Courier New" panose="02070309020205020404" pitchFamily="49" charset="0"/>
                <a:cs typeface="Courier New" panose="02070309020205020404" pitchFamily="49" charset="0"/>
              </a:rPr>
              <a:t>(“Enter a number:”);</a:t>
            </a:r>
          </a:p>
          <a:p>
            <a:pPr defTabSz="228600"/>
            <a:r>
              <a:rPr lang="en-US" dirty="0">
                <a:latin typeface="Courier New" panose="02070309020205020404" pitchFamily="49" charset="0"/>
                <a:cs typeface="Courier New" panose="02070309020205020404" pitchFamily="49" charset="0"/>
              </a:rPr>
              <a:t>    </a:t>
            </a:r>
            <a:r>
              <a:rPr lang="en-US" dirty="0">
                <a:solidFill>
                  <a:srgbClr val="7030A0"/>
                </a:solidFill>
                <a:latin typeface="Courier New" panose="02070309020205020404" pitchFamily="49" charset="0"/>
                <a:cs typeface="Courier New" panose="02070309020205020404" pitchFamily="49" charset="0"/>
              </a:rPr>
              <a:t>int</a:t>
            </a:r>
            <a:r>
              <a:rPr lang="en-US" dirty="0">
                <a:latin typeface="Courier New" panose="02070309020205020404" pitchFamily="49" charset="0"/>
                <a:cs typeface="Courier New" panose="02070309020205020404" pitchFamily="49" charset="0"/>
              </a:rPr>
              <a:t> value = </a:t>
            </a:r>
            <a:r>
              <a:rPr lang="en-US" dirty="0" err="1">
                <a:latin typeface="Courier New" panose="02070309020205020404" pitchFamily="49" charset="0"/>
                <a:cs typeface="Courier New" panose="02070309020205020404" pitchFamily="49" charset="0"/>
              </a:rPr>
              <a:t>scanner.nextInt</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    System.out.println(“You entered: “ + value);</a:t>
            </a:r>
          </a:p>
          <a:p>
            <a:pPr defTabSz="228600"/>
            <a:r>
              <a:rPr lang="en-US" dirty="0">
                <a:latin typeface="Courier New" panose="02070309020205020404" pitchFamily="49" charset="0"/>
                <a:cs typeface="Courier New" panose="02070309020205020404" pitchFamily="49" charset="0"/>
              </a:rPr>
              <a:t>} </a:t>
            </a:r>
            <a:r>
              <a:rPr lang="en-US" dirty="0">
                <a:solidFill>
                  <a:srgbClr val="7030A0"/>
                </a:solidFill>
                <a:latin typeface="Courier New" panose="02070309020205020404" pitchFamily="49" charset="0"/>
                <a:cs typeface="Courier New" panose="02070309020205020404" pitchFamily="49" charset="0"/>
              </a:rPr>
              <a:t>catch</a:t>
            </a:r>
            <a:r>
              <a:rPr lang="en-US" dirty="0">
                <a:latin typeface="Courier New" panose="02070309020205020404" pitchFamily="49" charset="0"/>
                <a:cs typeface="Courier New" panose="02070309020205020404" pitchFamily="49" charset="0"/>
              </a:rPr>
              <a:t> (Exception e) {</a:t>
            </a:r>
          </a:p>
          <a:p>
            <a:pPr defTabSz="228600"/>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e.printStacakTrace</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 </a:t>
            </a:r>
            <a:r>
              <a:rPr lang="en-US" dirty="0">
                <a:solidFill>
                  <a:srgbClr val="7030A0"/>
                </a:solidFill>
                <a:latin typeface="Courier New" panose="02070309020205020404" pitchFamily="49" charset="0"/>
                <a:cs typeface="Courier New" panose="02070309020205020404" pitchFamily="49" charset="0"/>
              </a:rPr>
              <a:t>finally</a:t>
            </a:r>
            <a:r>
              <a:rPr lang="en-US" dirty="0">
                <a:latin typeface="Courier New" panose="02070309020205020404" pitchFamily="49" charset="0"/>
                <a:cs typeface="Courier New" panose="02070309020205020404" pitchFamily="49" charset="0"/>
              </a:rPr>
              <a:t> {</a:t>
            </a:r>
          </a:p>
          <a:p>
            <a:pPr defTabSz="228600"/>
            <a:r>
              <a:rPr lang="en-US" dirty="0">
                <a:latin typeface="Courier New" panose="02070309020205020404" pitchFamily="49" charset="0"/>
                <a:cs typeface="Courier New" panose="02070309020205020404" pitchFamily="49" charset="0"/>
              </a:rPr>
              <a:t>    </a:t>
            </a:r>
            <a:r>
              <a:rPr lang="en-US" dirty="0">
                <a:solidFill>
                  <a:srgbClr val="7030A0"/>
                </a:solidFill>
                <a:latin typeface="Courier New" panose="02070309020205020404" pitchFamily="49" charset="0"/>
                <a:cs typeface="Courier New" panose="02070309020205020404" pitchFamily="49" charset="0"/>
              </a:rPr>
              <a:t>if</a:t>
            </a:r>
            <a:r>
              <a:rPr lang="en-US" dirty="0">
                <a:latin typeface="Courier New" panose="02070309020205020404" pitchFamily="49" charset="0"/>
                <a:cs typeface="Courier New" panose="02070309020205020404" pitchFamily="49" charset="0"/>
              </a:rPr>
              <a:t> (scanner != null) </a:t>
            </a:r>
            <a:r>
              <a:rPr lang="en-US" dirty="0" err="1">
                <a:latin typeface="Courier New" panose="02070309020205020404" pitchFamily="49" charset="0"/>
                <a:cs typeface="Courier New" panose="02070309020205020404" pitchFamily="49" charset="0"/>
              </a:rPr>
              <a:t>scanner.close</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19594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9C70F-EED1-9968-DE27-E13425B43A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B2B28-F834-1FB7-F901-FB7958A7C8B8}"/>
              </a:ext>
            </a:extLst>
          </p:cNvPr>
          <p:cNvSpPr>
            <a:spLocks noGrp="1"/>
          </p:cNvSpPr>
          <p:nvPr>
            <p:ph type="title"/>
          </p:nvPr>
        </p:nvSpPr>
        <p:spPr/>
        <p:txBody>
          <a:bodyPr/>
          <a:lstStyle/>
          <a:p>
            <a:r>
              <a:rPr lang="en-US" dirty="0"/>
              <a:t>Not Finally?</a:t>
            </a:r>
          </a:p>
        </p:txBody>
      </p:sp>
      <p:sp>
        <p:nvSpPr>
          <p:cNvPr id="4" name="Slide Number Placeholder 3">
            <a:extLst>
              <a:ext uri="{FF2B5EF4-FFF2-40B4-BE49-F238E27FC236}">
                <a16:creationId xmlns:a16="http://schemas.microsoft.com/office/drawing/2014/main" id="{C068A2CE-F1C9-0F1B-C04E-D87E07F5F97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
        <p:nvSpPr>
          <p:cNvPr id="7" name="Google Shape;289;p26">
            <a:extLst>
              <a:ext uri="{FF2B5EF4-FFF2-40B4-BE49-F238E27FC236}">
                <a16:creationId xmlns:a16="http://schemas.microsoft.com/office/drawing/2014/main" id="{45376724-3295-3F0F-E0B7-563300879D81}"/>
              </a:ext>
            </a:extLst>
          </p:cNvPr>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590"/>
              <a:buChar char="•"/>
            </a:pPr>
            <a:r>
              <a:rPr lang="en-US" sz="2590" dirty="0"/>
              <a:t>A finally block will </a:t>
            </a:r>
            <a:r>
              <a:rPr lang="en-US" sz="2590" b="1" i="1" dirty="0"/>
              <a:t>always</a:t>
            </a:r>
            <a:r>
              <a:rPr lang="en-US" sz="2590" dirty="0"/>
              <a:t> execute unless…</a:t>
            </a:r>
          </a:p>
          <a:p>
            <a:pPr marL="342900" indent="-342900">
              <a:spcBef>
                <a:spcPts val="0"/>
              </a:spcBef>
              <a:buSzPts val="2590"/>
            </a:pPr>
            <a:r>
              <a:rPr lang="en-US" sz="2590" dirty="0" err="1"/>
              <a:t>System.exit</a:t>
            </a:r>
            <a:r>
              <a:rPr lang="en-US" sz="2590" dirty="0"/>
              <a:t>(0) is called in either try or catch block</a:t>
            </a:r>
          </a:p>
          <a:p>
            <a:pPr marL="342900" indent="-342900">
              <a:spcBef>
                <a:spcPts val="0"/>
              </a:spcBef>
              <a:buSzPts val="2590"/>
            </a:pPr>
            <a:r>
              <a:rPr lang="en-US" sz="2590" dirty="0"/>
              <a:t>Catastrophic Errors occur:</a:t>
            </a:r>
          </a:p>
          <a:p>
            <a:pPr marL="800100" lvl="1" indent="-342900">
              <a:spcBef>
                <a:spcPts val="0"/>
              </a:spcBef>
              <a:buSzPts val="2590"/>
            </a:pPr>
            <a:r>
              <a:rPr lang="en-US" sz="2190" dirty="0" err="1"/>
              <a:t>OutOfMemoryError</a:t>
            </a:r>
            <a:endParaRPr lang="en-US" sz="2190" dirty="0"/>
          </a:p>
          <a:p>
            <a:pPr marL="800100" lvl="1" indent="-342900">
              <a:spcBef>
                <a:spcPts val="0"/>
              </a:spcBef>
              <a:buSzPts val="2590"/>
            </a:pPr>
            <a:r>
              <a:rPr lang="en-US" sz="2190" dirty="0" err="1"/>
              <a:t>StackOverflowError</a:t>
            </a:r>
            <a:endParaRPr lang="en-US" sz="2190" dirty="0"/>
          </a:p>
          <a:p>
            <a:pPr marL="342900" indent="-342900">
              <a:spcBef>
                <a:spcPts val="0"/>
              </a:spcBef>
              <a:buSzPts val="2590"/>
            </a:pPr>
            <a:r>
              <a:rPr lang="en-US" sz="2590" dirty="0"/>
              <a:t>Other Extreme Hardware issues occur</a:t>
            </a:r>
          </a:p>
        </p:txBody>
      </p:sp>
    </p:spTree>
    <p:extLst>
      <p:ext uri="{BB962C8B-B14F-4D97-AF65-F5344CB8AC3E}">
        <p14:creationId xmlns:p14="http://schemas.microsoft.com/office/powerpoint/2010/main" val="641333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E579E-7EC6-FD6D-BB9B-113D0F4B872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E54AC1-B45A-4A01-21D6-EA3488CF23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
        <p:nvSpPr>
          <p:cNvPr id="3" name="Title 2">
            <a:extLst>
              <a:ext uri="{FF2B5EF4-FFF2-40B4-BE49-F238E27FC236}">
                <a16:creationId xmlns:a16="http://schemas.microsoft.com/office/drawing/2014/main" id="{BE18052F-3EFF-EE56-C4E0-42DC6140FCFC}"/>
              </a:ext>
            </a:extLst>
          </p:cNvPr>
          <p:cNvSpPr>
            <a:spLocks noGrp="1"/>
          </p:cNvSpPr>
          <p:nvPr>
            <p:ph type="title"/>
          </p:nvPr>
        </p:nvSpPr>
        <p:spPr/>
        <p:txBody>
          <a:bodyPr/>
          <a:lstStyle/>
          <a:p>
            <a:r>
              <a:rPr lang="en-US" sz="3600" dirty="0"/>
              <a:t>Try-with-resources</a:t>
            </a:r>
          </a:p>
        </p:txBody>
      </p:sp>
    </p:spTree>
    <p:extLst>
      <p:ext uri="{BB962C8B-B14F-4D97-AF65-F5344CB8AC3E}">
        <p14:creationId xmlns:p14="http://schemas.microsoft.com/office/powerpoint/2010/main" val="27592320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69423-A281-70D9-15CD-08BAC0475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599B50-A3C0-F535-1D34-37CD39D9198A}"/>
              </a:ext>
            </a:extLst>
          </p:cNvPr>
          <p:cNvSpPr>
            <a:spLocks noGrp="1"/>
          </p:cNvSpPr>
          <p:nvPr>
            <p:ph type="title"/>
          </p:nvPr>
        </p:nvSpPr>
        <p:spPr/>
        <p:txBody>
          <a:bodyPr/>
          <a:lstStyle/>
          <a:p>
            <a:r>
              <a:rPr lang="en-US" dirty="0"/>
              <a:t>Try-with-Resources</a:t>
            </a:r>
          </a:p>
        </p:txBody>
      </p:sp>
      <p:sp>
        <p:nvSpPr>
          <p:cNvPr id="4" name="Slide Number Placeholder 3">
            <a:extLst>
              <a:ext uri="{FF2B5EF4-FFF2-40B4-BE49-F238E27FC236}">
                <a16:creationId xmlns:a16="http://schemas.microsoft.com/office/drawing/2014/main" id="{1A0D0C62-59FF-9763-7899-EF69F3D335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
        <p:nvSpPr>
          <p:cNvPr id="7" name="Google Shape;289;p26">
            <a:extLst>
              <a:ext uri="{FF2B5EF4-FFF2-40B4-BE49-F238E27FC236}">
                <a16:creationId xmlns:a16="http://schemas.microsoft.com/office/drawing/2014/main" id="{10938536-ED32-F704-9BA2-0EAAED06C6A7}"/>
              </a:ext>
            </a:extLst>
          </p:cNvPr>
          <p:cNvSpPr txBox="1">
            <a:spLocks noGrp="1"/>
          </p:cNvSpPr>
          <p:nvPr>
            <p:ph type="body" idx="1"/>
          </p:nvPr>
        </p:nvSpPr>
        <p:spPr>
          <a:xfrm>
            <a:off x="380010" y="1481446"/>
            <a:ext cx="8383980" cy="488226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590"/>
              <a:buChar char="•"/>
            </a:pPr>
            <a:r>
              <a:rPr lang="en-US" sz="2590" dirty="0"/>
              <a:t>When using a try-block, oftentimes some object is used as a resource, and must be closed or cleaned up after code execution to prevent memory leaks.</a:t>
            </a:r>
          </a:p>
          <a:p>
            <a:pPr marL="342900" lvl="0" indent="-342900" algn="l" rtl="0">
              <a:spcBef>
                <a:spcPts val="0"/>
              </a:spcBef>
              <a:spcAft>
                <a:spcPts val="0"/>
              </a:spcAft>
              <a:buSzPts val="2590"/>
              <a:buChar char="•"/>
            </a:pPr>
            <a:r>
              <a:rPr lang="en-US" sz="2590" dirty="0"/>
              <a:t>However, if an exception occurs, this can cause some issues…</a:t>
            </a:r>
          </a:p>
          <a:p>
            <a:pPr marL="342900" lvl="0" indent="-342900" algn="l" rtl="0">
              <a:spcBef>
                <a:spcPts val="0"/>
              </a:spcBef>
              <a:spcAft>
                <a:spcPts val="0"/>
              </a:spcAft>
              <a:buSzPts val="2590"/>
              <a:buChar char="•"/>
            </a:pPr>
            <a:r>
              <a:rPr lang="en-US" sz="2590" dirty="0"/>
              <a:t>Although you can use a finally block, try-with resources allows Java to handle closing resources for you.</a:t>
            </a:r>
          </a:p>
          <a:p>
            <a:pPr marL="342900" lvl="0" indent="-342900" algn="l" rtl="0">
              <a:spcBef>
                <a:spcPts val="0"/>
              </a:spcBef>
              <a:spcAft>
                <a:spcPts val="0"/>
              </a:spcAft>
              <a:buSzPts val="2590"/>
              <a:buChar char="•"/>
            </a:pPr>
            <a:r>
              <a:rPr lang="en-US" sz="2590" dirty="0"/>
              <a:t>Try-with resources can be used with any object that implements the ‘</a:t>
            </a:r>
            <a:r>
              <a:rPr lang="en-US" sz="2590" dirty="0" err="1"/>
              <a:t>AutoCloseable</a:t>
            </a:r>
            <a:r>
              <a:rPr lang="en-US" sz="2590" dirty="0"/>
              <a:t>’ interface.</a:t>
            </a:r>
          </a:p>
          <a:p>
            <a:pPr marL="342900" lvl="0" indent="-342900" algn="l" rtl="0">
              <a:spcBef>
                <a:spcPts val="0"/>
              </a:spcBef>
              <a:spcAft>
                <a:spcPts val="0"/>
              </a:spcAft>
              <a:buSzPts val="2590"/>
              <a:buChar char="•"/>
            </a:pPr>
            <a:r>
              <a:rPr lang="en-US" sz="2590" dirty="0"/>
              <a:t>Multiple resources can be declared in a try-with-resources block, separated by semi-colons</a:t>
            </a:r>
          </a:p>
        </p:txBody>
      </p:sp>
    </p:spTree>
    <p:extLst>
      <p:ext uri="{BB962C8B-B14F-4D97-AF65-F5344CB8AC3E}">
        <p14:creationId xmlns:p14="http://schemas.microsoft.com/office/powerpoint/2010/main" val="622595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FD4D5-94EB-D2F7-9FE7-5E8B361A65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59247-5F60-2698-B07D-87ABC13EF0F1}"/>
              </a:ext>
            </a:extLst>
          </p:cNvPr>
          <p:cNvSpPr>
            <a:spLocks noGrp="1"/>
          </p:cNvSpPr>
          <p:nvPr>
            <p:ph type="title"/>
          </p:nvPr>
        </p:nvSpPr>
        <p:spPr/>
        <p:txBody>
          <a:bodyPr/>
          <a:lstStyle/>
          <a:p>
            <a:r>
              <a:rPr lang="en-US" dirty="0"/>
              <a:t>Try-with-Resources</a:t>
            </a:r>
          </a:p>
        </p:txBody>
      </p:sp>
      <p:sp>
        <p:nvSpPr>
          <p:cNvPr id="4" name="Slide Number Placeholder 3">
            <a:extLst>
              <a:ext uri="{FF2B5EF4-FFF2-40B4-BE49-F238E27FC236}">
                <a16:creationId xmlns:a16="http://schemas.microsoft.com/office/drawing/2014/main" id="{6CAD0241-E536-34BD-A6E8-3BE3A0F95E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
        <p:nvSpPr>
          <p:cNvPr id="5" name="Rectangle 4">
            <a:extLst>
              <a:ext uri="{FF2B5EF4-FFF2-40B4-BE49-F238E27FC236}">
                <a16:creationId xmlns:a16="http://schemas.microsoft.com/office/drawing/2014/main" id="{34C4EAF0-2E33-7E49-95D5-53512498D145}"/>
              </a:ext>
            </a:extLst>
          </p:cNvPr>
          <p:cNvSpPr/>
          <p:nvPr/>
        </p:nvSpPr>
        <p:spPr>
          <a:xfrm>
            <a:off x="924295" y="1815897"/>
            <a:ext cx="7295409" cy="173827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defTabSz="228600"/>
            <a:r>
              <a:rPr lang="en-US" dirty="0">
                <a:solidFill>
                  <a:srgbClr val="7030A0"/>
                </a:solidFill>
                <a:latin typeface="Courier New" panose="02070309020205020404" pitchFamily="49" charset="0"/>
                <a:cs typeface="Courier New" panose="02070309020205020404" pitchFamily="49" charset="0"/>
              </a:rPr>
              <a:t>try </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InputStream</a:t>
            </a:r>
            <a:r>
              <a:rPr lang="en-US" dirty="0">
                <a:latin typeface="Courier New" panose="02070309020205020404" pitchFamily="49" charset="0"/>
                <a:cs typeface="Courier New" panose="02070309020205020404" pitchFamily="49" charset="0"/>
              </a:rPr>
              <a:t> is = </a:t>
            </a:r>
            <a:r>
              <a:rPr lang="en-US" dirty="0">
                <a:solidFill>
                  <a:srgbClr val="7030A0"/>
                </a:solidFill>
                <a:latin typeface="Courier New" panose="02070309020205020404" pitchFamily="49" charset="0"/>
                <a:cs typeface="Courier New" panose="02070309020205020404" pitchFamily="49" charset="0"/>
              </a:rPr>
              <a:t>new</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InputStream</a:t>
            </a:r>
            <a:r>
              <a:rPr lang="en-US" dirty="0">
                <a:latin typeface="Courier New" panose="02070309020205020404" pitchFamily="49" charset="0"/>
                <a:cs typeface="Courier New" panose="02070309020205020404" pitchFamily="49" charset="0"/>
              </a:rPr>
              <a:t>(“some/</a:t>
            </a:r>
            <a:r>
              <a:rPr lang="en-US" dirty="0" err="1">
                <a:latin typeface="Courier New" panose="02070309020205020404" pitchFamily="49" charset="0"/>
                <a:cs typeface="Courier New" panose="02070309020205020404" pitchFamily="49" charset="0"/>
              </a:rPr>
              <a:t>file.ext</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    String s = </a:t>
            </a:r>
            <a:r>
              <a:rPr lang="en-US" dirty="0" err="1">
                <a:latin typeface="Courier New" panose="02070309020205020404" pitchFamily="49" charset="0"/>
                <a:cs typeface="Courier New" panose="02070309020205020404" pitchFamily="49" charset="0"/>
              </a:rPr>
              <a:t>is.read</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 </a:t>
            </a:r>
            <a:r>
              <a:rPr lang="en-US" dirty="0">
                <a:solidFill>
                  <a:srgbClr val="7030A0"/>
                </a:solidFill>
                <a:latin typeface="Courier New" panose="02070309020205020404" pitchFamily="49" charset="0"/>
                <a:cs typeface="Courier New" panose="02070309020205020404" pitchFamily="49" charset="0"/>
              </a:rPr>
              <a:t>catch</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IOException</a:t>
            </a:r>
            <a:r>
              <a:rPr lang="en-US" dirty="0">
                <a:latin typeface="Courier New" panose="02070309020205020404" pitchFamily="49" charset="0"/>
                <a:cs typeface="Courier New" panose="02070309020205020404" pitchFamily="49" charset="0"/>
              </a:rPr>
              <a:t> e) {</a:t>
            </a:r>
          </a:p>
          <a:p>
            <a:pPr defTabSz="228600"/>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e.printStacakTrace</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 </a:t>
            </a:r>
            <a:r>
              <a:rPr lang="en-US" dirty="0">
                <a:solidFill>
                  <a:srgbClr val="7030A0"/>
                </a:solidFill>
                <a:latin typeface="Courier New" panose="02070309020205020404" pitchFamily="49" charset="0"/>
                <a:cs typeface="Courier New" panose="02070309020205020404" pitchFamily="49" charset="0"/>
              </a:rPr>
              <a:t>finally</a:t>
            </a:r>
            <a:r>
              <a:rPr lang="en-US" dirty="0">
                <a:latin typeface="Courier New" panose="02070309020205020404" pitchFamily="49" charset="0"/>
                <a:cs typeface="Courier New" panose="02070309020205020404" pitchFamily="49" charset="0"/>
              </a:rPr>
              <a:t> {</a:t>
            </a:r>
          </a:p>
          <a:p>
            <a:pPr defTabSz="228600"/>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is.close</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a:t>
            </a:r>
          </a:p>
        </p:txBody>
      </p:sp>
      <p:sp>
        <p:nvSpPr>
          <p:cNvPr id="3" name="Rectangle 2">
            <a:extLst>
              <a:ext uri="{FF2B5EF4-FFF2-40B4-BE49-F238E27FC236}">
                <a16:creationId xmlns:a16="http://schemas.microsoft.com/office/drawing/2014/main" id="{4F8B9C01-4C69-26AB-6C38-EFBCAB29683F}"/>
              </a:ext>
            </a:extLst>
          </p:cNvPr>
          <p:cNvSpPr/>
          <p:nvPr/>
        </p:nvSpPr>
        <p:spPr>
          <a:xfrm>
            <a:off x="924295" y="4028745"/>
            <a:ext cx="7295408" cy="133003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defTabSz="228600"/>
            <a:r>
              <a:rPr lang="en-US" dirty="0">
                <a:solidFill>
                  <a:srgbClr val="7030A0"/>
                </a:solidFill>
                <a:latin typeface="Courier New" panose="02070309020205020404" pitchFamily="49" charset="0"/>
                <a:cs typeface="Courier New" panose="02070309020205020404" pitchFamily="49" charset="0"/>
              </a:rPr>
              <a:t>try (</a:t>
            </a:r>
            <a:r>
              <a:rPr lang="en-US" dirty="0" err="1">
                <a:latin typeface="Courier New" panose="02070309020205020404" pitchFamily="49" charset="0"/>
                <a:cs typeface="Courier New" panose="02070309020205020404" pitchFamily="49" charset="0"/>
              </a:rPr>
              <a:t>InputStream</a:t>
            </a:r>
            <a:r>
              <a:rPr lang="en-US" dirty="0">
                <a:latin typeface="Courier New" panose="02070309020205020404" pitchFamily="49" charset="0"/>
                <a:cs typeface="Courier New" panose="02070309020205020404" pitchFamily="49" charset="0"/>
              </a:rPr>
              <a:t> is = </a:t>
            </a:r>
            <a:r>
              <a:rPr lang="en-US" dirty="0">
                <a:solidFill>
                  <a:srgbClr val="7030A0"/>
                </a:solidFill>
                <a:latin typeface="Courier New" panose="02070309020205020404" pitchFamily="49" charset="0"/>
                <a:cs typeface="Courier New" panose="02070309020205020404" pitchFamily="49" charset="0"/>
              </a:rPr>
              <a:t>new</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InputStream</a:t>
            </a:r>
            <a:r>
              <a:rPr lang="en-US" dirty="0">
                <a:latin typeface="Courier New" panose="02070309020205020404" pitchFamily="49" charset="0"/>
                <a:cs typeface="Courier New" panose="02070309020205020404" pitchFamily="49" charset="0"/>
              </a:rPr>
              <a:t>(“some/</a:t>
            </a:r>
            <a:r>
              <a:rPr lang="en-US" dirty="0" err="1">
                <a:latin typeface="Courier New" panose="02070309020205020404" pitchFamily="49" charset="0"/>
                <a:cs typeface="Courier New" panose="02070309020205020404" pitchFamily="49" charset="0"/>
              </a:rPr>
              <a:t>file.ext</a:t>
            </a:r>
            <a:r>
              <a:rPr lang="en-US" dirty="0">
                <a:latin typeface="Courier New" panose="02070309020205020404" pitchFamily="49" charset="0"/>
                <a:cs typeface="Courier New" panose="02070309020205020404" pitchFamily="49" charset="0"/>
              </a:rPr>
              <a:t>”)</a:t>
            </a:r>
            <a:r>
              <a:rPr lang="en-US" dirty="0">
                <a:solidFill>
                  <a:srgbClr val="7030A0"/>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    String s = </a:t>
            </a:r>
            <a:r>
              <a:rPr lang="en-US" dirty="0" err="1">
                <a:latin typeface="Courier New" panose="02070309020205020404" pitchFamily="49" charset="0"/>
                <a:cs typeface="Courier New" panose="02070309020205020404" pitchFamily="49" charset="0"/>
              </a:rPr>
              <a:t>is.read</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 </a:t>
            </a:r>
            <a:r>
              <a:rPr lang="en-US" dirty="0">
                <a:solidFill>
                  <a:srgbClr val="7030A0"/>
                </a:solidFill>
                <a:latin typeface="Courier New" panose="02070309020205020404" pitchFamily="49" charset="0"/>
                <a:cs typeface="Courier New" panose="02070309020205020404" pitchFamily="49" charset="0"/>
              </a:rPr>
              <a:t>catch</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IOException</a:t>
            </a:r>
            <a:r>
              <a:rPr lang="en-US" dirty="0">
                <a:latin typeface="Courier New" panose="02070309020205020404" pitchFamily="49" charset="0"/>
                <a:cs typeface="Courier New" panose="02070309020205020404" pitchFamily="49" charset="0"/>
              </a:rPr>
              <a:t> e) {</a:t>
            </a:r>
          </a:p>
          <a:p>
            <a:pPr defTabSz="228600"/>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e.printStacakTrace</a:t>
            </a:r>
            <a:r>
              <a:rPr lang="en-US" dirty="0">
                <a:latin typeface="Courier New" panose="02070309020205020404" pitchFamily="49" charset="0"/>
                <a:cs typeface="Courier New" panose="02070309020205020404" pitchFamily="49" charset="0"/>
              </a:rPr>
              <a:t>();</a:t>
            </a:r>
          </a:p>
          <a:p>
            <a:pPr defTabSz="228600"/>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530397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2400"/>
              <a:buFont typeface="Arial"/>
              <a:buNone/>
            </a:pPr>
            <a:endParaRPr/>
          </a:p>
        </p:txBody>
      </p:sp>
      <p:sp>
        <p:nvSpPr>
          <p:cNvPr id="310" name="Google Shape;310;p2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sld>
</file>

<file path=ppt/theme/theme1.xml><?xml version="1.0" encoding="utf-8"?>
<a:theme xmlns:a="http://schemas.openxmlformats.org/drawingml/2006/main" name="2_Custom Design">
  <a:themeElements>
    <a:clrScheme name="Revature">
      <a:dk1>
        <a:srgbClr val="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11009</TotalTime>
  <Words>2017</Words>
  <Application>Microsoft Office PowerPoint</Application>
  <PresentationFormat>On-screen Show (4:3)</PresentationFormat>
  <Paragraphs>278</Paragraphs>
  <Slides>36</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Courier New</vt:lpstr>
      <vt:lpstr>2_Custom Design</vt:lpstr>
      <vt:lpstr>Exceptions &amp; Errors</vt:lpstr>
      <vt:lpstr>Outline</vt:lpstr>
      <vt:lpstr>Exception Heirarchy</vt:lpstr>
      <vt:lpstr>Exceptions</vt:lpstr>
      <vt:lpstr>Exception Heirarchy</vt:lpstr>
      <vt:lpstr>Checked vs Unchecked Exceptions</vt:lpstr>
      <vt:lpstr>Checked vs Unchecked Exceptions</vt:lpstr>
      <vt:lpstr>Try/Catch Blocks</vt:lpstr>
      <vt:lpstr>Handling Exceptions – Try/Catch</vt:lpstr>
      <vt:lpstr>Handling Exceptions – Try/Catch</vt:lpstr>
      <vt:lpstr>Handling Multiple Exceptions</vt:lpstr>
      <vt:lpstr>Handling Multiple Exceptions</vt:lpstr>
      <vt:lpstr>Handling Multiple Exceptions</vt:lpstr>
      <vt:lpstr>Exception Messages</vt:lpstr>
      <vt:lpstr>Exception Messages</vt:lpstr>
      <vt:lpstr>Stack Trace</vt:lpstr>
      <vt:lpstr>Reading Stacktraces</vt:lpstr>
      <vt:lpstr>Stacktraces Cont.</vt:lpstr>
      <vt:lpstr>Reading Stacktraces to Debug Code</vt:lpstr>
      <vt:lpstr>Stacktrace Considerations</vt:lpstr>
      <vt:lpstr>Using Stacktraces to Find Help</vt:lpstr>
      <vt:lpstr>Throw &amp; Throws</vt:lpstr>
      <vt:lpstr>Anatomy of a Method – Java (Revisit)</vt:lpstr>
      <vt:lpstr>Throw Keyword</vt:lpstr>
      <vt:lpstr>Throws Keyword and Ducking</vt:lpstr>
      <vt:lpstr>Throws Keyword and Ducking</vt:lpstr>
      <vt:lpstr>Custom Exceptions</vt:lpstr>
      <vt:lpstr>Example – Creating Custom Exceptions</vt:lpstr>
      <vt:lpstr>Example – Using Custom Exceptions</vt:lpstr>
      <vt:lpstr>Finally Block</vt:lpstr>
      <vt:lpstr>Finally</vt:lpstr>
      <vt:lpstr>Not Finally?</vt:lpstr>
      <vt:lpstr>Try-with-resources</vt:lpstr>
      <vt:lpstr>Try-with-Resources</vt:lpstr>
      <vt:lpstr>Try-with-Resources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and OOP</dc:title>
  <dc:creator>Joseph Highe</dc:creator>
  <cp:lastModifiedBy>Joseph Highe</cp:lastModifiedBy>
  <cp:revision>169</cp:revision>
  <dcterms:modified xsi:type="dcterms:W3CDTF">2026-07-29T14:59:14Z</dcterms:modified>
</cp:coreProperties>
</file>