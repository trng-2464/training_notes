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>
  <p:sldMasterIdLst>
    <p:sldMasterId id="2147483690" r:id="rId1"/>
  </p:sldMasterIdLst>
  <p:sldIdLst>
    <p:sldId id="256" r:id="rId2"/>
    <p:sldId id="257" r:id="rId3"/>
    <p:sldId id="357" r:id="rId4"/>
    <p:sldId id="444" r:id="rId5"/>
    <p:sldId id="445" r:id="rId6"/>
    <p:sldId id="446" r:id="rId7"/>
    <p:sldId id="358" r:id="rId8"/>
    <p:sldId id="343" r:id="rId9"/>
    <p:sldId id="441" r:id="rId10"/>
    <p:sldId id="447" r:id="rId11"/>
    <p:sldId id="448" r:id="rId12"/>
    <p:sldId id="450" r:id="rId13"/>
    <p:sldId id="461" r:id="rId14"/>
    <p:sldId id="451" r:id="rId15"/>
    <p:sldId id="452" r:id="rId16"/>
    <p:sldId id="457" r:id="rId17"/>
    <p:sldId id="458" r:id="rId18"/>
    <p:sldId id="462" r:id="rId19"/>
    <p:sldId id="455" r:id="rId20"/>
    <p:sldId id="456" r:id="rId21"/>
    <p:sldId id="443" r:id="rId22"/>
  </p:sldIdLst>
  <p:sldSz cx="9144000" cy="6858000" type="screen4x3"/>
  <p:notesSz cx="7010400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176">
          <p15:clr>
            <a:srgbClr val="A4A3A4"/>
          </p15:clr>
        </p15:guide>
        <p15:guide id="2" orient="horz" pos="763">
          <p15:clr>
            <a:srgbClr val="A4A3A4"/>
          </p15:clr>
        </p15:guide>
        <p15:guide id="3" orient="horz" pos="288">
          <p15:clr>
            <a:srgbClr val="A4A3A4"/>
          </p15:clr>
        </p15:guide>
        <p15:guide id="4" orient="horz" pos="708">
          <p15:clr>
            <a:srgbClr val="A4A3A4"/>
          </p15:clr>
        </p15:guide>
        <p15:guide id="5" pos="240">
          <p15:clr>
            <a:srgbClr val="A4A3A4"/>
          </p15:clr>
        </p15:guide>
        <p15:guide id="6" pos="5035">
          <p15:clr>
            <a:srgbClr val="A4A3A4"/>
          </p15:clr>
        </p15:guide>
        <p15:guide id="7" pos="3437">
          <p15:clr>
            <a:srgbClr val="A4A3A4"/>
          </p15:clr>
        </p15:guide>
        <p15:guide id="8" pos="3495">
          <p15:clr>
            <a:srgbClr val="A4A3A4"/>
          </p15:clr>
        </p15:guide>
        <p15:guide id="9" pos="1825">
          <p15:clr>
            <a:srgbClr val="A4A3A4"/>
          </p15:clr>
        </p15:guide>
        <p15:guide id="10" pos="1882">
          <p15:clr>
            <a:srgbClr val="A4A3A4"/>
          </p15:clr>
        </p15:guide>
        <p15:guide id="11" pos="3399">
          <p15:clr>
            <a:srgbClr val="A4A3A4"/>
          </p15:clr>
        </p15:guide>
        <p15:guide id="12" pos="2122">
          <p15:clr>
            <a:srgbClr val="A4A3A4"/>
          </p15:clr>
        </p15:guide>
        <p15:guide id="13" orient="horz" pos="765">
          <p15:clr>
            <a:srgbClr val="A4A3A4"/>
          </p15:clr>
        </p15:guide>
        <p15:guide id="14" pos="2880">
          <p15:clr>
            <a:srgbClr val="A4A3A4"/>
          </p15:clr>
        </p15:guide>
        <p15:guide id="15" pos="1440">
          <p15:clr>
            <a:srgbClr val="A4A3A4"/>
          </p15:clr>
        </p15:guide>
        <p15:guide id="16" pos="432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02">
          <p15:clr>
            <a:srgbClr val="A4A3A4"/>
          </p15:clr>
        </p15:guide>
        <p15:guide id="2" pos="2282">
          <p15:clr>
            <a:srgbClr val="A4A3A4"/>
          </p15:clr>
        </p15:guide>
        <p15:guide id="3" orient="horz" pos="2928">
          <p15:clr>
            <a:srgbClr val="A4A3A4"/>
          </p15:clr>
        </p15:guide>
        <p15:guide id="4" pos="2208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F0055"/>
    <a:srgbClr val="008A3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997" autoAdjust="0"/>
    <p:restoredTop sz="94660"/>
  </p:normalViewPr>
  <p:slideViewPr>
    <p:cSldViewPr snapToGrid="0">
      <p:cViewPr varScale="1">
        <p:scale>
          <a:sx n="69" d="100"/>
          <a:sy n="69" d="100"/>
        </p:scale>
        <p:origin x="1314" y="60"/>
      </p:cViewPr>
      <p:guideLst>
        <p:guide orient="horz" pos="4176"/>
        <p:guide orient="horz" pos="763"/>
        <p:guide orient="horz" pos="288"/>
        <p:guide orient="horz" pos="708"/>
        <p:guide pos="240"/>
        <p:guide pos="5035"/>
        <p:guide pos="3437"/>
        <p:guide pos="3495"/>
        <p:guide pos="1825"/>
        <p:guide pos="1882"/>
        <p:guide pos="3399"/>
        <p:guide pos="2122"/>
        <p:guide orient="horz" pos="765"/>
        <p:guide pos="2880"/>
        <p:guide pos="1440"/>
        <p:guide pos="432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0" y="0"/>
      </p:cViewPr>
      <p:guideLst>
        <p:guide orient="horz" pos="3002"/>
        <p:guide pos="2282"/>
        <p:guide orient="horz" pos="2928"/>
        <p:guide pos="2208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3848" b="649"/>
          <a:stretch/>
        </p:blipFill>
        <p:spPr>
          <a:xfrm>
            <a:off x="-1" y="0"/>
            <a:ext cx="9144002" cy="5030078"/>
          </a:xfrm>
          <a:prstGeom prst="rect">
            <a:avLst/>
          </a:prstGeom>
        </p:spPr>
      </p:pic>
      <p:grpSp>
        <p:nvGrpSpPr>
          <p:cNvPr id="27" name="Group 26"/>
          <p:cNvGrpSpPr/>
          <p:nvPr/>
        </p:nvGrpSpPr>
        <p:grpSpPr>
          <a:xfrm>
            <a:off x="496176" y="5451818"/>
            <a:ext cx="3105481" cy="975083"/>
            <a:chOff x="2814452" y="4625522"/>
            <a:chExt cx="5459889" cy="1714337"/>
          </a:xfrm>
        </p:grpSpPr>
        <p:sp>
          <p:nvSpPr>
            <p:cNvPr id="9" name="Freeform 6"/>
            <p:cNvSpPr>
              <a:spLocks noEditPoints="1"/>
            </p:cNvSpPr>
            <p:nvPr/>
          </p:nvSpPr>
          <p:spPr bwMode="auto">
            <a:xfrm>
              <a:off x="2814452" y="5818063"/>
              <a:ext cx="523694" cy="508514"/>
            </a:xfrm>
            <a:custGeom>
              <a:avLst/>
              <a:gdLst>
                <a:gd name="T0" fmla="*/ 98 w 552"/>
                <a:gd name="T1" fmla="*/ 79 h 536"/>
                <a:gd name="T2" fmla="*/ 98 w 552"/>
                <a:gd name="T3" fmla="*/ 241 h 536"/>
                <a:gd name="T4" fmla="*/ 307 w 552"/>
                <a:gd name="T5" fmla="*/ 241 h 536"/>
                <a:gd name="T6" fmla="*/ 342 w 552"/>
                <a:gd name="T7" fmla="*/ 241 h 536"/>
                <a:gd name="T8" fmla="*/ 374 w 552"/>
                <a:gd name="T9" fmla="*/ 238 h 536"/>
                <a:gd name="T10" fmla="*/ 398 w 552"/>
                <a:gd name="T11" fmla="*/ 231 h 536"/>
                <a:gd name="T12" fmla="*/ 417 w 552"/>
                <a:gd name="T13" fmla="*/ 222 h 536"/>
                <a:gd name="T14" fmla="*/ 431 w 552"/>
                <a:gd name="T15" fmla="*/ 206 h 536"/>
                <a:gd name="T16" fmla="*/ 440 w 552"/>
                <a:gd name="T17" fmla="*/ 187 h 536"/>
                <a:gd name="T18" fmla="*/ 443 w 552"/>
                <a:gd name="T19" fmla="*/ 161 h 536"/>
                <a:gd name="T20" fmla="*/ 440 w 552"/>
                <a:gd name="T21" fmla="*/ 135 h 536"/>
                <a:gd name="T22" fmla="*/ 431 w 552"/>
                <a:gd name="T23" fmla="*/ 114 h 536"/>
                <a:gd name="T24" fmla="*/ 417 w 552"/>
                <a:gd name="T25" fmla="*/ 100 h 536"/>
                <a:gd name="T26" fmla="*/ 398 w 552"/>
                <a:gd name="T27" fmla="*/ 89 h 536"/>
                <a:gd name="T28" fmla="*/ 374 w 552"/>
                <a:gd name="T29" fmla="*/ 84 h 536"/>
                <a:gd name="T30" fmla="*/ 342 w 552"/>
                <a:gd name="T31" fmla="*/ 80 h 536"/>
                <a:gd name="T32" fmla="*/ 307 w 552"/>
                <a:gd name="T33" fmla="*/ 79 h 536"/>
                <a:gd name="T34" fmla="*/ 98 w 552"/>
                <a:gd name="T35" fmla="*/ 79 h 536"/>
                <a:gd name="T36" fmla="*/ 0 w 552"/>
                <a:gd name="T37" fmla="*/ 0 h 536"/>
                <a:gd name="T38" fmla="*/ 323 w 552"/>
                <a:gd name="T39" fmla="*/ 0 h 536"/>
                <a:gd name="T40" fmla="*/ 377 w 552"/>
                <a:gd name="T41" fmla="*/ 2 h 536"/>
                <a:gd name="T42" fmla="*/ 422 w 552"/>
                <a:gd name="T43" fmla="*/ 9 h 536"/>
                <a:gd name="T44" fmla="*/ 461 w 552"/>
                <a:gd name="T45" fmla="*/ 19 h 536"/>
                <a:gd name="T46" fmla="*/ 490 w 552"/>
                <a:gd name="T47" fmla="*/ 37 h 536"/>
                <a:gd name="T48" fmla="*/ 513 w 552"/>
                <a:gd name="T49" fmla="*/ 58 h 536"/>
                <a:gd name="T50" fmla="*/ 529 w 552"/>
                <a:gd name="T51" fmla="*/ 86 h 536"/>
                <a:gd name="T52" fmla="*/ 538 w 552"/>
                <a:gd name="T53" fmla="*/ 119 h 536"/>
                <a:gd name="T54" fmla="*/ 541 w 552"/>
                <a:gd name="T55" fmla="*/ 157 h 536"/>
                <a:gd name="T56" fmla="*/ 538 w 552"/>
                <a:gd name="T57" fmla="*/ 194 h 536"/>
                <a:gd name="T58" fmla="*/ 529 w 552"/>
                <a:gd name="T59" fmla="*/ 225 h 536"/>
                <a:gd name="T60" fmla="*/ 513 w 552"/>
                <a:gd name="T61" fmla="*/ 252 h 536"/>
                <a:gd name="T62" fmla="*/ 494 w 552"/>
                <a:gd name="T63" fmla="*/ 272 h 536"/>
                <a:gd name="T64" fmla="*/ 473 w 552"/>
                <a:gd name="T65" fmla="*/ 290 h 536"/>
                <a:gd name="T66" fmla="*/ 447 w 552"/>
                <a:gd name="T67" fmla="*/ 302 h 536"/>
                <a:gd name="T68" fmla="*/ 421 w 552"/>
                <a:gd name="T69" fmla="*/ 311 h 536"/>
                <a:gd name="T70" fmla="*/ 393 w 552"/>
                <a:gd name="T71" fmla="*/ 314 h 536"/>
                <a:gd name="T72" fmla="*/ 384 w 552"/>
                <a:gd name="T73" fmla="*/ 314 h 536"/>
                <a:gd name="T74" fmla="*/ 552 w 552"/>
                <a:gd name="T75" fmla="*/ 536 h 536"/>
                <a:gd name="T76" fmla="*/ 431 w 552"/>
                <a:gd name="T77" fmla="*/ 536 h 536"/>
                <a:gd name="T78" fmla="*/ 274 w 552"/>
                <a:gd name="T79" fmla="*/ 323 h 536"/>
                <a:gd name="T80" fmla="*/ 274 w 552"/>
                <a:gd name="T81" fmla="*/ 321 h 536"/>
                <a:gd name="T82" fmla="*/ 98 w 552"/>
                <a:gd name="T83" fmla="*/ 321 h 536"/>
                <a:gd name="T84" fmla="*/ 98 w 552"/>
                <a:gd name="T85" fmla="*/ 536 h 536"/>
                <a:gd name="T86" fmla="*/ 0 w 552"/>
                <a:gd name="T87" fmla="*/ 536 h 536"/>
                <a:gd name="T88" fmla="*/ 0 w 552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2" h="536">
                  <a:moveTo>
                    <a:pt x="98" y="79"/>
                  </a:moveTo>
                  <a:lnTo>
                    <a:pt x="98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4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4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8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61" y="19"/>
                  </a:lnTo>
                  <a:lnTo>
                    <a:pt x="490" y="37"/>
                  </a:lnTo>
                  <a:lnTo>
                    <a:pt x="513" y="58"/>
                  </a:lnTo>
                  <a:lnTo>
                    <a:pt x="529" y="86"/>
                  </a:lnTo>
                  <a:lnTo>
                    <a:pt x="538" y="119"/>
                  </a:lnTo>
                  <a:lnTo>
                    <a:pt x="541" y="157"/>
                  </a:lnTo>
                  <a:lnTo>
                    <a:pt x="538" y="194"/>
                  </a:lnTo>
                  <a:lnTo>
                    <a:pt x="529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3" y="290"/>
                  </a:lnTo>
                  <a:lnTo>
                    <a:pt x="447" y="302"/>
                  </a:lnTo>
                  <a:lnTo>
                    <a:pt x="421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2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4" y="321"/>
                  </a:lnTo>
                  <a:lnTo>
                    <a:pt x="98" y="321"/>
                  </a:lnTo>
                  <a:lnTo>
                    <a:pt x="9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" name="Freeform 7"/>
            <p:cNvSpPr>
              <a:spLocks/>
            </p:cNvSpPr>
            <p:nvPr/>
          </p:nvSpPr>
          <p:spPr bwMode="auto">
            <a:xfrm>
              <a:off x="3467172" y="5818063"/>
              <a:ext cx="462976" cy="508514"/>
            </a:xfrm>
            <a:custGeom>
              <a:avLst/>
              <a:gdLst>
                <a:gd name="T0" fmla="*/ 0 w 488"/>
                <a:gd name="T1" fmla="*/ 0 h 536"/>
                <a:gd name="T2" fmla="*/ 440 w 488"/>
                <a:gd name="T3" fmla="*/ 0 h 536"/>
                <a:gd name="T4" fmla="*/ 455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5 w 488"/>
                <a:gd name="T17" fmla="*/ 79 h 536"/>
                <a:gd name="T18" fmla="*/ 440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54 w 488"/>
                <a:gd name="T25" fmla="*/ 218 h 536"/>
                <a:gd name="T26" fmla="*/ 370 w 488"/>
                <a:gd name="T27" fmla="*/ 222 h 536"/>
                <a:gd name="T28" fmla="*/ 384 w 488"/>
                <a:gd name="T29" fmla="*/ 231 h 536"/>
                <a:gd name="T30" fmla="*/ 392 w 488"/>
                <a:gd name="T31" fmla="*/ 243 h 536"/>
                <a:gd name="T32" fmla="*/ 396 w 488"/>
                <a:gd name="T33" fmla="*/ 259 h 536"/>
                <a:gd name="T34" fmla="*/ 392 w 488"/>
                <a:gd name="T35" fmla="*/ 276 h 536"/>
                <a:gd name="T36" fmla="*/ 384 w 488"/>
                <a:gd name="T37" fmla="*/ 288 h 536"/>
                <a:gd name="T38" fmla="*/ 370 w 488"/>
                <a:gd name="T39" fmla="*/ 297 h 536"/>
                <a:gd name="T40" fmla="*/ 354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8 w 488"/>
                <a:gd name="T47" fmla="*/ 454 h 536"/>
                <a:gd name="T48" fmla="*/ 464 w 488"/>
                <a:gd name="T49" fmla="*/ 457 h 536"/>
                <a:gd name="T50" fmla="*/ 478 w 488"/>
                <a:gd name="T51" fmla="*/ 466 h 536"/>
                <a:gd name="T52" fmla="*/ 487 w 488"/>
                <a:gd name="T53" fmla="*/ 478 h 536"/>
                <a:gd name="T54" fmla="*/ 488 w 488"/>
                <a:gd name="T55" fmla="*/ 494 h 536"/>
                <a:gd name="T56" fmla="*/ 487 w 488"/>
                <a:gd name="T57" fmla="*/ 512 h 536"/>
                <a:gd name="T58" fmla="*/ 478 w 488"/>
                <a:gd name="T59" fmla="*/ 524 h 536"/>
                <a:gd name="T60" fmla="*/ 464 w 488"/>
                <a:gd name="T61" fmla="*/ 533 h 536"/>
                <a:gd name="T62" fmla="*/ 448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40" y="0"/>
                  </a:lnTo>
                  <a:lnTo>
                    <a:pt x="455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5" y="79"/>
                  </a:lnTo>
                  <a:lnTo>
                    <a:pt x="440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54" y="218"/>
                  </a:lnTo>
                  <a:lnTo>
                    <a:pt x="370" y="222"/>
                  </a:lnTo>
                  <a:lnTo>
                    <a:pt x="384" y="231"/>
                  </a:lnTo>
                  <a:lnTo>
                    <a:pt x="392" y="243"/>
                  </a:lnTo>
                  <a:lnTo>
                    <a:pt x="396" y="259"/>
                  </a:lnTo>
                  <a:lnTo>
                    <a:pt x="392" y="276"/>
                  </a:lnTo>
                  <a:lnTo>
                    <a:pt x="384" y="288"/>
                  </a:lnTo>
                  <a:lnTo>
                    <a:pt x="370" y="297"/>
                  </a:lnTo>
                  <a:lnTo>
                    <a:pt x="354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8" y="454"/>
                  </a:lnTo>
                  <a:lnTo>
                    <a:pt x="464" y="457"/>
                  </a:lnTo>
                  <a:lnTo>
                    <a:pt x="478" y="466"/>
                  </a:lnTo>
                  <a:lnTo>
                    <a:pt x="487" y="478"/>
                  </a:lnTo>
                  <a:lnTo>
                    <a:pt x="488" y="494"/>
                  </a:lnTo>
                  <a:lnTo>
                    <a:pt x="487" y="512"/>
                  </a:lnTo>
                  <a:lnTo>
                    <a:pt x="478" y="524"/>
                  </a:lnTo>
                  <a:lnTo>
                    <a:pt x="464" y="533"/>
                  </a:lnTo>
                  <a:lnTo>
                    <a:pt x="44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1" name="Freeform 8"/>
            <p:cNvSpPr>
              <a:spLocks/>
            </p:cNvSpPr>
            <p:nvPr/>
          </p:nvSpPr>
          <p:spPr bwMode="auto">
            <a:xfrm>
              <a:off x="4041148" y="5818063"/>
              <a:ext cx="541720" cy="508514"/>
            </a:xfrm>
            <a:custGeom>
              <a:avLst/>
              <a:gdLst>
                <a:gd name="T0" fmla="*/ 48 w 571"/>
                <a:gd name="T1" fmla="*/ 0 h 536"/>
                <a:gd name="T2" fmla="*/ 65 w 571"/>
                <a:gd name="T3" fmla="*/ 4 h 536"/>
                <a:gd name="T4" fmla="*/ 79 w 571"/>
                <a:gd name="T5" fmla="*/ 12 h 536"/>
                <a:gd name="T6" fmla="*/ 89 w 571"/>
                <a:gd name="T7" fmla="*/ 26 h 536"/>
                <a:gd name="T8" fmla="*/ 280 w 571"/>
                <a:gd name="T9" fmla="*/ 431 h 536"/>
                <a:gd name="T10" fmla="*/ 285 w 571"/>
                <a:gd name="T11" fmla="*/ 440 h 536"/>
                <a:gd name="T12" fmla="*/ 484 w 571"/>
                <a:gd name="T13" fmla="*/ 26 h 536"/>
                <a:gd name="T14" fmla="*/ 494 w 571"/>
                <a:gd name="T15" fmla="*/ 12 h 536"/>
                <a:gd name="T16" fmla="*/ 508 w 571"/>
                <a:gd name="T17" fmla="*/ 2 h 536"/>
                <a:gd name="T18" fmla="*/ 526 w 571"/>
                <a:gd name="T19" fmla="*/ 0 h 536"/>
                <a:gd name="T20" fmla="*/ 541 w 571"/>
                <a:gd name="T21" fmla="*/ 2 h 536"/>
                <a:gd name="T22" fmla="*/ 554 w 571"/>
                <a:gd name="T23" fmla="*/ 9 h 536"/>
                <a:gd name="T24" fmla="*/ 564 w 571"/>
                <a:gd name="T25" fmla="*/ 21 h 536"/>
                <a:gd name="T26" fmla="*/ 571 w 571"/>
                <a:gd name="T27" fmla="*/ 35 h 536"/>
                <a:gd name="T28" fmla="*/ 571 w 571"/>
                <a:gd name="T29" fmla="*/ 51 h 536"/>
                <a:gd name="T30" fmla="*/ 568 w 571"/>
                <a:gd name="T31" fmla="*/ 67 h 536"/>
                <a:gd name="T32" fmla="*/ 337 w 571"/>
                <a:gd name="T33" fmla="*/ 536 h 536"/>
                <a:gd name="T34" fmla="*/ 233 w 571"/>
                <a:gd name="T35" fmla="*/ 536 h 536"/>
                <a:gd name="T36" fmla="*/ 6 w 571"/>
                <a:gd name="T37" fmla="*/ 67 h 536"/>
                <a:gd name="T38" fmla="*/ 0 w 571"/>
                <a:gd name="T39" fmla="*/ 51 h 536"/>
                <a:gd name="T40" fmla="*/ 2 w 571"/>
                <a:gd name="T41" fmla="*/ 35 h 536"/>
                <a:gd name="T42" fmla="*/ 7 w 571"/>
                <a:gd name="T43" fmla="*/ 21 h 536"/>
                <a:gd name="T44" fmla="*/ 18 w 571"/>
                <a:gd name="T45" fmla="*/ 9 h 536"/>
                <a:gd name="T46" fmla="*/ 32 w 571"/>
                <a:gd name="T47" fmla="*/ 2 h 536"/>
                <a:gd name="T48" fmla="*/ 48 w 571"/>
                <a:gd name="T4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571" h="536">
                  <a:moveTo>
                    <a:pt x="48" y="0"/>
                  </a:moveTo>
                  <a:lnTo>
                    <a:pt x="65" y="4"/>
                  </a:lnTo>
                  <a:lnTo>
                    <a:pt x="79" y="12"/>
                  </a:lnTo>
                  <a:lnTo>
                    <a:pt x="89" y="26"/>
                  </a:lnTo>
                  <a:lnTo>
                    <a:pt x="280" y="431"/>
                  </a:lnTo>
                  <a:lnTo>
                    <a:pt x="285" y="440"/>
                  </a:lnTo>
                  <a:lnTo>
                    <a:pt x="484" y="26"/>
                  </a:lnTo>
                  <a:lnTo>
                    <a:pt x="494" y="12"/>
                  </a:lnTo>
                  <a:lnTo>
                    <a:pt x="508" y="2"/>
                  </a:lnTo>
                  <a:lnTo>
                    <a:pt x="526" y="0"/>
                  </a:lnTo>
                  <a:lnTo>
                    <a:pt x="541" y="2"/>
                  </a:lnTo>
                  <a:lnTo>
                    <a:pt x="554" y="9"/>
                  </a:lnTo>
                  <a:lnTo>
                    <a:pt x="564" y="21"/>
                  </a:lnTo>
                  <a:lnTo>
                    <a:pt x="571" y="35"/>
                  </a:lnTo>
                  <a:lnTo>
                    <a:pt x="571" y="51"/>
                  </a:lnTo>
                  <a:lnTo>
                    <a:pt x="568" y="67"/>
                  </a:lnTo>
                  <a:lnTo>
                    <a:pt x="337" y="536"/>
                  </a:lnTo>
                  <a:lnTo>
                    <a:pt x="233" y="536"/>
                  </a:lnTo>
                  <a:lnTo>
                    <a:pt x="6" y="67"/>
                  </a:lnTo>
                  <a:lnTo>
                    <a:pt x="0" y="51"/>
                  </a:lnTo>
                  <a:lnTo>
                    <a:pt x="2" y="35"/>
                  </a:lnTo>
                  <a:lnTo>
                    <a:pt x="7" y="21"/>
                  </a:lnTo>
                  <a:lnTo>
                    <a:pt x="18" y="9"/>
                  </a:lnTo>
                  <a:lnTo>
                    <a:pt x="32" y="2"/>
                  </a:lnTo>
                  <a:lnTo>
                    <a:pt x="48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9"/>
            <p:cNvSpPr>
              <a:spLocks noEditPoints="1"/>
            </p:cNvSpPr>
            <p:nvPr/>
          </p:nvSpPr>
          <p:spPr bwMode="auto">
            <a:xfrm>
              <a:off x="4582868" y="5818063"/>
              <a:ext cx="608130" cy="508514"/>
            </a:xfrm>
            <a:custGeom>
              <a:avLst/>
              <a:gdLst>
                <a:gd name="T0" fmla="*/ 321 w 641"/>
                <a:gd name="T1" fmla="*/ 70 h 536"/>
                <a:gd name="T2" fmla="*/ 201 w 641"/>
                <a:gd name="T3" fmla="*/ 328 h 536"/>
                <a:gd name="T4" fmla="*/ 443 w 641"/>
                <a:gd name="T5" fmla="*/ 328 h 536"/>
                <a:gd name="T6" fmla="*/ 321 w 641"/>
                <a:gd name="T7" fmla="*/ 70 h 536"/>
                <a:gd name="T8" fmla="*/ 264 w 641"/>
                <a:gd name="T9" fmla="*/ 0 h 536"/>
                <a:gd name="T10" fmla="*/ 381 w 641"/>
                <a:gd name="T11" fmla="*/ 0 h 536"/>
                <a:gd name="T12" fmla="*/ 641 w 641"/>
                <a:gd name="T13" fmla="*/ 536 h 536"/>
                <a:gd name="T14" fmla="*/ 538 w 641"/>
                <a:gd name="T15" fmla="*/ 536 h 536"/>
                <a:gd name="T16" fmla="*/ 482 w 641"/>
                <a:gd name="T17" fmla="*/ 414 h 536"/>
                <a:gd name="T18" fmla="*/ 480 w 641"/>
                <a:gd name="T19" fmla="*/ 410 h 536"/>
                <a:gd name="T20" fmla="*/ 161 w 641"/>
                <a:gd name="T21" fmla="*/ 410 h 536"/>
                <a:gd name="T22" fmla="*/ 103 w 641"/>
                <a:gd name="T23" fmla="*/ 536 h 536"/>
                <a:gd name="T24" fmla="*/ 0 w 641"/>
                <a:gd name="T25" fmla="*/ 536 h 536"/>
                <a:gd name="T26" fmla="*/ 264 w 641"/>
                <a:gd name="T2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1" h="536">
                  <a:moveTo>
                    <a:pt x="321" y="70"/>
                  </a:moveTo>
                  <a:lnTo>
                    <a:pt x="201" y="328"/>
                  </a:lnTo>
                  <a:lnTo>
                    <a:pt x="443" y="328"/>
                  </a:lnTo>
                  <a:lnTo>
                    <a:pt x="321" y="70"/>
                  </a:lnTo>
                  <a:close/>
                  <a:moveTo>
                    <a:pt x="264" y="0"/>
                  </a:moveTo>
                  <a:lnTo>
                    <a:pt x="381" y="0"/>
                  </a:lnTo>
                  <a:lnTo>
                    <a:pt x="641" y="536"/>
                  </a:lnTo>
                  <a:lnTo>
                    <a:pt x="538" y="536"/>
                  </a:lnTo>
                  <a:lnTo>
                    <a:pt x="482" y="414"/>
                  </a:lnTo>
                  <a:lnTo>
                    <a:pt x="480" y="410"/>
                  </a:lnTo>
                  <a:lnTo>
                    <a:pt x="161" y="410"/>
                  </a:lnTo>
                  <a:lnTo>
                    <a:pt x="103" y="536"/>
                  </a:lnTo>
                  <a:lnTo>
                    <a:pt x="0" y="536"/>
                  </a:lnTo>
                  <a:lnTo>
                    <a:pt x="264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10"/>
            <p:cNvSpPr>
              <a:spLocks/>
            </p:cNvSpPr>
            <p:nvPr/>
          </p:nvSpPr>
          <p:spPr bwMode="auto">
            <a:xfrm>
              <a:off x="5169177" y="5818063"/>
              <a:ext cx="555002" cy="508514"/>
            </a:xfrm>
            <a:custGeom>
              <a:avLst/>
              <a:gdLst>
                <a:gd name="T0" fmla="*/ 42 w 585"/>
                <a:gd name="T1" fmla="*/ 0 h 536"/>
                <a:gd name="T2" fmla="*/ 545 w 585"/>
                <a:gd name="T3" fmla="*/ 0 h 536"/>
                <a:gd name="T4" fmla="*/ 560 w 585"/>
                <a:gd name="T5" fmla="*/ 2 h 536"/>
                <a:gd name="T6" fmla="*/ 574 w 585"/>
                <a:gd name="T7" fmla="*/ 12 h 536"/>
                <a:gd name="T8" fmla="*/ 583 w 585"/>
                <a:gd name="T9" fmla="*/ 25 h 536"/>
                <a:gd name="T10" fmla="*/ 585 w 585"/>
                <a:gd name="T11" fmla="*/ 40 h 536"/>
                <a:gd name="T12" fmla="*/ 583 w 585"/>
                <a:gd name="T13" fmla="*/ 56 h 536"/>
                <a:gd name="T14" fmla="*/ 574 w 585"/>
                <a:gd name="T15" fmla="*/ 70 h 536"/>
                <a:gd name="T16" fmla="*/ 560 w 585"/>
                <a:gd name="T17" fmla="*/ 79 h 536"/>
                <a:gd name="T18" fmla="*/ 545 w 585"/>
                <a:gd name="T19" fmla="*/ 82 h 536"/>
                <a:gd name="T20" fmla="*/ 342 w 585"/>
                <a:gd name="T21" fmla="*/ 82 h 536"/>
                <a:gd name="T22" fmla="*/ 342 w 585"/>
                <a:gd name="T23" fmla="*/ 536 h 536"/>
                <a:gd name="T24" fmla="*/ 244 w 585"/>
                <a:gd name="T25" fmla="*/ 536 h 536"/>
                <a:gd name="T26" fmla="*/ 244 w 585"/>
                <a:gd name="T27" fmla="*/ 82 h 536"/>
                <a:gd name="T28" fmla="*/ 42 w 585"/>
                <a:gd name="T29" fmla="*/ 82 h 536"/>
                <a:gd name="T30" fmla="*/ 26 w 585"/>
                <a:gd name="T31" fmla="*/ 79 h 536"/>
                <a:gd name="T32" fmla="*/ 12 w 585"/>
                <a:gd name="T33" fmla="*/ 70 h 536"/>
                <a:gd name="T34" fmla="*/ 4 w 585"/>
                <a:gd name="T35" fmla="*/ 56 h 536"/>
                <a:gd name="T36" fmla="*/ 0 w 585"/>
                <a:gd name="T37" fmla="*/ 40 h 536"/>
                <a:gd name="T38" fmla="*/ 4 w 585"/>
                <a:gd name="T39" fmla="*/ 25 h 536"/>
                <a:gd name="T40" fmla="*/ 12 w 585"/>
                <a:gd name="T41" fmla="*/ 12 h 536"/>
                <a:gd name="T42" fmla="*/ 26 w 585"/>
                <a:gd name="T43" fmla="*/ 2 h 536"/>
                <a:gd name="T44" fmla="*/ 42 w 585"/>
                <a:gd name="T45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585" h="536">
                  <a:moveTo>
                    <a:pt x="42" y="0"/>
                  </a:moveTo>
                  <a:lnTo>
                    <a:pt x="545" y="0"/>
                  </a:lnTo>
                  <a:lnTo>
                    <a:pt x="560" y="2"/>
                  </a:lnTo>
                  <a:lnTo>
                    <a:pt x="574" y="12"/>
                  </a:lnTo>
                  <a:lnTo>
                    <a:pt x="583" y="25"/>
                  </a:lnTo>
                  <a:lnTo>
                    <a:pt x="585" y="40"/>
                  </a:lnTo>
                  <a:lnTo>
                    <a:pt x="583" y="56"/>
                  </a:lnTo>
                  <a:lnTo>
                    <a:pt x="574" y="70"/>
                  </a:lnTo>
                  <a:lnTo>
                    <a:pt x="560" y="79"/>
                  </a:lnTo>
                  <a:lnTo>
                    <a:pt x="545" y="82"/>
                  </a:lnTo>
                  <a:lnTo>
                    <a:pt x="342" y="82"/>
                  </a:lnTo>
                  <a:lnTo>
                    <a:pt x="342" y="536"/>
                  </a:lnTo>
                  <a:lnTo>
                    <a:pt x="244" y="536"/>
                  </a:lnTo>
                  <a:lnTo>
                    <a:pt x="244" y="82"/>
                  </a:lnTo>
                  <a:lnTo>
                    <a:pt x="42" y="82"/>
                  </a:lnTo>
                  <a:lnTo>
                    <a:pt x="26" y="79"/>
                  </a:lnTo>
                  <a:lnTo>
                    <a:pt x="12" y="70"/>
                  </a:lnTo>
                  <a:lnTo>
                    <a:pt x="4" y="56"/>
                  </a:lnTo>
                  <a:lnTo>
                    <a:pt x="0" y="40"/>
                  </a:lnTo>
                  <a:lnTo>
                    <a:pt x="4" y="25"/>
                  </a:lnTo>
                  <a:lnTo>
                    <a:pt x="12" y="12"/>
                  </a:lnTo>
                  <a:lnTo>
                    <a:pt x="26" y="2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11"/>
            <p:cNvSpPr>
              <a:spLocks/>
            </p:cNvSpPr>
            <p:nvPr/>
          </p:nvSpPr>
          <p:spPr bwMode="auto">
            <a:xfrm>
              <a:off x="5831384" y="5818063"/>
              <a:ext cx="541720" cy="521796"/>
            </a:xfrm>
            <a:custGeom>
              <a:avLst/>
              <a:gdLst>
                <a:gd name="T0" fmla="*/ 49 w 571"/>
                <a:gd name="T1" fmla="*/ 0 h 550"/>
                <a:gd name="T2" fmla="*/ 68 w 571"/>
                <a:gd name="T3" fmla="*/ 4 h 550"/>
                <a:gd name="T4" fmla="*/ 84 w 571"/>
                <a:gd name="T5" fmla="*/ 14 h 550"/>
                <a:gd name="T6" fmla="*/ 94 w 571"/>
                <a:gd name="T7" fmla="*/ 30 h 550"/>
                <a:gd name="T8" fmla="*/ 98 w 571"/>
                <a:gd name="T9" fmla="*/ 49 h 550"/>
                <a:gd name="T10" fmla="*/ 98 w 571"/>
                <a:gd name="T11" fmla="*/ 299 h 550"/>
                <a:gd name="T12" fmla="*/ 98 w 571"/>
                <a:gd name="T13" fmla="*/ 320 h 550"/>
                <a:gd name="T14" fmla="*/ 101 w 571"/>
                <a:gd name="T15" fmla="*/ 342 h 550"/>
                <a:gd name="T16" fmla="*/ 105 w 571"/>
                <a:gd name="T17" fmla="*/ 363 h 550"/>
                <a:gd name="T18" fmla="*/ 112 w 571"/>
                <a:gd name="T19" fmla="*/ 384 h 550"/>
                <a:gd name="T20" fmla="*/ 122 w 571"/>
                <a:gd name="T21" fmla="*/ 403 h 550"/>
                <a:gd name="T22" fmla="*/ 136 w 571"/>
                <a:gd name="T23" fmla="*/ 421 h 550"/>
                <a:gd name="T24" fmla="*/ 156 w 571"/>
                <a:gd name="T25" fmla="*/ 437 h 550"/>
                <a:gd name="T26" fmla="*/ 180 w 571"/>
                <a:gd name="T27" fmla="*/ 449 h 550"/>
                <a:gd name="T28" fmla="*/ 208 w 571"/>
                <a:gd name="T29" fmla="*/ 459 h 550"/>
                <a:gd name="T30" fmla="*/ 245 w 571"/>
                <a:gd name="T31" fmla="*/ 464 h 550"/>
                <a:gd name="T32" fmla="*/ 286 w 571"/>
                <a:gd name="T33" fmla="*/ 466 h 550"/>
                <a:gd name="T34" fmla="*/ 328 w 571"/>
                <a:gd name="T35" fmla="*/ 464 h 550"/>
                <a:gd name="T36" fmla="*/ 363 w 571"/>
                <a:gd name="T37" fmla="*/ 459 h 550"/>
                <a:gd name="T38" fmla="*/ 391 w 571"/>
                <a:gd name="T39" fmla="*/ 449 h 550"/>
                <a:gd name="T40" fmla="*/ 416 w 571"/>
                <a:gd name="T41" fmla="*/ 437 h 550"/>
                <a:gd name="T42" fmla="*/ 435 w 571"/>
                <a:gd name="T43" fmla="*/ 421 h 550"/>
                <a:gd name="T44" fmla="*/ 449 w 571"/>
                <a:gd name="T45" fmla="*/ 403 h 550"/>
                <a:gd name="T46" fmla="*/ 459 w 571"/>
                <a:gd name="T47" fmla="*/ 384 h 550"/>
                <a:gd name="T48" fmla="*/ 466 w 571"/>
                <a:gd name="T49" fmla="*/ 363 h 550"/>
                <a:gd name="T50" fmla="*/ 470 w 571"/>
                <a:gd name="T51" fmla="*/ 342 h 550"/>
                <a:gd name="T52" fmla="*/ 473 w 571"/>
                <a:gd name="T53" fmla="*/ 320 h 550"/>
                <a:gd name="T54" fmla="*/ 473 w 571"/>
                <a:gd name="T55" fmla="*/ 299 h 550"/>
                <a:gd name="T56" fmla="*/ 473 w 571"/>
                <a:gd name="T57" fmla="*/ 49 h 550"/>
                <a:gd name="T58" fmla="*/ 477 w 571"/>
                <a:gd name="T59" fmla="*/ 30 h 550"/>
                <a:gd name="T60" fmla="*/ 487 w 571"/>
                <a:gd name="T61" fmla="*/ 14 h 550"/>
                <a:gd name="T62" fmla="*/ 503 w 571"/>
                <a:gd name="T63" fmla="*/ 4 h 550"/>
                <a:gd name="T64" fmla="*/ 522 w 571"/>
                <a:gd name="T65" fmla="*/ 0 h 550"/>
                <a:gd name="T66" fmla="*/ 541 w 571"/>
                <a:gd name="T67" fmla="*/ 4 h 550"/>
                <a:gd name="T68" fmla="*/ 557 w 571"/>
                <a:gd name="T69" fmla="*/ 14 h 550"/>
                <a:gd name="T70" fmla="*/ 567 w 571"/>
                <a:gd name="T71" fmla="*/ 30 h 550"/>
                <a:gd name="T72" fmla="*/ 571 w 571"/>
                <a:gd name="T73" fmla="*/ 49 h 550"/>
                <a:gd name="T74" fmla="*/ 571 w 571"/>
                <a:gd name="T75" fmla="*/ 306 h 550"/>
                <a:gd name="T76" fmla="*/ 567 w 571"/>
                <a:gd name="T77" fmla="*/ 358 h 550"/>
                <a:gd name="T78" fmla="*/ 557 w 571"/>
                <a:gd name="T79" fmla="*/ 402 h 550"/>
                <a:gd name="T80" fmla="*/ 540 w 571"/>
                <a:gd name="T81" fmla="*/ 442 h 550"/>
                <a:gd name="T82" fmla="*/ 513 w 571"/>
                <a:gd name="T83" fmla="*/ 475 h 550"/>
                <a:gd name="T84" fmla="*/ 482 w 571"/>
                <a:gd name="T85" fmla="*/ 501 h 550"/>
                <a:gd name="T86" fmla="*/ 444 w 571"/>
                <a:gd name="T87" fmla="*/ 522 h 550"/>
                <a:gd name="T88" fmla="*/ 398 w 571"/>
                <a:gd name="T89" fmla="*/ 538 h 550"/>
                <a:gd name="T90" fmla="*/ 346 w 571"/>
                <a:gd name="T91" fmla="*/ 547 h 550"/>
                <a:gd name="T92" fmla="*/ 286 w 571"/>
                <a:gd name="T93" fmla="*/ 550 h 550"/>
                <a:gd name="T94" fmla="*/ 225 w 571"/>
                <a:gd name="T95" fmla="*/ 547 h 550"/>
                <a:gd name="T96" fmla="*/ 173 w 571"/>
                <a:gd name="T97" fmla="*/ 538 h 550"/>
                <a:gd name="T98" fmla="*/ 128 w 571"/>
                <a:gd name="T99" fmla="*/ 522 h 550"/>
                <a:gd name="T100" fmla="*/ 89 w 571"/>
                <a:gd name="T101" fmla="*/ 501 h 550"/>
                <a:gd name="T102" fmla="*/ 58 w 571"/>
                <a:gd name="T103" fmla="*/ 475 h 550"/>
                <a:gd name="T104" fmla="*/ 32 w 571"/>
                <a:gd name="T105" fmla="*/ 442 h 550"/>
                <a:gd name="T106" fmla="*/ 14 w 571"/>
                <a:gd name="T107" fmla="*/ 402 h 550"/>
                <a:gd name="T108" fmla="*/ 4 w 571"/>
                <a:gd name="T109" fmla="*/ 358 h 550"/>
                <a:gd name="T110" fmla="*/ 0 w 571"/>
                <a:gd name="T111" fmla="*/ 306 h 550"/>
                <a:gd name="T112" fmla="*/ 0 w 571"/>
                <a:gd name="T113" fmla="*/ 49 h 550"/>
                <a:gd name="T114" fmla="*/ 4 w 571"/>
                <a:gd name="T115" fmla="*/ 30 h 550"/>
                <a:gd name="T116" fmla="*/ 14 w 571"/>
                <a:gd name="T117" fmla="*/ 14 h 550"/>
                <a:gd name="T118" fmla="*/ 30 w 571"/>
                <a:gd name="T119" fmla="*/ 4 h 550"/>
                <a:gd name="T120" fmla="*/ 49 w 571"/>
                <a:gd name="T121" fmla="*/ 0 h 5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571" h="550">
                  <a:moveTo>
                    <a:pt x="49" y="0"/>
                  </a:moveTo>
                  <a:lnTo>
                    <a:pt x="68" y="4"/>
                  </a:lnTo>
                  <a:lnTo>
                    <a:pt x="84" y="14"/>
                  </a:lnTo>
                  <a:lnTo>
                    <a:pt x="94" y="30"/>
                  </a:lnTo>
                  <a:lnTo>
                    <a:pt x="98" y="49"/>
                  </a:lnTo>
                  <a:lnTo>
                    <a:pt x="98" y="299"/>
                  </a:lnTo>
                  <a:lnTo>
                    <a:pt x="98" y="320"/>
                  </a:lnTo>
                  <a:lnTo>
                    <a:pt x="101" y="342"/>
                  </a:lnTo>
                  <a:lnTo>
                    <a:pt x="105" y="363"/>
                  </a:lnTo>
                  <a:lnTo>
                    <a:pt x="112" y="384"/>
                  </a:lnTo>
                  <a:lnTo>
                    <a:pt x="122" y="403"/>
                  </a:lnTo>
                  <a:lnTo>
                    <a:pt x="136" y="421"/>
                  </a:lnTo>
                  <a:lnTo>
                    <a:pt x="156" y="437"/>
                  </a:lnTo>
                  <a:lnTo>
                    <a:pt x="180" y="449"/>
                  </a:lnTo>
                  <a:lnTo>
                    <a:pt x="208" y="459"/>
                  </a:lnTo>
                  <a:lnTo>
                    <a:pt x="245" y="464"/>
                  </a:lnTo>
                  <a:lnTo>
                    <a:pt x="286" y="466"/>
                  </a:lnTo>
                  <a:lnTo>
                    <a:pt x="328" y="464"/>
                  </a:lnTo>
                  <a:lnTo>
                    <a:pt x="363" y="459"/>
                  </a:lnTo>
                  <a:lnTo>
                    <a:pt x="391" y="449"/>
                  </a:lnTo>
                  <a:lnTo>
                    <a:pt x="416" y="437"/>
                  </a:lnTo>
                  <a:lnTo>
                    <a:pt x="435" y="421"/>
                  </a:lnTo>
                  <a:lnTo>
                    <a:pt x="449" y="403"/>
                  </a:lnTo>
                  <a:lnTo>
                    <a:pt x="459" y="384"/>
                  </a:lnTo>
                  <a:lnTo>
                    <a:pt x="466" y="363"/>
                  </a:lnTo>
                  <a:lnTo>
                    <a:pt x="470" y="342"/>
                  </a:lnTo>
                  <a:lnTo>
                    <a:pt x="473" y="320"/>
                  </a:lnTo>
                  <a:lnTo>
                    <a:pt x="473" y="299"/>
                  </a:lnTo>
                  <a:lnTo>
                    <a:pt x="473" y="49"/>
                  </a:lnTo>
                  <a:lnTo>
                    <a:pt x="477" y="30"/>
                  </a:lnTo>
                  <a:lnTo>
                    <a:pt x="487" y="14"/>
                  </a:lnTo>
                  <a:lnTo>
                    <a:pt x="503" y="4"/>
                  </a:lnTo>
                  <a:lnTo>
                    <a:pt x="522" y="0"/>
                  </a:lnTo>
                  <a:lnTo>
                    <a:pt x="541" y="4"/>
                  </a:lnTo>
                  <a:lnTo>
                    <a:pt x="557" y="14"/>
                  </a:lnTo>
                  <a:lnTo>
                    <a:pt x="567" y="30"/>
                  </a:lnTo>
                  <a:lnTo>
                    <a:pt x="571" y="49"/>
                  </a:lnTo>
                  <a:lnTo>
                    <a:pt x="571" y="306"/>
                  </a:lnTo>
                  <a:lnTo>
                    <a:pt x="567" y="358"/>
                  </a:lnTo>
                  <a:lnTo>
                    <a:pt x="557" y="402"/>
                  </a:lnTo>
                  <a:lnTo>
                    <a:pt x="540" y="442"/>
                  </a:lnTo>
                  <a:lnTo>
                    <a:pt x="513" y="475"/>
                  </a:lnTo>
                  <a:lnTo>
                    <a:pt x="482" y="501"/>
                  </a:lnTo>
                  <a:lnTo>
                    <a:pt x="444" y="522"/>
                  </a:lnTo>
                  <a:lnTo>
                    <a:pt x="398" y="538"/>
                  </a:lnTo>
                  <a:lnTo>
                    <a:pt x="346" y="547"/>
                  </a:lnTo>
                  <a:lnTo>
                    <a:pt x="286" y="550"/>
                  </a:lnTo>
                  <a:lnTo>
                    <a:pt x="225" y="547"/>
                  </a:lnTo>
                  <a:lnTo>
                    <a:pt x="173" y="538"/>
                  </a:lnTo>
                  <a:lnTo>
                    <a:pt x="128" y="522"/>
                  </a:lnTo>
                  <a:lnTo>
                    <a:pt x="89" y="501"/>
                  </a:lnTo>
                  <a:lnTo>
                    <a:pt x="58" y="475"/>
                  </a:lnTo>
                  <a:lnTo>
                    <a:pt x="32" y="442"/>
                  </a:lnTo>
                  <a:lnTo>
                    <a:pt x="14" y="402"/>
                  </a:lnTo>
                  <a:lnTo>
                    <a:pt x="4" y="358"/>
                  </a:lnTo>
                  <a:lnTo>
                    <a:pt x="0" y="306"/>
                  </a:lnTo>
                  <a:lnTo>
                    <a:pt x="0" y="49"/>
                  </a:lnTo>
                  <a:lnTo>
                    <a:pt x="4" y="30"/>
                  </a:lnTo>
                  <a:lnTo>
                    <a:pt x="14" y="14"/>
                  </a:lnTo>
                  <a:lnTo>
                    <a:pt x="30" y="4"/>
                  </a:lnTo>
                  <a:lnTo>
                    <a:pt x="49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2"/>
            <p:cNvSpPr>
              <a:spLocks noEditPoints="1"/>
            </p:cNvSpPr>
            <p:nvPr/>
          </p:nvSpPr>
          <p:spPr bwMode="auto">
            <a:xfrm>
              <a:off x="6530592" y="5818063"/>
              <a:ext cx="521796" cy="508514"/>
            </a:xfrm>
            <a:custGeom>
              <a:avLst/>
              <a:gdLst>
                <a:gd name="T0" fmla="*/ 96 w 550"/>
                <a:gd name="T1" fmla="*/ 79 h 536"/>
                <a:gd name="T2" fmla="*/ 96 w 550"/>
                <a:gd name="T3" fmla="*/ 241 h 536"/>
                <a:gd name="T4" fmla="*/ 307 w 550"/>
                <a:gd name="T5" fmla="*/ 241 h 536"/>
                <a:gd name="T6" fmla="*/ 342 w 550"/>
                <a:gd name="T7" fmla="*/ 241 h 536"/>
                <a:gd name="T8" fmla="*/ 372 w 550"/>
                <a:gd name="T9" fmla="*/ 238 h 536"/>
                <a:gd name="T10" fmla="*/ 398 w 550"/>
                <a:gd name="T11" fmla="*/ 231 h 536"/>
                <a:gd name="T12" fmla="*/ 417 w 550"/>
                <a:gd name="T13" fmla="*/ 222 h 536"/>
                <a:gd name="T14" fmla="*/ 431 w 550"/>
                <a:gd name="T15" fmla="*/ 206 h 536"/>
                <a:gd name="T16" fmla="*/ 440 w 550"/>
                <a:gd name="T17" fmla="*/ 187 h 536"/>
                <a:gd name="T18" fmla="*/ 443 w 550"/>
                <a:gd name="T19" fmla="*/ 161 h 536"/>
                <a:gd name="T20" fmla="*/ 440 w 550"/>
                <a:gd name="T21" fmla="*/ 135 h 536"/>
                <a:gd name="T22" fmla="*/ 431 w 550"/>
                <a:gd name="T23" fmla="*/ 114 h 536"/>
                <a:gd name="T24" fmla="*/ 417 w 550"/>
                <a:gd name="T25" fmla="*/ 100 h 536"/>
                <a:gd name="T26" fmla="*/ 398 w 550"/>
                <a:gd name="T27" fmla="*/ 89 h 536"/>
                <a:gd name="T28" fmla="*/ 372 w 550"/>
                <a:gd name="T29" fmla="*/ 84 h 536"/>
                <a:gd name="T30" fmla="*/ 342 w 550"/>
                <a:gd name="T31" fmla="*/ 80 h 536"/>
                <a:gd name="T32" fmla="*/ 307 w 550"/>
                <a:gd name="T33" fmla="*/ 79 h 536"/>
                <a:gd name="T34" fmla="*/ 96 w 550"/>
                <a:gd name="T35" fmla="*/ 79 h 536"/>
                <a:gd name="T36" fmla="*/ 0 w 550"/>
                <a:gd name="T37" fmla="*/ 0 h 536"/>
                <a:gd name="T38" fmla="*/ 323 w 550"/>
                <a:gd name="T39" fmla="*/ 0 h 536"/>
                <a:gd name="T40" fmla="*/ 377 w 550"/>
                <a:gd name="T41" fmla="*/ 2 h 536"/>
                <a:gd name="T42" fmla="*/ 422 w 550"/>
                <a:gd name="T43" fmla="*/ 9 h 536"/>
                <a:gd name="T44" fmla="*/ 459 w 550"/>
                <a:gd name="T45" fmla="*/ 19 h 536"/>
                <a:gd name="T46" fmla="*/ 489 w 550"/>
                <a:gd name="T47" fmla="*/ 37 h 536"/>
                <a:gd name="T48" fmla="*/ 511 w 550"/>
                <a:gd name="T49" fmla="*/ 58 h 536"/>
                <a:gd name="T50" fmla="*/ 527 w 550"/>
                <a:gd name="T51" fmla="*/ 86 h 536"/>
                <a:gd name="T52" fmla="*/ 537 w 550"/>
                <a:gd name="T53" fmla="*/ 119 h 536"/>
                <a:gd name="T54" fmla="*/ 539 w 550"/>
                <a:gd name="T55" fmla="*/ 157 h 536"/>
                <a:gd name="T56" fmla="*/ 537 w 550"/>
                <a:gd name="T57" fmla="*/ 194 h 536"/>
                <a:gd name="T58" fmla="*/ 527 w 550"/>
                <a:gd name="T59" fmla="*/ 225 h 536"/>
                <a:gd name="T60" fmla="*/ 513 w 550"/>
                <a:gd name="T61" fmla="*/ 252 h 536"/>
                <a:gd name="T62" fmla="*/ 494 w 550"/>
                <a:gd name="T63" fmla="*/ 272 h 536"/>
                <a:gd name="T64" fmla="*/ 471 w 550"/>
                <a:gd name="T65" fmla="*/ 290 h 536"/>
                <a:gd name="T66" fmla="*/ 447 w 550"/>
                <a:gd name="T67" fmla="*/ 302 h 536"/>
                <a:gd name="T68" fmla="*/ 419 w 550"/>
                <a:gd name="T69" fmla="*/ 311 h 536"/>
                <a:gd name="T70" fmla="*/ 393 w 550"/>
                <a:gd name="T71" fmla="*/ 314 h 536"/>
                <a:gd name="T72" fmla="*/ 384 w 550"/>
                <a:gd name="T73" fmla="*/ 314 h 536"/>
                <a:gd name="T74" fmla="*/ 550 w 550"/>
                <a:gd name="T75" fmla="*/ 536 h 536"/>
                <a:gd name="T76" fmla="*/ 431 w 550"/>
                <a:gd name="T77" fmla="*/ 536 h 536"/>
                <a:gd name="T78" fmla="*/ 274 w 550"/>
                <a:gd name="T79" fmla="*/ 323 h 536"/>
                <a:gd name="T80" fmla="*/ 272 w 550"/>
                <a:gd name="T81" fmla="*/ 321 h 536"/>
                <a:gd name="T82" fmla="*/ 96 w 550"/>
                <a:gd name="T83" fmla="*/ 321 h 536"/>
                <a:gd name="T84" fmla="*/ 96 w 550"/>
                <a:gd name="T85" fmla="*/ 536 h 536"/>
                <a:gd name="T86" fmla="*/ 0 w 550"/>
                <a:gd name="T87" fmla="*/ 536 h 536"/>
                <a:gd name="T88" fmla="*/ 0 w 550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0" h="536">
                  <a:moveTo>
                    <a:pt x="96" y="79"/>
                  </a:moveTo>
                  <a:lnTo>
                    <a:pt x="96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2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2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6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59" y="19"/>
                  </a:lnTo>
                  <a:lnTo>
                    <a:pt x="489" y="37"/>
                  </a:lnTo>
                  <a:lnTo>
                    <a:pt x="511" y="58"/>
                  </a:lnTo>
                  <a:lnTo>
                    <a:pt x="527" y="86"/>
                  </a:lnTo>
                  <a:lnTo>
                    <a:pt x="537" y="119"/>
                  </a:lnTo>
                  <a:lnTo>
                    <a:pt x="539" y="157"/>
                  </a:lnTo>
                  <a:lnTo>
                    <a:pt x="537" y="194"/>
                  </a:lnTo>
                  <a:lnTo>
                    <a:pt x="527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1" y="290"/>
                  </a:lnTo>
                  <a:lnTo>
                    <a:pt x="447" y="302"/>
                  </a:lnTo>
                  <a:lnTo>
                    <a:pt x="419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0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2" y="321"/>
                  </a:lnTo>
                  <a:lnTo>
                    <a:pt x="96" y="321"/>
                  </a:lnTo>
                  <a:lnTo>
                    <a:pt x="9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13"/>
            <p:cNvSpPr>
              <a:spLocks/>
            </p:cNvSpPr>
            <p:nvPr/>
          </p:nvSpPr>
          <p:spPr bwMode="auto">
            <a:xfrm>
              <a:off x="7183312" y="5818063"/>
              <a:ext cx="462976" cy="508514"/>
            </a:xfrm>
            <a:custGeom>
              <a:avLst/>
              <a:gdLst>
                <a:gd name="T0" fmla="*/ 0 w 488"/>
                <a:gd name="T1" fmla="*/ 0 h 536"/>
                <a:gd name="T2" fmla="*/ 438 w 488"/>
                <a:gd name="T3" fmla="*/ 0 h 536"/>
                <a:gd name="T4" fmla="*/ 453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3 w 488"/>
                <a:gd name="T17" fmla="*/ 79 h 536"/>
                <a:gd name="T18" fmla="*/ 438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33 w 488"/>
                <a:gd name="T25" fmla="*/ 218 h 536"/>
                <a:gd name="T26" fmla="*/ 349 w 488"/>
                <a:gd name="T27" fmla="*/ 222 h 536"/>
                <a:gd name="T28" fmla="*/ 361 w 488"/>
                <a:gd name="T29" fmla="*/ 231 h 536"/>
                <a:gd name="T30" fmla="*/ 370 w 488"/>
                <a:gd name="T31" fmla="*/ 243 h 536"/>
                <a:gd name="T32" fmla="*/ 373 w 488"/>
                <a:gd name="T33" fmla="*/ 259 h 536"/>
                <a:gd name="T34" fmla="*/ 370 w 488"/>
                <a:gd name="T35" fmla="*/ 276 h 536"/>
                <a:gd name="T36" fmla="*/ 361 w 488"/>
                <a:gd name="T37" fmla="*/ 288 h 536"/>
                <a:gd name="T38" fmla="*/ 349 w 488"/>
                <a:gd name="T39" fmla="*/ 297 h 536"/>
                <a:gd name="T40" fmla="*/ 333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6 w 488"/>
                <a:gd name="T47" fmla="*/ 454 h 536"/>
                <a:gd name="T48" fmla="*/ 464 w 488"/>
                <a:gd name="T49" fmla="*/ 457 h 536"/>
                <a:gd name="T50" fmla="*/ 476 w 488"/>
                <a:gd name="T51" fmla="*/ 466 h 536"/>
                <a:gd name="T52" fmla="*/ 485 w 488"/>
                <a:gd name="T53" fmla="*/ 478 h 536"/>
                <a:gd name="T54" fmla="*/ 488 w 488"/>
                <a:gd name="T55" fmla="*/ 494 h 536"/>
                <a:gd name="T56" fmla="*/ 485 w 488"/>
                <a:gd name="T57" fmla="*/ 512 h 536"/>
                <a:gd name="T58" fmla="*/ 476 w 488"/>
                <a:gd name="T59" fmla="*/ 524 h 536"/>
                <a:gd name="T60" fmla="*/ 464 w 488"/>
                <a:gd name="T61" fmla="*/ 533 h 536"/>
                <a:gd name="T62" fmla="*/ 446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38" y="0"/>
                  </a:lnTo>
                  <a:lnTo>
                    <a:pt x="453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3" y="79"/>
                  </a:lnTo>
                  <a:lnTo>
                    <a:pt x="438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33" y="218"/>
                  </a:lnTo>
                  <a:lnTo>
                    <a:pt x="349" y="222"/>
                  </a:lnTo>
                  <a:lnTo>
                    <a:pt x="361" y="231"/>
                  </a:lnTo>
                  <a:lnTo>
                    <a:pt x="370" y="243"/>
                  </a:lnTo>
                  <a:lnTo>
                    <a:pt x="373" y="259"/>
                  </a:lnTo>
                  <a:lnTo>
                    <a:pt x="370" y="276"/>
                  </a:lnTo>
                  <a:lnTo>
                    <a:pt x="361" y="288"/>
                  </a:lnTo>
                  <a:lnTo>
                    <a:pt x="349" y="297"/>
                  </a:lnTo>
                  <a:lnTo>
                    <a:pt x="333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6" y="454"/>
                  </a:lnTo>
                  <a:lnTo>
                    <a:pt x="464" y="457"/>
                  </a:lnTo>
                  <a:lnTo>
                    <a:pt x="476" y="466"/>
                  </a:lnTo>
                  <a:lnTo>
                    <a:pt x="485" y="478"/>
                  </a:lnTo>
                  <a:lnTo>
                    <a:pt x="488" y="494"/>
                  </a:lnTo>
                  <a:lnTo>
                    <a:pt x="485" y="512"/>
                  </a:lnTo>
                  <a:lnTo>
                    <a:pt x="476" y="524"/>
                  </a:lnTo>
                  <a:lnTo>
                    <a:pt x="464" y="533"/>
                  </a:lnTo>
                  <a:lnTo>
                    <a:pt x="44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4"/>
            <p:cNvSpPr>
              <a:spLocks/>
            </p:cNvSpPr>
            <p:nvPr/>
          </p:nvSpPr>
          <p:spPr bwMode="auto">
            <a:xfrm>
              <a:off x="4647381" y="5515421"/>
              <a:ext cx="91077" cy="87282"/>
            </a:xfrm>
            <a:custGeom>
              <a:avLst/>
              <a:gdLst>
                <a:gd name="T0" fmla="*/ 51 w 96"/>
                <a:gd name="T1" fmla="*/ 0 h 92"/>
                <a:gd name="T2" fmla="*/ 53 w 96"/>
                <a:gd name="T3" fmla="*/ 0 h 92"/>
                <a:gd name="T4" fmla="*/ 70 w 96"/>
                <a:gd name="T5" fmla="*/ 5 h 92"/>
                <a:gd name="T6" fmla="*/ 84 w 96"/>
                <a:gd name="T7" fmla="*/ 15 h 92"/>
                <a:gd name="T8" fmla="*/ 93 w 96"/>
                <a:gd name="T9" fmla="*/ 31 h 92"/>
                <a:gd name="T10" fmla="*/ 96 w 96"/>
                <a:gd name="T11" fmla="*/ 49 h 92"/>
                <a:gd name="T12" fmla="*/ 91 w 96"/>
                <a:gd name="T13" fmla="*/ 66 h 92"/>
                <a:gd name="T14" fmla="*/ 81 w 96"/>
                <a:gd name="T15" fmla="*/ 80 h 92"/>
                <a:gd name="T16" fmla="*/ 65 w 96"/>
                <a:gd name="T17" fmla="*/ 91 h 92"/>
                <a:gd name="T18" fmla="*/ 47 w 96"/>
                <a:gd name="T19" fmla="*/ 92 h 92"/>
                <a:gd name="T20" fmla="*/ 44 w 96"/>
                <a:gd name="T21" fmla="*/ 92 h 92"/>
                <a:gd name="T22" fmla="*/ 26 w 96"/>
                <a:gd name="T23" fmla="*/ 87 h 92"/>
                <a:gd name="T24" fmla="*/ 12 w 96"/>
                <a:gd name="T25" fmla="*/ 77 h 92"/>
                <a:gd name="T26" fmla="*/ 4 w 96"/>
                <a:gd name="T27" fmla="*/ 61 h 92"/>
                <a:gd name="T28" fmla="*/ 0 w 96"/>
                <a:gd name="T29" fmla="*/ 43 h 92"/>
                <a:gd name="T30" fmla="*/ 5 w 96"/>
                <a:gd name="T31" fmla="*/ 26 h 92"/>
                <a:gd name="T32" fmla="*/ 16 w 96"/>
                <a:gd name="T33" fmla="*/ 12 h 92"/>
                <a:gd name="T34" fmla="*/ 32 w 96"/>
                <a:gd name="T35" fmla="*/ 2 h 92"/>
                <a:gd name="T36" fmla="*/ 51 w 96"/>
                <a:gd name="T37" fmla="*/ 0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96" h="92">
                  <a:moveTo>
                    <a:pt x="51" y="0"/>
                  </a:moveTo>
                  <a:lnTo>
                    <a:pt x="53" y="0"/>
                  </a:lnTo>
                  <a:lnTo>
                    <a:pt x="70" y="5"/>
                  </a:lnTo>
                  <a:lnTo>
                    <a:pt x="84" y="15"/>
                  </a:lnTo>
                  <a:lnTo>
                    <a:pt x="93" y="31"/>
                  </a:lnTo>
                  <a:lnTo>
                    <a:pt x="96" y="49"/>
                  </a:lnTo>
                  <a:lnTo>
                    <a:pt x="91" y="66"/>
                  </a:lnTo>
                  <a:lnTo>
                    <a:pt x="81" y="80"/>
                  </a:lnTo>
                  <a:lnTo>
                    <a:pt x="65" y="91"/>
                  </a:lnTo>
                  <a:lnTo>
                    <a:pt x="47" y="92"/>
                  </a:lnTo>
                  <a:lnTo>
                    <a:pt x="44" y="92"/>
                  </a:lnTo>
                  <a:lnTo>
                    <a:pt x="26" y="87"/>
                  </a:lnTo>
                  <a:lnTo>
                    <a:pt x="12" y="77"/>
                  </a:lnTo>
                  <a:lnTo>
                    <a:pt x="4" y="61"/>
                  </a:lnTo>
                  <a:lnTo>
                    <a:pt x="0" y="43"/>
                  </a:lnTo>
                  <a:lnTo>
                    <a:pt x="5" y="26"/>
                  </a:lnTo>
                  <a:lnTo>
                    <a:pt x="16" y="12"/>
                  </a:lnTo>
                  <a:lnTo>
                    <a:pt x="32" y="2"/>
                  </a:lnTo>
                  <a:lnTo>
                    <a:pt x="51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15"/>
            <p:cNvSpPr>
              <a:spLocks/>
            </p:cNvSpPr>
            <p:nvPr/>
          </p:nvSpPr>
          <p:spPr bwMode="auto">
            <a:xfrm>
              <a:off x="4937689" y="5235549"/>
              <a:ext cx="130923" cy="157487"/>
            </a:xfrm>
            <a:custGeom>
              <a:avLst/>
              <a:gdLst>
                <a:gd name="T0" fmla="*/ 40 w 138"/>
                <a:gd name="T1" fmla="*/ 0 h 166"/>
                <a:gd name="T2" fmla="*/ 57 w 138"/>
                <a:gd name="T3" fmla="*/ 2 h 166"/>
                <a:gd name="T4" fmla="*/ 73 w 138"/>
                <a:gd name="T5" fmla="*/ 9 h 166"/>
                <a:gd name="T6" fmla="*/ 85 w 138"/>
                <a:gd name="T7" fmla="*/ 22 h 166"/>
                <a:gd name="T8" fmla="*/ 132 w 138"/>
                <a:gd name="T9" fmla="*/ 96 h 166"/>
                <a:gd name="T10" fmla="*/ 138 w 138"/>
                <a:gd name="T11" fmla="*/ 113 h 166"/>
                <a:gd name="T12" fmla="*/ 138 w 138"/>
                <a:gd name="T13" fmla="*/ 131 h 166"/>
                <a:gd name="T14" fmla="*/ 129 w 138"/>
                <a:gd name="T15" fmla="*/ 146 h 166"/>
                <a:gd name="T16" fmla="*/ 115 w 138"/>
                <a:gd name="T17" fmla="*/ 159 h 166"/>
                <a:gd name="T18" fmla="*/ 99 w 138"/>
                <a:gd name="T19" fmla="*/ 166 h 166"/>
                <a:gd name="T20" fmla="*/ 80 w 138"/>
                <a:gd name="T21" fmla="*/ 164 h 166"/>
                <a:gd name="T22" fmla="*/ 64 w 138"/>
                <a:gd name="T23" fmla="*/ 157 h 166"/>
                <a:gd name="T24" fmla="*/ 52 w 138"/>
                <a:gd name="T25" fmla="*/ 143 h 166"/>
                <a:gd name="T26" fmla="*/ 5 w 138"/>
                <a:gd name="T27" fmla="*/ 70 h 166"/>
                <a:gd name="T28" fmla="*/ 0 w 138"/>
                <a:gd name="T29" fmla="*/ 52 h 166"/>
                <a:gd name="T30" fmla="*/ 0 w 138"/>
                <a:gd name="T31" fmla="*/ 35 h 166"/>
                <a:gd name="T32" fmla="*/ 8 w 138"/>
                <a:gd name="T33" fmla="*/ 17 h 166"/>
                <a:gd name="T34" fmla="*/ 22 w 138"/>
                <a:gd name="T35" fmla="*/ 7 h 166"/>
                <a:gd name="T36" fmla="*/ 40 w 138"/>
                <a:gd name="T37" fmla="*/ 0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38" h="166">
                  <a:moveTo>
                    <a:pt x="40" y="0"/>
                  </a:moveTo>
                  <a:lnTo>
                    <a:pt x="57" y="2"/>
                  </a:lnTo>
                  <a:lnTo>
                    <a:pt x="73" y="9"/>
                  </a:lnTo>
                  <a:lnTo>
                    <a:pt x="85" y="22"/>
                  </a:lnTo>
                  <a:lnTo>
                    <a:pt x="132" y="96"/>
                  </a:lnTo>
                  <a:lnTo>
                    <a:pt x="138" y="113"/>
                  </a:lnTo>
                  <a:lnTo>
                    <a:pt x="138" y="131"/>
                  </a:lnTo>
                  <a:lnTo>
                    <a:pt x="129" y="146"/>
                  </a:lnTo>
                  <a:lnTo>
                    <a:pt x="115" y="159"/>
                  </a:lnTo>
                  <a:lnTo>
                    <a:pt x="99" y="166"/>
                  </a:lnTo>
                  <a:lnTo>
                    <a:pt x="80" y="164"/>
                  </a:lnTo>
                  <a:lnTo>
                    <a:pt x="64" y="157"/>
                  </a:lnTo>
                  <a:lnTo>
                    <a:pt x="52" y="143"/>
                  </a:lnTo>
                  <a:lnTo>
                    <a:pt x="5" y="70"/>
                  </a:lnTo>
                  <a:lnTo>
                    <a:pt x="0" y="52"/>
                  </a:lnTo>
                  <a:lnTo>
                    <a:pt x="0" y="35"/>
                  </a:lnTo>
                  <a:lnTo>
                    <a:pt x="8" y="17"/>
                  </a:lnTo>
                  <a:lnTo>
                    <a:pt x="22" y="7"/>
                  </a:lnTo>
                  <a:lnTo>
                    <a:pt x="40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9" name="Freeform 16"/>
            <p:cNvSpPr>
              <a:spLocks/>
            </p:cNvSpPr>
            <p:nvPr/>
          </p:nvSpPr>
          <p:spPr bwMode="auto">
            <a:xfrm>
              <a:off x="5278280" y="5018292"/>
              <a:ext cx="132821" cy="243821"/>
            </a:xfrm>
            <a:custGeom>
              <a:avLst/>
              <a:gdLst>
                <a:gd name="T0" fmla="*/ 53 w 140"/>
                <a:gd name="T1" fmla="*/ 0 h 257"/>
                <a:gd name="T2" fmla="*/ 68 w 140"/>
                <a:gd name="T3" fmla="*/ 7 h 257"/>
                <a:gd name="T4" fmla="*/ 82 w 140"/>
                <a:gd name="T5" fmla="*/ 19 h 257"/>
                <a:gd name="T6" fmla="*/ 89 w 140"/>
                <a:gd name="T7" fmla="*/ 35 h 257"/>
                <a:gd name="T8" fmla="*/ 140 w 140"/>
                <a:gd name="T9" fmla="*/ 199 h 257"/>
                <a:gd name="T10" fmla="*/ 140 w 140"/>
                <a:gd name="T11" fmla="*/ 218 h 257"/>
                <a:gd name="T12" fmla="*/ 135 w 140"/>
                <a:gd name="T13" fmla="*/ 234 h 257"/>
                <a:gd name="T14" fmla="*/ 122 w 140"/>
                <a:gd name="T15" fmla="*/ 248 h 257"/>
                <a:gd name="T16" fmla="*/ 105 w 140"/>
                <a:gd name="T17" fmla="*/ 255 h 257"/>
                <a:gd name="T18" fmla="*/ 88 w 140"/>
                <a:gd name="T19" fmla="*/ 257 h 257"/>
                <a:gd name="T20" fmla="*/ 70 w 140"/>
                <a:gd name="T21" fmla="*/ 250 h 257"/>
                <a:gd name="T22" fmla="*/ 58 w 140"/>
                <a:gd name="T23" fmla="*/ 239 h 257"/>
                <a:gd name="T24" fmla="*/ 49 w 140"/>
                <a:gd name="T25" fmla="*/ 222 h 257"/>
                <a:gd name="T26" fmla="*/ 0 w 140"/>
                <a:gd name="T27" fmla="*/ 58 h 257"/>
                <a:gd name="T28" fmla="*/ 0 w 140"/>
                <a:gd name="T29" fmla="*/ 40 h 257"/>
                <a:gd name="T30" fmla="*/ 5 w 140"/>
                <a:gd name="T31" fmla="*/ 23 h 257"/>
                <a:gd name="T32" fmla="*/ 18 w 140"/>
                <a:gd name="T33" fmla="*/ 11 h 257"/>
                <a:gd name="T34" fmla="*/ 33 w 140"/>
                <a:gd name="T35" fmla="*/ 2 h 257"/>
                <a:gd name="T36" fmla="*/ 53 w 140"/>
                <a:gd name="T37" fmla="*/ 0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40" h="257">
                  <a:moveTo>
                    <a:pt x="53" y="0"/>
                  </a:moveTo>
                  <a:lnTo>
                    <a:pt x="68" y="7"/>
                  </a:lnTo>
                  <a:lnTo>
                    <a:pt x="82" y="19"/>
                  </a:lnTo>
                  <a:lnTo>
                    <a:pt x="89" y="35"/>
                  </a:lnTo>
                  <a:lnTo>
                    <a:pt x="140" y="199"/>
                  </a:lnTo>
                  <a:lnTo>
                    <a:pt x="140" y="218"/>
                  </a:lnTo>
                  <a:lnTo>
                    <a:pt x="135" y="234"/>
                  </a:lnTo>
                  <a:lnTo>
                    <a:pt x="122" y="248"/>
                  </a:lnTo>
                  <a:lnTo>
                    <a:pt x="105" y="255"/>
                  </a:lnTo>
                  <a:lnTo>
                    <a:pt x="88" y="257"/>
                  </a:lnTo>
                  <a:lnTo>
                    <a:pt x="70" y="250"/>
                  </a:lnTo>
                  <a:lnTo>
                    <a:pt x="58" y="239"/>
                  </a:lnTo>
                  <a:lnTo>
                    <a:pt x="49" y="222"/>
                  </a:lnTo>
                  <a:lnTo>
                    <a:pt x="0" y="58"/>
                  </a:lnTo>
                  <a:lnTo>
                    <a:pt x="0" y="40"/>
                  </a:lnTo>
                  <a:lnTo>
                    <a:pt x="5" y="23"/>
                  </a:lnTo>
                  <a:lnTo>
                    <a:pt x="18" y="11"/>
                  </a:lnTo>
                  <a:lnTo>
                    <a:pt x="33" y="2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0" name="Freeform 17"/>
            <p:cNvSpPr>
              <a:spLocks/>
            </p:cNvSpPr>
            <p:nvPr/>
          </p:nvSpPr>
          <p:spPr bwMode="auto">
            <a:xfrm>
              <a:off x="5649230" y="4842779"/>
              <a:ext cx="112898" cy="335847"/>
            </a:xfrm>
            <a:custGeom>
              <a:avLst/>
              <a:gdLst>
                <a:gd name="T0" fmla="*/ 44 w 119"/>
                <a:gd name="T1" fmla="*/ 0 h 354"/>
                <a:gd name="T2" fmla="*/ 63 w 119"/>
                <a:gd name="T3" fmla="*/ 4 h 354"/>
                <a:gd name="T4" fmla="*/ 77 w 119"/>
                <a:gd name="T5" fmla="*/ 12 h 354"/>
                <a:gd name="T6" fmla="*/ 87 w 119"/>
                <a:gd name="T7" fmla="*/ 26 h 354"/>
                <a:gd name="T8" fmla="*/ 93 w 119"/>
                <a:gd name="T9" fmla="*/ 44 h 354"/>
                <a:gd name="T10" fmla="*/ 119 w 119"/>
                <a:gd name="T11" fmla="*/ 306 h 354"/>
                <a:gd name="T12" fmla="*/ 115 w 119"/>
                <a:gd name="T13" fmla="*/ 323 h 354"/>
                <a:gd name="T14" fmla="*/ 107 w 119"/>
                <a:gd name="T15" fmla="*/ 339 h 354"/>
                <a:gd name="T16" fmla="*/ 93 w 119"/>
                <a:gd name="T17" fmla="*/ 349 h 354"/>
                <a:gd name="T18" fmla="*/ 75 w 119"/>
                <a:gd name="T19" fmla="*/ 354 h 354"/>
                <a:gd name="T20" fmla="*/ 58 w 119"/>
                <a:gd name="T21" fmla="*/ 351 h 354"/>
                <a:gd name="T22" fmla="*/ 42 w 119"/>
                <a:gd name="T23" fmla="*/ 342 h 354"/>
                <a:gd name="T24" fmla="*/ 32 w 119"/>
                <a:gd name="T25" fmla="*/ 328 h 354"/>
                <a:gd name="T26" fmla="*/ 26 w 119"/>
                <a:gd name="T27" fmla="*/ 311 h 354"/>
                <a:gd name="T28" fmla="*/ 0 w 119"/>
                <a:gd name="T29" fmla="*/ 49 h 354"/>
                <a:gd name="T30" fmla="*/ 4 w 119"/>
                <a:gd name="T31" fmla="*/ 32 h 354"/>
                <a:gd name="T32" fmla="*/ 12 w 119"/>
                <a:gd name="T33" fmla="*/ 16 h 354"/>
                <a:gd name="T34" fmla="*/ 26 w 119"/>
                <a:gd name="T35" fmla="*/ 5 h 354"/>
                <a:gd name="T36" fmla="*/ 44 w 119"/>
                <a:gd name="T37" fmla="*/ 0 h 3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9" h="354">
                  <a:moveTo>
                    <a:pt x="44" y="0"/>
                  </a:moveTo>
                  <a:lnTo>
                    <a:pt x="63" y="4"/>
                  </a:lnTo>
                  <a:lnTo>
                    <a:pt x="77" y="12"/>
                  </a:lnTo>
                  <a:lnTo>
                    <a:pt x="87" y="26"/>
                  </a:lnTo>
                  <a:lnTo>
                    <a:pt x="93" y="44"/>
                  </a:lnTo>
                  <a:lnTo>
                    <a:pt x="119" y="306"/>
                  </a:lnTo>
                  <a:lnTo>
                    <a:pt x="115" y="323"/>
                  </a:lnTo>
                  <a:lnTo>
                    <a:pt x="107" y="339"/>
                  </a:lnTo>
                  <a:lnTo>
                    <a:pt x="93" y="349"/>
                  </a:lnTo>
                  <a:lnTo>
                    <a:pt x="75" y="354"/>
                  </a:lnTo>
                  <a:lnTo>
                    <a:pt x="58" y="351"/>
                  </a:lnTo>
                  <a:lnTo>
                    <a:pt x="42" y="342"/>
                  </a:lnTo>
                  <a:lnTo>
                    <a:pt x="32" y="328"/>
                  </a:lnTo>
                  <a:lnTo>
                    <a:pt x="26" y="311"/>
                  </a:lnTo>
                  <a:lnTo>
                    <a:pt x="0" y="49"/>
                  </a:lnTo>
                  <a:lnTo>
                    <a:pt x="4" y="32"/>
                  </a:lnTo>
                  <a:lnTo>
                    <a:pt x="12" y="16"/>
                  </a:lnTo>
                  <a:lnTo>
                    <a:pt x="26" y="5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18"/>
            <p:cNvSpPr>
              <a:spLocks/>
            </p:cNvSpPr>
            <p:nvPr/>
          </p:nvSpPr>
          <p:spPr bwMode="auto">
            <a:xfrm>
              <a:off x="6026821" y="4720394"/>
              <a:ext cx="104359" cy="420283"/>
            </a:xfrm>
            <a:custGeom>
              <a:avLst/>
              <a:gdLst>
                <a:gd name="T0" fmla="*/ 68 w 110"/>
                <a:gd name="T1" fmla="*/ 0 h 443"/>
                <a:gd name="T2" fmla="*/ 86 w 110"/>
                <a:gd name="T3" fmla="*/ 5 h 443"/>
                <a:gd name="T4" fmla="*/ 100 w 110"/>
                <a:gd name="T5" fmla="*/ 16 h 443"/>
                <a:gd name="T6" fmla="*/ 107 w 110"/>
                <a:gd name="T7" fmla="*/ 31 h 443"/>
                <a:gd name="T8" fmla="*/ 110 w 110"/>
                <a:gd name="T9" fmla="*/ 51 h 443"/>
                <a:gd name="T10" fmla="*/ 93 w 110"/>
                <a:gd name="T11" fmla="*/ 401 h 443"/>
                <a:gd name="T12" fmla="*/ 87 w 110"/>
                <a:gd name="T13" fmla="*/ 419 h 443"/>
                <a:gd name="T14" fmla="*/ 75 w 110"/>
                <a:gd name="T15" fmla="*/ 433 h 443"/>
                <a:gd name="T16" fmla="*/ 61 w 110"/>
                <a:gd name="T17" fmla="*/ 442 h 443"/>
                <a:gd name="T18" fmla="*/ 42 w 110"/>
                <a:gd name="T19" fmla="*/ 443 h 443"/>
                <a:gd name="T20" fmla="*/ 25 w 110"/>
                <a:gd name="T21" fmla="*/ 438 h 443"/>
                <a:gd name="T22" fmla="*/ 11 w 110"/>
                <a:gd name="T23" fmla="*/ 426 h 443"/>
                <a:gd name="T24" fmla="*/ 2 w 110"/>
                <a:gd name="T25" fmla="*/ 412 h 443"/>
                <a:gd name="T26" fmla="*/ 0 w 110"/>
                <a:gd name="T27" fmla="*/ 393 h 443"/>
                <a:gd name="T28" fmla="*/ 18 w 110"/>
                <a:gd name="T29" fmla="*/ 42 h 443"/>
                <a:gd name="T30" fmla="*/ 23 w 110"/>
                <a:gd name="T31" fmla="*/ 24 h 443"/>
                <a:gd name="T32" fmla="*/ 33 w 110"/>
                <a:gd name="T33" fmla="*/ 10 h 443"/>
                <a:gd name="T34" fmla="*/ 49 w 110"/>
                <a:gd name="T35" fmla="*/ 2 h 443"/>
                <a:gd name="T36" fmla="*/ 68 w 110"/>
                <a:gd name="T37" fmla="*/ 0 h 4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0" h="443">
                  <a:moveTo>
                    <a:pt x="68" y="0"/>
                  </a:moveTo>
                  <a:lnTo>
                    <a:pt x="86" y="5"/>
                  </a:lnTo>
                  <a:lnTo>
                    <a:pt x="100" y="16"/>
                  </a:lnTo>
                  <a:lnTo>
                    <a:pt x="107" y="31"/>
                  </a:lnTo>
                  <a:lnTo>
                    <a:pt x="110" y="51"/>
                  </a:lnTo>
                  <a:lnTo>
                    <a:pt x="93" y="401"/>
                  </a:lnTo>
                  <a:lnTo>
                    <a:pt x="87" y="419"/>
                  </a:lnTo>
                  <a:lnTo>
                    <a:pt x="75" y="433"/>
                  </a:lnTo>
                  <a:lnTo>
                    <a:pt x="61" y="442"/>
                  </a:lnTo>
                  <a:lnTo>
                    <a:pt x="42" y="443"/>
                  </a:lnTo>
                  <a:lnTo>
                    <a:pt x="25" y="438"/>
                  </a:lnTo>
                  <a:lnTo>
                    <a:pt x="11" y="426"/>
                  </a:lnTo>
                  <a:lnTo>
                    <a:pt x="2" y="412"/>
                  </a:lnTo>
                  <a:lnTo>
                    <a:pt x="0" y="393"/>
                  </a:lnTo>
                  <a:lnTo>
                    <a:pt x="18" y="42"/>
                  </a:lnTo>
                  <a:lnTo>
                    <a:pt x="23" y="24"/>
                  </a:lnTo>
                  <a:lnTo>
                    <a:pt x="33" y="10"/>
                  </a:lnTo>
                  <a:lnTo>
                    <a:pt x="49" y="2"/>
                  </a:lnTo>
                  <a:lnTo>
                    <a:pt x="68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19"/>
            <p:cNvSpPr>
              <a:spLocks/>
            </p:cNvSpPr>
            <p:nvPr/>
          </p:nvSpPr>
          <p:spPr bwMode="auto">
            <a:xfrm>
              <a:off x="6384489" y="4647343"/>
              <a:ext cx="162232" cy="497129"/>
            </a:xfrm>
            <a:custGeom>
              <a:avLst/>
              <a:gdLst>
                <a:gd name="T0" fmla="*/ 119 w 171"/>
                <a:gd name="T1" fmla="*/ 0 h 524"/>
                <a:gd name="T2" fmla="*/ 136 w 171"/>
                <a:gd name="T3" fmla="*/ 0 h 524"/>
                <a:gd name="T4" fmla="*/ 154 w 171"/>
                <a:gd name="T5" fmla="*/ 9 h 524"/>
                <a:gd name="T6" fmla="*/ 166 w 171"/>
                <a:gd name="T7" fmla="*/ 21 h 524"/>
                <a:gd name="T8" fmla="*/ 171 w 171"/>
                <a:gd name="T9" fmla="*/ 37 h 524"/>
                <a:gd name="T10" fmla="*/ 171 w 171"/>
                <a:gd name="T11" fmla="*/ 56 h 524"/>
                <a:gd name="T12" fmla="*/ 91 w 171"/>
                <a:gd name="T13" fmla="*/ 489 h 524"/>
                <a:gd name="T14" fmla="*/ 84 w 171"/>
                <a:gd name="T15" fmla="*/ 506 h 524"/>
                <a:gd name="T16" fmla="*/ 70 w 171"/>
                <a:gd name="T17" fmla="*/ 517 h 524"/>
                <a:gd name="T18" fmla="*/ 54 w 171"/>
                <a:gd name="T19" fmla="*/ 524 h 524"/>
                <a:gd name="T20" fmla="*/ 37 w 171"/>
                <a:gd name="T21" fmla="*/ 524 h 524"/>
                <a:gd name="T22" fmla="*/ 19 w 171"/>
                <a:gd name="T23" fmla="*/ 517 h 524"/>
                <a:gd name="T24" fmla="*/ 7 w 171"/>
                <a:gd name="T25" fmla="*/ 503 h 524"/>
                <a:gd name="T26" fmla="*/ 0 w 171"/>
                <a:gd name="T27" fmla="*/ 487 h 524"/>
                <a:gd name="T28" fmla="*/ 2 w 171"/>
                <a:gd name="T29" fmla="*/ 468 h 524"/>
                <a:gd name="T30" fmla="*/ 82 w 171"/>
                <a:gd name="T31" fmla="*/ 35 h 524"/>
                <a:gd name="T32" fmla="*/ 89 w 171"/>
                <a:gd name="T33" fmla="*/ 19 h 524"/>
                <a:gd name="T34" fmla="*/ 101 w 171"/>
                <a:gd name="T35" fmla="*/ 7 h 524"/>
                <a:gd name="T36" fmla="*/ 119 w 171"/>
                <a:gd name="T37" fmla="*/ 0 h 5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71" h="524">
                  <a:moveTo>
                    <a:pt x="119" y="0"/>
                  </a:moveTo>
                  <a:lnTo>
                    <a:pt x="136" y="0"/>
                  </a:lnTo>
                  <a:lnTo>
                    <a:pt x="154" y="9"/>
                  </a:lnTo>
                  <a:lnTo>
                    <a:pt x="166" y="21"/>
                  </a:lnTo>
                  <a:lnTo>
                    <a:pt x="171" y="37"/>
                  </a:lnTo>
                  <a:lnTo>
                    <a:pt x="171" y="56"/>
                  </a:lnTo>
                  <a:lnTo>
                    <a:pt x="91" y="489"/>
                  </a:lnTo>
                  <a:lnTo>
                    <a:pt x="84" y="506"/>
                  </a:lnTo>
                  <a:lnTo>
                    <a:pt x="70" y="517"/>
                  </a:lnTo>
                  <a:lnTo>
                    <a:pt x="54" y="524"/>
                  </a:lnTo>
                  <a:lnTo>
                    <a:pt x="37" y="524"/>
                  </a:lnTo>
                  <a:lnTo>
                    <a:pt x="19" y="517"/>
                  </a:lnTo>
                  <a:lnTo>
                    <a:pt x="7" y="503"/>
                  </a:lnTo>
                  <a:lnTo>
                    <a:pt x="0" y="487"/>
                  </a:lnTo>
                  <a:lnTo>
                    <a:pt x="2" y="468"/>
                  </a:lnTo>
                  <a:lnTo>
                    <a:pt x="82" y="35"/>
                  </a:lnTo>
                  <a:lnTo>
                    <a:pt x="89" y="19"/>
                  </a:lnTo>
                  <a:lnTo>
                    <a:pt x="101" y="7"/>
                  </a:lnTo>
                  <a:lnTo>
                    <a:pt x="11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3" name="Freeform 20"/>
            <p:cNvSpPr>
              <a:spLocks/>
            </p:cNvSpPr>
            <p:nvPr/>
          </p:nvSpPr>
          <p:spPr bwMode="auto">
            <a:xfrm>
              <a:off x="6733618" y="4625522"/>
              <a:ext cx="241924" cy="568283"/>
            </a:xfrm>
            <a:custGeom>
              <a:avLst/>
              <a:gdLst>
                <a:gd name="T0" fmla="*/ 206 w 255"/>
                <a:gd name="T1" fmla="*/ 0 h 599"/>
                <a:gd name="T2" fmla="*/ 226 w 255"/>
                <a:gd name="T3" fmla="*/ 4 h 599"/>
                <a:gd name="T4" fmla="*/ 241 w 255"/>
                <a:gd name="T5" fmla="*/ 13 h 599"/>
                <a:gd name="T6" fmla="*/ 252 w 255"/>
                <a:gd name="T7" fmla="*/ 27 h 599"/>
                <a:gd name="T8" fmla="*/ 255 w 255"/>
                <a:gd name="T9" fmla="*/ 44 h 599"/>
                <a:gd name="T10" fmla="*/ 254 w 255"/>
                <a:gd name="T11" fmla="*/ 62 h 599"/>
                <a:gd name="T12" fmla="*/ 90 w 255"/>
                <a:gd name="T13" fmla="*/ 569 h 599"/>
                <a:gd name="T14" fmla="*/ 81 w 255"/>
                <a:gd name="T15" fmla="*/ 585 h 599"/>
                <a:gd name="T16" fmla="*/ 65 w 255"/>
                <a:gd name="T17" fmla="*/ 596 h 599"/>
                <a:gd name="T18" fmla="*/ 49 w 255"/>
                <a:gd name="T19" fmla="*/ 599 h 599"/>
                <a:gd name="T20" fmla="*/ 30 w 255"/>
                <a:gd name="T21" fmla="*/ 597 h 599"/>
                <a:gd name="T22" fmla="*/ 14 w 255"/>
                <a:gd name="T23" fmla="*/ 587 h 599"/>
                <a:gd name="T24" fmla="*/ 4 w 255"/>
                <a:gd name="T25" fmla="*/ 573 h 599"/>
                <a:gd name="T26" fmla="*/ 0 w 255"/>
                <a:gd name="T27" fmla="*/ 556 h 599"/>
                <a:gd name="T28" fmla="*/ 2 w 255"/>
                <a:gd name="T29" fmla="*/ 538 h 599"/>
                <a:gd name="T30" fmla="*/ 166 w 255"/>
                <a:gd name="T31" fmla="*/ 30 h 599"/>
                <a:gd name="T32" fmla="*/ 175 w 255"/>
                <a:gd name="T33" fmla="*/ 16 h 599"/>
                <a:gd name="T34" fmla="*/ 191 w 255"/>
                <a:gd name="T35" fmla="*/ 6 h 599"/>
                <a:gd name="T36" fmla="*/ 206 w 255"/>
                <a:gd name="T37" fmla="*/ 0 h 5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55" h="599">
                  <a:moveTo>
                    <a:pt x="206" y="0"/>
                  </a:moveTo>
                  <a:lnTo>
                    <a:pt x="226" y="4"/>
                  </a:lnTo>
                  <a:lnTo>
                    <a:pt x="241" y="13"/>
                  </a:lnTo>
                  <a:lnTo>
                    <a:pt x="252" y="27"/>
                  </a:lnTo>
                  <a:lnTo>
                    <a:pt x="255" y="44"/>
                  </a:lnTo>
                  <a:lnTo>
                    <a:pt x="254" y="62"/>
                  </a:lnTo>
                  <a:lnTo>
                    <a:pt x="90" y="569"/>
                  </a:lnTo>
                  <a:lnTo>
                    <a:pt x="81" y="585"/>
                  </a:lnTo>
                  <a:lnTo>
                    <a:pt x="65" y="596"/>
                  </a:lnTo>
                  <a:lnTo>
                    <a:pt x="49" y="599"/>
                  </a:lnTo>
                  <a:lnTo>
                    <a:pt x="30" y="597"/>
                  </a:lnTo>
                  <a:lnTo>
                    <a:pt x="14" y="587"/>
                  </a:lnTo>
                  <a:lnTo>
                    <a:pt x="4" y="573"/>
                  </a:lnTo>
                  <a:lnTo>
                    <a:pt x="0" y="556"/>
                  </a:lnTo>
                  <a:lnTo>
                    <a:pt x="2" y="538"/>
                  </a:lnTo>
                  <a:lnTo>
                    <a:pt x="166" y="30"/>
                  </a:lnTo>
                  <a:lnTo>
                    <a:pt x="175" y="16"/>
                  </a:lnTo>
                  <a:lnTo>
                    <a:pt x="191" y="6"/>
                  </a:lnTo>
                  <a:lnTo>
                    <a:pt x="206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4" name="Freeform 21"/>
            <p:cNvSpPr>
              <a:spLocks/>
            </p:cNvSpPr>
            <p:nvPr/>
          </p:nvSpPr>
          <p:spPr bwMode="auto">
            <a:xfrm>
              <a:off x="7077055" y="4665368"/>
              <a:ext cx="333950" cy="621412"/>
            </a:xfrm>
            <a:custGeom>
              <a:avLst/>
              <a:gdLst>
                <a:gd name="T0" fmla="*/ 309 w 352"/>
                <a:gd name="T1" fmla="*/ 0 h 655"/>
                <a:gd name="T2" fmla="*/ 326 w 352"/>
                <a:gd name="T3" fmla="*/ 6 h 655"/>
                <a:gd name="T4" fmla="*/ 342 w 352"/>
                <a:gd name="T5" fmla="*/ 18 h 655"/>
                <a:gd name="T6" fmla="*/ 349 w 352"/>
                <a:gd name="T7" fmla="*/ 32 h 655"/>
                <a:gd name="T8" fmla="*/ 352 w 352"/>
                <a:gd name="T9" fmla="*/ 49 h 655"/>
                <a:gd name="T10" fmla="*/ 347 w 352"/>
                <a:gd name="T11" fmla="*/ 68 h 655"/>
                <a:gd name="T12" fmla="*/ 87 w 352"/>
                <a:gd name="T13" fmla="*/ 630 h 655"/>
                <a:gd name="T14" fmla="*/ 77 w 352"/>
                <a:gd name="T15" fmla="*/ 644 h 655"/>
                <a:gd name="T16" fmla="*/ 61 w 352"/>
                <a:gd name="T17" fmla="*/ 653 h 655"/>
                <a:gd name="T18" fmla="*/ 43 w 352"/>
                <a:gd name="T19" fmla="*/ 655 h 655"/>
                <a:gd name="T20" fmla="*/ 26 w 352"/>
                <a:gd name="T21" fmla="*/ 650 h 655"/>
                <a:gd name="T22" fmla="*/ 10 w 352"/>
                <a:gd name="T23" fmla="*/ 639 h 655"/>
                <a:gd name="T24" fmla="*/ 3 w 352"/>
                <a:gd name="T25" fmla="*/ 623 h 655"/>
                <a:gd name="T26" fmla="*/ 0 w 352"/>
                <a:gd name="T27" fmla="*/ 606 h 655"/>
                <a:gd name="T28" fmla="*/ 5 w 352"/>
                <a:gd name="T29" fmla="*/ 589 h 655"/>
                <a:gd name="T30" fmla="*/ 265 w 352"/>
                <a:gd name="T31" fmla="*/ 27 h 655"/>
                <a:gd name="T32" fmla="*/ 276 w 352"/>
                <a:gd name="T33" fmla="*/ 11 h 655"/>
                <a:gd name="T34" fmla="*/ 291 w 352"/>
                <a:gd name="T35" fmla="*/ 4 h 655"/>
                <a:gd name="T36" fmla="*/ 309 w 352"/>
                <a:gd name="T37" fmla="*/ 0 h 6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52" h="655">
                  <a:moveTo>
                    <a:pt x="309" y="0"/>
                  </a:moveTo>
                  <a:lnTo>
                    <a:pt x="326" y="6"/>
                  </a:lnTo>
                  <a:lnTo>
                    <a:pt x="342" y="18"/>
                  </a:lnTo>
                  <a:lnTo>
                    <a:pt x="349" y="32"/>
                  </a:lnTo>
                  <a:lnTo>
                    <a:pt x="352" y="49"/>
                  </a:lnTo>
                  <a:lnTo>
                    <a:pt x="347" y="68"/>
                  </a:lnTo>
                  <a:lnTo>
                    <a:pt x="87" y="630"/>
                  </a:lnTo>
                  <a:lnTo>
                    <a:pt x="77" y="644"/>
                  </a:lnTo>
                  <a:lnTo>
                    <a:pt x="61" y="653"/>
                  </a:lnTo>
                  <a:lnTo>
                    <a:pt x="43" y="655"/>
                  </a:lnTo>
                  <a:lnTo>
                    <a:pt x="26" y="650"/>
                  </a:lnTo>
                  <a:lnTo>
                    <a:pt x="10" y="639"/>
                  </a:lnTo>
                  <a:lnTo>
                    <a:pt x="3" y="623"/>
                  </a:lnTo>
                  <a:lnTo>
                    <a:pt x="0" y="606"/>
                  </a:lnTo>
                  <a:lnTo>
                    <a:pt x="5" y="589"/>
                  </a:lnTo>
                  <a:lnTo>
                    <a:pt x="265" y="27"/>
                  </a:lnTo>
                  <a:lnTo>
                    <a:pt x="276" y="11"/>
                  </a:lnTo>
                  <a:lnTo>
                    <a:pt x="291" y="4"/>
                  </a:lnTo>
                  <a:lnTo>
                    <a:pt x="30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5" name="Freeform 22"/>
            <p:cNvSpPr>
              <a:spLocks/>
            </p:cNvSpPr>
            <p:nvPr/>
          </p:nvSpPr>
          <p:spPr bwMode="auto">
            <a:xfrm>
              <a:off x="7414800" y="4764984"/>
              <a:ext cx="430719" cy="659361"/>
            </a:xfrm>
            <a:custGeom>
              <a:avLst/>
              <a:gdLst>
                <a:gd name="T0" fmla="*/ 417 w 454"/>
                <a:gd name="T1" fmla="*/ 0 h 695"/>
                <a:gd name="T2" fmla="*/ 433 w 454"/>
                <a:gd name="T3" fmla="*/ 7 h 695"/>
                <a:gd name="T4" fmla="*/ 447 w 454"/>
                <a:gd name="T5" fmla="*/ 21 h 695"/>
                <a:gd name="T6" fmla="*/ 454 w 454"/>
                <a:gd name="T7" fmla="*/ 37 h 695"/>
                <a:gd name="T8" fmla="*/ 454 w 454"/>
                <a:gd name="T9" fmla="*/ 54 h 695"/>
                <a:gd name="T10" fmla="*/ 447 w 454"/>
                <a:gd name="T11" fmla="*/ 72 h 695"/>
                <a:gd name="T12" fmla="*/ 84 w 454"/>
                <a:gd name="T13" fmla="*/ 676 h 695"/>
                <a:gd name="T14" fmla="*/ 70 w 454"/>
                <a:gd name="T15" fmla="*/ 688 h 695"/>
                <a:gd name="T16" fmla="*/ 54 w 454"/>
                <a:gd name="T17" fmla="*/ 695 h 695"/>
                <a:gd name="T18" fmla="*/ 37 w 454"/>
                <a:gd name="T19" fmla="*/ 695 h 695"/>
                <a:gd name="T20" fmla="*/ 19 w 454"/>
                <a:gd name="T21" fmla="*/ 688 h 695"/>
                <a:gd name="T22" fmla="*/ 7 w 454"/>
                <a:gd name="T23" fmla="*/ 676 h 695"/>
                <a:gd name="T24" fmla="*/ 0 w 454"/>
                <a:gd name="T25" fmla="*/ 660 h 695"/>
                <a:gd name="T26" fmla="*/ 0 w 454"/>
                <a:gd name="T27" fmla="*/ 642 h 695"/>
                <a:gd name="T28" fmla="*/ 7 w 454"/>
                <a:gd name="T29" fmla="*/ 625 h 695"/>
                <a:gd name="T30" fmla="*/ 370 w 454"/>
                <a:gd name="T31" fmla="*/ 21 h 695"/>
                <a:gd name="T32" fmla="*/ 382 w 454"/>
                <a:gd name="T33" fmla="*/ 7 h 695"/>
                <a:gd name="T34" fmla="*/ 400 w 454"/>
                <a:gd name="T35" fmla="*/ 0 h 695"/>
                <a:gd name="T36" fmla="*/ 417 w 454"/>
                <a:gd name="T37" fmla="*/ 0 h 6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454" h="695">
                  <a:moveTo>
                    <a:pt x="417" y="0"/>
                  </a:moveTo>
                  <a:lnTo>
                    <a:pt x="433" y="7"/>
                  </a:lnTo>
                  <a:lnTo>
                    <a:pt x="447" y="21"/>
                  </a:lnTo>
                  <a:lnTo>
                    <a:pt x="454" y="37"/>
                  </a:lnTo>
                  <a:lnTo>
                    <a:pt x="454" y="54"/>
                  </a:lnTo>
                  <a:lnTo>
                    <a:pt x="447" y="72"/>
                  </a:lnTo>
                  <a:lnTo>
                    <a:pt x="84" y="676"/>
                  </a:lnTo>
                  <a:lnTo>
                    <a:pt x="70" y="688"/>
                  </a:lnTo>
                  <a:lnTo>
                    <a:pt x="54" y="695"/>
                  </a:lnTo>
                  <a:lnTo>
                    <a:pt x="37" y="695"/>
                  </a:lnTo>
                  <a:lnTo>
                    <a:pt x="19" y="688"/>
                  </a:lnTo>
                  <a:lnTo>
                    <a:pt x="7" y="676"/>
                  </a:lnTo>
                  <a:lnTo>
                    <a:pt x="0" y="660"/>
                  </a:lnTo>
                  <a:lnTo>
                    <a:pt x="0" y="642"/>
                  </a:lnTo>
                  <a:lnTo>
                    <a:pt x="7" y="625"/>
                  </a:lnTo>
                  <a:lnTo>
                    <a:pt x="370" y="21"/>
                  </a:lnTo>
                  <a:lnTo>
                    <a:pt x="382" y="7"/>
                  </a:lnTo>
                  <a:lnTo>
                    <a:pt x="400" y="0"/>
                  </a:lnTo>
                  <a:lnTo>
                    <a:pt x="417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6" name="Freeform 23"/>
            <p:cNvSpPr>
              <a:spLocks/>
            </p:cNvSpPr>
            <p:nvPr/>
          </p:nvSpPr>
          <p:spPr bwMode="auto">
            <a:xfrm>
              <a:off x="7730724" y="4924369"/>
              <a:ext cx="543617" cy="680232"/>
            </a:xfrm>
            <a:custGeom>
              <a:avLst/>
              <a:gdLst>
                <a:gd name="T0" fmla="*/ 522 w 573"/>
                <a:gd name="T1" fmla="*/ 0 h 717"/>
                <a:gd name="T2" fmla="*/ 540 w 573"/>
                <a:gd name="T3" fmla="*/ 1 h 717"/>
                <a:gd name="T4" fmla="*/ 557 w 573"/>
                <a:gd name="T5" fmla="*/ 10 h 717"/>
                <a:gd name="T6" fmla="*/ 568 w 573"/>
                <a:gd name="T7" fmla="*/ 24 h 717"/>
                <a:gd name="T8" fmla="*/ 573 w 573"/>
                <a:gd name="T9" fmla="*/ 40 h 717"/>
                <a:gd name="T10" fmla="*/ 571 w 573"/>
                <a:gd name="T11" fmla="*/ 57 h 717"/>
                <a:gd name="T12" fmla="*/ 562 w 573"/>
                <a:gd name="T13" fmla="*/ 75 h 717"/>
                <a:gd name="T14" fmla="*/ 81 w 573"/>
                <a:gd name="T15" fmla="*/ 700 h 717"/>
                <a:gd name="T16" fmla="*/ 67 w 573"/>
                <a:gd name="T17" fmla="*/ 712 h 717"/>
                <a:gd name="T18" fmla="*/ 51 w 573"/>
                <a:gd name="T19" fmla="*/ 717 h 717"/>
                <a:gd name="T20" fmla="*/ 32 w 573"/>
                <a:gd name="T21" fmla="*/ 715 h 717"/>
                <a:gd name="T22" fmla="*/ 16 w 573"/>
                <a:gd name="T23" fmla="*/ 707 h 717"/>
                <a:gd name="T24" fmla="*/ 5 w 573"/>
                <a:gd name="T25" fmla="*/ 693 h 717"/>
                <a:gd name="T26" fmla="*/ 0 w 573"/>
                <a:gd name="T27" fmla="*/ 675 h 717"/>
                <a:gd name="T28" fmla="*/ 2 w 573"/>
                <a:gd name="T29" fmla="*/ 658 h 717"/>
                <a:gd name="T30" fmla="*/ 11 w 573"/>
                <a:gd name="T31" fmla="*/ 642 h 717"/>
                <a:gd name="T32" fmla="*/ 491 w 573"/>
                <a:gd name="T33" fmla="*/ 15 h 717"/>
                <a:gd name="T34" fmla="*/ 506 w 573"/>
                <a:gd name="T35" fmla="*/ 3 h 717"/>
                <a:gd name="T36" fmla="*/ 522 w 573"/>
                <a:gd name="T37" fmla="*/ 0 h 7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73" h="717">
                  <a:moveTo>
                    <a:pt x="522" y="0"/>
                  </a:moveTo>
                  <a:lnTo>
                    <a:pt x="540" y="1"/>
                  </a:lnTo>
                  <a:lnTo>
                    <a:pt x="557" y="10"/>
                  </a:lnTo>
                  <a:lnTo>
                    <a:pt x="568" y="24"/>
                  </a:lnTo>
                  <a:lnTo>
                    <a:pt x="573" y="40"/>
                  </a:lnTo>
                  <a:lnTo>
                    <a:pt x="571" y="57"/>
                  </a:lnTo>
                  <a:lnTo>
                    <a:pt x="562" y="75"/>
                  </a:lnTo>
                  <a:lnTo>
                    <a:pt x="81" y="700"/>
                  </a:lnTo>
                  <a:lnTo>
                    <a:pt x="67" y="712"/>
                  </a:lnTo>
                  <a:lnTo>
                    <a:pt x="51" y="717"/>
                  </a:lnTo>
                  <a:lnTo>
                    <a:pt x="32" y="715"/>
                  </a:lnTo>
                  <a:lnTo>
                    <a:pt x="16" y="707"/>
                  </a:lnTo>
                  <a:lnTo>
                    <a:pt x="5" y="693"/>
                  </a:lnTo>
                  <a:lnTo>
                    <a:pt x="0" y="675"/>
                  </a:lnTo>
                  <a:lnTo>
                    <a:pt x="2" y="658"/>
                  </a:lnTo>
                  <a:lnTo>
                    <a:pt x="11" y="642"/>
                  </a:lnTo>
                  <a:lnTo>
                    <a:pt x="491" y="15"/>
                  </a:lnTo>
                  <a:lnTo>
                    <a:pt x="506" y="3"/>
                  </a:lnTo>
                  <a:lnTo>
                    <a:pt x="522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96177" y="320634"/>
            <a:ext cx="6807148" cy="2543545"/>
          </a:xfrm>
        </p:spPr>
        <p:txBody>
          <a:bodyPr anchor="b"/>
          <a:lstStyle>
            <a:lvl1pPr>
              <a:lnSpc>
                <a:spcPct val="80000"/>
              </a:lnSpc>
              <a:defRPr sz="4400" baseline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96176" y="2924299"/>
            <a:ext cx="6814614" cy="1752600"/>
          </a:xfrm>
        </p:spPr>
        <p:txBody>
          <a:bodyPr/>
          <a:lstStyle>
            <a:lvl1pPr marL="0" indent="0" algn="l">
              <a:buNone/>
              <a:defRPr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1384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Picture 27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3086" b="1379"/>
          <a:stretch/>
        </p:blipFill>
        <p:spPr>
          <a:xfrm flipV="1">
            <a:off x="0" y="0"/>
            <a:ext cx="9144000" cy="5030078"/>
          </a:xfrm>
          <a:prstGeom prst="rect">
            <a:avLst/>
          </a:prstGeom>
        </p:spPr>
      </p:pic>
      <p:grpSp>
        <p:nvGrpSpPr>
          <p:cNvPr id="27" name="Group 26"/>
          <p:cNvGrpSpPr/>
          <p:nvPr/>
        </p:nvGrpSpPr>
        <p:grpSpPr>
          <a:xfrm>
            <a:off x="496176" y="5451818"/>
            <a:ext cx="3105481" cy="975083"/>
            <a:chOff x="2814452" y="4625522"/>
            <a:chExt cx="5459889" cy="1714337"/>
          </a:xfrm>
        </p:grpSpPr>
        <p:sp>
          <p:nvSpPr>
            <p:cNvPr id="9" name="Freeform 6"/>
            <p:cNvSpPr>
              <a:spLocks noEditPoints="1"/>
            </p:cNvSpPr>
            <p:nvPr/>
          </p:nvSpPr>
          <p:spPr bwMode="auto">
            <a:xfrm>
              <a:off x="2814452" y="5818063"/>
              <a:ext cx="523694" cy="508514"/>
            </a:xfrm>
            <a:custGeom>
              <a:avLst/>
              <a:gdLst>
                <a:gd name="T0" fmla="*/ 98 w 552"/>
                <a:gd name="T1" fmla="*/ 79 h 536"/>
                <a:gd name="T2" fmla="*/ 98 w 552"/>
                <a:gd name="T3" fmla="*/ 241 h 536"/>
                <a:gd name="T4" fmla="*/ 307 w 552"/>
                <a:gd name="T5" fmla="*/ 241 h 536"/>
                <a:gd name="T6" fmla="*/ 342 w 552"/>
                <a:gd name="T7" fmla="*/ 241 h 536"/>
                <a:gd name="T8" fmla="*/ 374 w 552"/>
                <a:gd name="T9" fmla="*/ 238 h 536"/>
                <a:gd name="T10" fmla="*/ 398 w 552"/>
                <a:gd name="T11" fmla="*/ 231 h 536"/>
                <a:gd name="T12" fmla="*/ 417 w 552"/>
                <a:gd name="T13" fmla="*/ 222 h 536"/>
                <a:gd name="T14" fmla="*/ 431 w 552"/>
                <a:gd name="T15" fmla="*/ 206 h 536"/>
                <a:gd name="T16" fmla="*/ 440 w 552"/>
                <a:gd name="T17" fmla="*/ 187 h 536"/>
                <a:gd name="T18" fmla="*/ 443 w 552"/>
                <a:gd name="T19" fmla="*/ 161 h 536"/>
                <a:gd name="T20" fmla="*/ 440 w 552"/>
                <a:gd name="T21" fmla="*/ 135 h 536"/>
                <a:gd name="T22" fmla="*/ 431 w 552"/>
                <a:gd name="T23" fmla="*/ 114 h 536"/>
                <a:gd name="T24" fmla="*/ 417 w 552"/>
                <a:gd name="T25" fmla="*/ 100 h 536"/>
                <a:gd name="T26" fmla="*/ 398 w 552"/>
                <a:gd name="T27" fmla="*/ 89 h 536"/>
                <a:gd name="T28" fmla="*/ 374 w 552"/>
                <a:gd name="T29" fmla="*/ 84 h 536"/>
                <a:gd name="T30" fmla="*/ 342 w 552"/>
                <a:gd name="T31" fmla="*/ 80 h 536"/>
                <a:gd name="T32" fmla="*/ 307 w 552"/>
                <a:gd name="T33" fmla="*/ 79 h 536"/>
                <a:gd name="T34" fmla="*/ 98 w 552"/>
                <a:gd name="T35" fmla="*/ 79 h 536"/>
                <a:gd name="T36" fmla="*/ 0 w 552"/>
                <a:gd name="T37" fmla="*/ 0 h 536"/>
                <a:gd name="T38" fmla="*/ 323 w 552"/>
                <a:gd name="T39" fmla="*/ 0 h 536"/>
                <a:gd name="T40" fmla="*/ 377 w 552"/>
                <a:gd name="T41" fmla="*/ 2 h 536"/>
                <a:gd name="T42" fmla="*/ 422 w 552"/>
                <a:gd name="T43" fmla="*/ 9 h 536"/>
                <a:gd name="T44" fmla="*/ 461 w 552"/>
                <a:gd name="T45" fmla="*/ 19 h 536"/>
                <a:gd name="T46" fmla="*/ 490 w 552"/>
                <a:gd name="T47" fmla="*/ 37 h 536"/>
                <a:gd name="T48" fmla="*/ 513 w 552"/>
                <a:gd name="T49" fmla="*/ 58 h 536"/>
                <a:gd name="T50" fmla="*/ 529 w 552"/>
                <a:gd name="T51" fmla="*/ 86 h 536"/>
                <a:gd name="T52" fmla="*/ 538 w 552"/>
                <a:gd name="T53" fmla="*/ 119 h 536"/>
                <a:gd name="T54" fmla="*/ 541 w 552"/>
                <a:gd name="T55" fmla="*/ 157 h 536"/>
                <a:gd name="T56" fmla="*/ 538 w 552"/>
                <a:gd name="T57" fmla="*/ 194 h 536"/>
                <a:gd name="T58" fmla="*/ 529 w 552"/>
                <a:gd name="T59" fmla="*/ 225 h 536"/>
                <a:gd name="T60" fmla="*/ 513 w 552"/>
                <a:gd name="T61" fmla="*/ 252 h 536"/>
                <a:gd name="T62" fmla="*/ 494 w 552"/>
                <a:gd name="T63" fmla="*/ 272 h 536"/>
                <a:gd name="T64" fmla="*/ 473 w 552"/>
                <a:gd name="T65" fmla="*/ 290 h 536"/>
                <a:gd name="T66" fmla="*/ 447 w 552"/>
                <a:gd name="T67" fmla="*/ 302 h 536"/>
                <a:gd name="T68" fmla="*/ 421 w 552"/>
                <a:gd name="T69" fmla="*/ 311 h 536"/>
                <a:gd name="T70" fmla="*/ 393 w 552"/>
                <a:gd name="T71" fmla="*/ 314 h 536"/>
                <a:gd name="T72" fmla="*/ 384 w 552"/>
                <a:gd name="T73" fmla="*/ 314 h 536"/>
                <a:gd name="T74" fmla="*/ 552 w 552"/>
                <a:gd name="T75" fmla="*/ 536 h 536"/>
                <a:gd name="T76" fmla="*/ 431 w 552"/>
                <a:gd name="T77" fmla="*/ 536 h 536"/>
                <a:gd name="T78" fmla="*/ 274 w 552"/>
                <a:gd name="T79" fmla="*/ 323 h 536"/>
                <a:gd name="T80" fmla="*/ 274 w 552"/>
                <a:gd name="T81" fmla="*/ 321 h 536"/>
                <a:gd name="T82" fmla="*/ 98 w 552"/>
                <a:gd name="T83" fmla="*/ 321 h 536"/>
                <a:gd name="T84" fmla="*/ 98 w 552"/>
                <a:gd name="T85" fmla="*/ 536 h 536"/>
                <a:gd name="T86" fmla="*/ 0 w 552"/>
                <a:gd name="T87" fmla="*/ 536 h 536"/>
                <a:gd name="T88" fmla="*/ 0 w 552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2" h="536">
                  <a:moveTo>
                    <a:pt x="98" y="79"/>
                  </a:moveTo>
                  <a:lnTo>
                    <a:pt x="98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4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4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8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61" y="19"/>
                  </a:lnTo>
                  <a:lnTo>
                    <a:pt x="490" y="37"/>
                  </a:lnTo>
                  <a:lnTo>
                    <a:pt x="513" y="58"/>
                  </a:lnTo>
                  <a:lnTo>
                    <a:pt x="529" y="86"/>
                  </a:lnTo>
                  <a:lnTo>
                    <a:pt x="538" y="119"/>
                  </a:lnTo>
                  <a:lnTo>
                    <a:pt x="541" y="157"/>
                  </a:lnTo>
                  <a:lnTo>
                    <a:pt x="538" y="194"/>
                  </a:lnTo>
                  <a:lnTo>
                    <a:pt x="529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3" y="290"/>
                  </a:lnTo>
                  <a:lnTo>
                    <a:pt x="447" y="302"/>
                  </a:lnTo>
                  <a:lnTo>
                    <a:pt x="421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2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4" y="321"/>
                  </a:lnTo>
                  <a:lnTo>
                    <a:pt x="98" y="321"/>
                  </a:lnTo>
                  <a:lnTo>
                    <a:pt x="9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" name="Freeform 7"/>
            <p:cNvSpPr>
              <a:spLocks/>
            </p:cNvSpPr>
            <p:nvPr/>
          </p:nvSpPr>
          <p:spPr bwMode="auto">
            <a:xfrm>
              <a:off x="3467172" y="5818063"/>
              <a:ext cx="462976" cy="508514"/>
            </a:xfrm>
            <a:custGeom>
              <a:avLst/>
              <a:gdLst>
                <a:gd name="T0" fmla="*/ 0 w 488"/>
                <a:gd name="T1" fmla="*/ 0 h 536"/>
                <a:gd name="T2" fmla="*/ 440 w 488"/>
                <a:gd name="T3" fmla="*/ 0 h 536"/>
                <a:gd name="T4" fmla="*/ 455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5 w 488"/>
                <a:gd name="T17" fmla="*/ 79 h 536"/>
                <a:gd name="T18" fmla="*/ 440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54 w 488"/>
                <a:gd name="T25" fmla="*/ 218 h 536"/>
                <a:gd name="T26" fmla="*/ 370 w 488"/>
                <a:gd name="T27" fmla="*/ 222 h 536"/>
                <a:gd name="T28" fmla="*/ 384 w 488"/>
                <a:gd name="T29" fmla="*/ 231 h 536"/>
                <a:gd name="T30" fmla="*/ 392 w 488"/>
                <a:gd name="T31" fmla="*/ 243 h 536"/>
                <a:gd name="T32" fmla="*/ 396 w 488"/>
                <a:gd name="T33" fmla="*/ 259 h 536"/>
                <a:gd name="T34" fmla="*/ 392 w 488"/>
                <a:gd name="T35" fmla="*/ 276 h 536"/>
                <a:gd name="T36" fmla="*/ 384 w 488"/>
                <a:gd name="T37" fmla="*/ 288 h 536"/>
                <a:gd name="T38" fmla="*/ 370 w 488"/>
                <a:gd name="T39" fmla="*/ 297 h 536"/>
                <a:gd name="T40" fmla="*/ 354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8 w 488"/>
                <a:gd name="T47" fmla="*/ 454 h 536"/>
                <a:gd name="T48" fmla="*/ 464 w 488"/>
                <a:gd name="T49" fmla="*/ 457 h 536"/>
                <a:gd name="T50" fmla="*/ 478 w 488"/>
                <a:gd name="T51" fmla="*/ 466 h 536"/>
                <a:gd name="T52" fmla="*/ 487 w 488"/>
                <a:gd name="T53" fmla="*/ 478 h 536"/>
                <a:gd name="T54" fmla="*/ 488 w 488"/>
                <a:gd name="T55" fmla="*/ 494 h 536"/>
                <a:gd name="T56" fmla="*/ 487 w 488"/>
                <a:gd name="T57" fmla="*/ 512 h 536"/>
                <a:gd name="T58" fmla="*/ 478 w 488"/>
                <a:gd name="T59" fmla="*/ 524 h 536"/>
                <a:gd name="T60" fmla="*/ 464 w 488"/>
                <a:gd name="T61" fmla="*/ 533 h 536"/>
                <a:gd name="T62" fmla="*/ 448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40" y="0"/>
                  </a:lnTo>
                  <a:lnTo>
                    <a:pt x="455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5" y="79"/>
                  </a:lnTo>
                  <a:lnTo>
                    <a:pt x="440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54" y="218"/>
                  </a:lnTo>
                  <a:lnTo>
                    <a:pt x="370" y="222"/>
                  </a:lnTo>
                  <a:lnTo>
                    <a:pt x="384" y="231"/>
                  </a:lnTo>
                  <a:lnTo>
                    <a:pt x="392" y="243"/>
                  </a:lnTo>
                  <a:lnTo>
                    <a:pt x="396" y="259"/>
                  </a:lnTo>
                  <a:lnTo>
                    <a:pt x="392" y="276"/>
                  </a:lnTo>
                  <a:lnTo>
                    <a:pt x="384" y="288"/>
                  </a:lnTo>
                  <a:lnTo>
                    <a:pt x="370" y="297"/>
                  </a:lnTo>
                  <a:lnTo>
                    <a:pt x="354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8" y="454"/>
                  </a:lnTo>
                  <a:lnTo>
                    <a:pt x="464" y="457"/>
                  </a:lnTo>
                  <a:lnTo>
                    <a:pt x="478" y="466"/>
                  </a:lnTo>
                  <a:lnTo>
                    <a:pt x="487" y="478"/>
                  </a:lnTo>
                  <a:lnTo>
                    <a:pt x="488" y="494"/>
                  </a:lnTo>
                  <a:lnTo>
                    <a:pt x="487" y="512"/>
                  </a:lnTo>
                  <a:lnTo>
                    <a:pt x="478" y="524"/>
                  </a:lnTo>
                  <a:lnTo>
                    <a:pt x="464" y="533"/>
                  </a:lnTo>
                  <a:lnTo>
                    <a:pt x="44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1" name="Freeform 8"/>
            <p:cNvSpPr>
              <a:spLocks/>
            </p:cNvSpPr>
            <p:nvPr/>
          </p:nvSpPr>
          <p:spPr bwMode="auto">
            <a:xfrm>
              <a:off x="4041148" y="5818063"/>
              <a:ext cx="541720" cy="508514"/>
            </a:xfrm>
            <a:custGeom>
              <a:avLst/>
              <a:gdLst>
                <a:gd name="T0" fmla="*/ 48 w 571"/>
                <a:gd name="T1" fmla="*/ 0 h 536"/>
                <a:gd name="T2" fmla="*/ 65 w 571"/>
                <a:gd name="T3" fmla="*/ 4 h 536"/>
                <a:gd name="T4" fmla="*/ 79 w 571"/>
                <a:gd name="T5" fmla="*/ 12 h 536"/>
                <a:gd name="T6" fmla="*/ 89 w 571"/>
                <a:gd name="T7" fmla="*/ 26 h 536"/>
                <a:gd name="T8" fmla="*/ 280 w 571"/>
                <a:gd name="T9" fmla="*/ 431 h 536"/>
                <a:gd name="T10" fmla="*/ 285 w 571"/>
                <a:gd name="T11" fmla="*/ 440 h 536"/>
                <a:gd name="T12" fmla="*/ 484 w 571"/>
                <a:gd name="T13" fmla="*/ 26 h 536"/>
                <a:gd name="T14" fmla="*/ 494 w 571"/>
                <a:gd name="T15" fmla="*/ 12 h 536"/>
                <a:gd name="T16" fmla="*/ 508 w 571"/>
                <a:gd name="T17" fmla="*/ 2 h 536"/>
                <a:gd name="T18" fmla="*/ 526 w 571"/>
                <a:gd name="T19" fmla="*/ 0 h 536"/>
                <a:gd name="T20" fmla="*/ 541 w 571"/>
                <a:gd name="T21" fmla="*/ 2 h 536"/>
                <a:gd name="T22" fmla="*/ 554 w 571"/>
                <a:gd name="T23" fmla="*/ 9 h 536"/>
                <a:gd name="T24" fmla="*/ 564 w 571"/>
                <a:gd name="T25" fmla="*/ 21 h 536"/>
                <a:gd name="T26" fmla="*/ 571 w 571"/>
                <a:gd name="T27" fmla="*/ 35 h 536"/>
                <a:gd name="T28" fmla="*/ 571 w 571"/>
                <a:gd name="T29" fmla="*/ 51 h 536"/>
                <a:gd name="T30" fmla="*/ 568 w 571"/>
                <a:gd name="T31" fmla="*/ 67 h 536"/>
                <a:gd name="T32" fmla="*/ 337 w 571"/>
                <a:gd name="T33" fmla="*/ 536 h 536"/>
                <a:gd name="T34" fmla="*/ 233 w 571"/>
                <a:gd name="T35" fmla="*/ 536 h 536"/>
                <a:gd name="T36" fmla="*/ 6 w 571"/>
                <a:gd name="T37" fmla="*/ 67 h 536"/>
                <a:gd name="T38" fmla="*/ 0 w 571"/>
                <a:gd name="T39" fmla="*/ 51 h 536"/>
                <a:gd name="T40" fmla="*/ 2 w 571"/>
                <a:gd name="T41" fmla="*/ 35 h 536"/>
                <a:gd name="T42" fmla="*/ 7 w 571"/>
                <a:gd name="T43" fmla="*/ 21 h 536"/>
                <a:gd name="T44" fmla="*/ 18 w 571"/>
                <a:gd name="T45" fmla="*/ 9 h 536"/>
                <a:gd name="T46" fmla="*/ 32 w 571"/>
                <a:gd name="T47" fmla="*/ 2 h 536"/>
                <a:gd name="T48" fmla="*/ 48 w 571"/>
                <a:gd name="T4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571" h="536">
                  <a:moveTo>
                    <a:pt x="48" y="0"/>
                  </a:moveTo>
                  <a:lnTo>
                    <a:pt x="65" y="4"/>
                  </a:lnTo>
                  <a:lnTo>
                    <a:pt x="79" y="12"/>
                  </a:lnTo>
                  <a:lnTo>
                    <a:pt x="89" y="26"/>
                  </a:lnTo>
                  <a:lnTo>
                    <a:pt x="280" y="431"/>
                  </a:lnTo>
                  <a:lnTo>
                    <a:pt x="285" y="440"/>
                  </a:lnTo>
                  <a:lnTo>
                    <a:pt x="484" y="26"/>
                  </a:lnTo>
                  <a:lnTo>
                    <a:pt x="494" y="12"/>
                  </a:lnTo>
                  <a:lnTo>
                    <a:pt x="508" y="2"/>
                  </a:lnTo>
                  <a:lnTo>
                    <a:pt x="526" y="0"/>
                  </a:lnTo>
                  <a:lnTo>
                    <a:pt x="541" y="2"/>
                  </a:lnTo>
                  <a:lnTo>
                    <a:pt x="554" y="9"/>
                  </a:lnTo>
                  <a:lnTo>
                    <a:pt x="564" y="21"/>
                  </a:lnTo>
                  <a:lnTo>
                    <a:pt x="571" y="35"/>
                  </a:lnTo>
                  <a:lnTo>
                    <a:pt x="571" y="51"/>
                  </a:lnTo>
                  <a:lnTo>
                    <a:pt x="568" y="67"/>
                  </a:lnTo>
                  <a:lnTo>
                    <a:pt x="337" y="536"/>
                  </a:lnTo>
                  <a:lnTo>
                    <a:pt x="233" y="536"/>
                  </a:lnTo>
                  <a:lnTo>
                    <a:pt x="6" y="67"/>
                  </a:lnTo>
                  <a:lnTo>
                    <a:pt x="0" y="51"/>
                  </a:lnTo>
                  <a:lnTo>
                    <a:pt x="2" y="35"/>
                  </a:lnTo>
                  <a:lnTo>
                    <a:pt x="7" y="21"/>
                  </a:lnTo>
                  <a:lnTo>
                    <a:pt x="18" y="9"/>
                  </a:lnTo>
                  <a:lnTo>
                    <a:pt x="32" y="2"/>
                  </a:lnTo>
                  <a:lnTo>
                    <a:pt x="48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9"/>
            <p:cNvSpPr>
              <a:spLocks noEditPoints="1"/>
            </p:cNvSpPr>
            <p:nvPr/>
          </p:nvSpPr>
          <p:spPr bwMode="auto">
            <a:xfrm>
              <a:off x="4582868" y="5818063"/>
              <a:ext cx="608130" cy="508514"/>
            </a:xfrm>
            <a:custGeom>
              <a:avLst/>
              <a:gdLst>
                <a:gd name="T0" fmla="*/ 321 w 641"/>
                <a:gd name="T1" fmla="*/ 70 h 536"/>
                <a:gd name="T2" fmla="*/ 201 w 641"/>
                <a:gd name="T3" fmla="*/ 328 h 536"/>
                <a:gd name="T4" fmla="*/ 443 w 641"/>
                <a:gd name="T5" fmla="*/ 328 h 536"/>
                <a:gd name="T6" fmla="*/ 321 w 641"/>
                <a:gd name="T7" fmla="*/ 70 h 536"/>
                <a:gd name="T8" fmla="*/ 264 w 641"/>
                <a:gd name="T9" fmla="*/ 0 h 536"/>
                <a:gd name="T10" fmla="*/ 381 w 641"/>
                <a:gd name="T11" fmla="*/ 0 h 536"/>
                <a:gd name="T12" fmla="*/ 641 w 641"/>
                <a:gd name="T13" fmla="*/ 536 h 536"/>
                <a:gd name="T14" fmla="*/ 538 w 641"/>
                <a:gd name="T15" fmla="*/ 536 h 536"/>
                <a:gd name="T16" fmla="*/ 482 w 641"/>
                <a:gd name="T17" fmla="*/ 414 h 536"/>
                <a:gd name="T18" fmla="*/ 480 w 641"/>
                <a:gd name="T19" fmla="*/ 410 h 536"/>
                <a:gd name="T20" fmla="*/ 161 w 641"/>
                <a:gd name="T21" fmla="*/ 410 h 536"/>
                <a:gd name="T22" fmla="*/ 103 w 641"/>
                <a:gd name="T23" fmla="*/ 536 h 536"/>
                <a:gd name="T24" fmla="*/ 0 w 641"/>
                <a:gd name="T25" fmla="*/ 536 h 536"/>
                <a:gd name="T26" fmla="*/ 264 w 641"/>
                <a:gd name="T2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1" h="536">
                  <a:moveTo>
                    <a:pt x="321" y="70"/>
                  </a:moveTo>
                  <a:lnTo>
                    <a:pt x="201" y="328"/>
                  </a:lnTo>
                  <a:lnTo>
                    <a:pt x="443" y="328"/>
                  </a:lnTo>
                  <a:lnTo>
                    <a:pt x="321" y="70"/>
                  </a:lnTo>
                  <a:close/>
                  <a:moveTo>
                    <a:pt x="264" y="0"/>
                  </a:moveTo>
                  <a:lnTo>
                    <a:pt x="381" y="0"/>
                  </a:lnTo>
                  <a:lnTo>
                    <a:pt x="641" y="536"/>
                  </a:lnTo>
                  <a:lnTo>
                    <a:pt x="538" y="536"/>
                  </a:lnTo>
                  <a:lnTo>
                    <a:pt x="482" y="414"/>
                  </a:lnTo>
                  <a:lnTo>
                    <a:pt x="480" y="410"/>
                  </a:lnTo>
                  <a:lnTo>
                    <a:pt x="161" y="410"/>
                  </a:lnTo>
                  <a:lnTo>
                    <a:pt x="103" y="536"/>
                  </a:lnTo>
                  <a:lnTo>
                    <a:pt x="0" y="536"/>
                  </a:lnTo>
                  <a:lnTo>
                    <a:pt x="264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10"/>
            <p:cNvSpPr>
              <a:spLocks/>
            </p:cNvSpPr>
            <p:nvPr/>
          </p:nvSpPr>
          <p:spPr bwMode="auto">
            <a:xfrm>
              <a:off x="5169177" y="5818063"/>
              <a:ext cx="555002" cy="508514"/>
            </a:xfrm>
            <a:custGeom>
              <a:avLst/>
              <a:gdLst>
                <a:gd name="T0" fmla="*/ 42 w 585"/>
                <a:gd name="T1" fmla="*/ 0 h 536"/>
                <a:gd name="T2" fmla="*/ 545 w 585"/>
                <a:gd name="T3" fmla="*/ 0 h 536"/>
                <a:gd name="T4" fmla="*/ 560 w 585"/>
                <a:gd name="T5" fmla="*/ 2 h 536"/>
                <a:gd name="T6" fmla="*/ 574 w 585"/>
                <a:gd name="T7" fmla="*/ 12 h 536"/>
                <a:gd name="T8" fmla="*/ 583 w 585"/>
                <a:gd name="T9" fmla="*/ 25 h 536"/>
                <a:gd name="T10" fmla="*/ 585 w 585"/>
                <a:gd name="T11" fmla="*/ 40 h 536"/>
                <a:gd name="T12" fmla="*/ 583 w 585"/>
                <a:gd name="T13" fmla="*/ 56 h 536"/>
                <a:gd name="T14" fmla="*/ 574 w 585"/>
                <a:gd name="T15" fmla="*/ 70 h 536"/>
                <a:gd name="T16" fmla="*/ 560 w 585"/>
                <a:gd name="T17" fmla="*/ 79 h 536"/>
                <a:gd name="T18" fmla="*/ 545 w 585"/>
                <a:gd name="T19" fmla="*/ 82 h 536"/>
                <a:gd name="T20" fmla="*/ 342 w 585"/>
                <a:gd name="T21" fmla="*/ 82 h 536"/>
                <a:gd name="T22" fmla="*/ 342 w 585"/>
                <a:gd name="T23" fmla="*/ 536 h 536"/>
                <a:gd name="T24" fmla="*/ 244 w 585"/>
                <a:gd name="T25" fmla="*/ 536 h 536"/>
                <a:gd name="T26" fmla="*/ 244 w 585"/>
                <a:gd name="T27" fmla="*/ 82 h 536"/>
                <a:gd name="T28" fmla="*/ 42 w 585"/>
                <a:gd name="T29" fmla="*/ 82 h 536"/>
                <a:gd name="T30" fmla="*/ 26 w 585"/>
                <a:gd name="T31" fmla="*/ 79 h 536"/>
                <a:gd name="T32" fmla="*/ 12 w 585"/>
                <a:gd name="T33" fmla="*/ 70 h 536"/>
                <a:gd name="T34" fmla="*/ 4 w 585"/>
                <a:gd name="T35" fmla="*/ 56 h 536"/>
                <a:gd name="T36" fmla="*/ 0 w 585"/>
                <a:gd name="T37" fmla="*/ 40 h 536"/>
                <a:gd name="T38" fmla="*/ 4 w 585"/>
                <a:gd name="T39" fmla="*/ 25 h 536"/>
                <a:gd name="T40" fmla="*/ 12 w 585"/>
                <a:gd name="T41" fmla="*/ 12 h 536"/>
                <a:gd name="T42" fmla="*/ 26 w 585"/>
                <a:gd name="T43" fmla="*/ 2 h 536"/>
                <a:gd name="T44" fmla="*/ 42 w 585"/>
                <a:gd name="T45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585" h="536">
                  <a:moveTo>
                    <a:pt x="42" y="0"/>
                  </a:moveTo>
                  <a:lnTo>
                    <a:pt x="545" y="0"/>
                  </a:lnTo>
                  <a:lnTo>
                    <a:pt x="560" y="2"/>
                  </a:lnTo>
                  <a:lnTo>
                    <a:pt x="574" y="12"/>
                  </a:lnTo>
                  <a:lnTo>
                    <a:pt x="583" y="25"/>
                  </a:lnTo>
                  <a:lnTo>
                    <a:pt x="585" y="40"/>
                  </a:lnTo>
                  <a:lnTo>
                    <a:pt x="583" y="56"/>
                  </a:lnTo>
                  <a:lnTo>
                    <a:pt x="574" y="70"/>
                  </a:lnTo>
                  <a:lnTo>
                    <a:pt x="560" y="79"/>
                  </a:lnTo>
                  <a:lnTo>
                    <a:pt x="545" y="82"/>
                  </a:lnTo>
                  <a:lnTo>
                    <a:pt x="342" y="82"/>
                  </a:lnTo>
                  <a:lnTo>
                    <a:pt x="342" y="536"/>
                  </a:lnTo>
                  <a:lnTo>
                    <a:pt x="244" y="536"/>
                  </a:lnTo>
                  <a:lnTo>
                    <a:pt x="244" y="82"/>
                  </a:lnTo>
                  <a:lnTo>
                    <a:pt x="42" y="82"/>
                  </a:lnTo>
                  <a:lnTo>
                    <a:pt x="26" y="79"/>
                  </a:lnTo>
                  <a:lnTo>
                    <a:pt x="12" y="70"/>
                  </a:lnTo>
                  <a:lnTo>
                    <a:pt x="4" y="56"/>
                  </a:lnTo>
                  <a:lnTo>
                    <a:pt x="0" y="40"/>
                  </a:lnTo>
                  <a:lnTo>
                    <a:pt x="4" y="25"/>
                  </a:lnTo>
                  <a:lnTo>
                    <a:pt x="12" y="12"/>
                  </a:lnTo>
                  <a:lnTo>
                    <a:pt x="26" y="2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11"/>
            <p:cNvSpPr>
              <a:spLocks/>
            </p:cNvSpPr>
            <p:nvPr/>
          </p:nvSpPr>
          <p:spPr bwMode="auto">
            <a:xfrm>
              <a:off x="5831384" y="5818063"/>
              <a:ext cx="541720" cy="521796"/>
            </a:xfrm>
            <a:custGeom>
              <a:avLst/>
              <a:gdLst>
                <a:gd name="T0" fmla="*/ 49 w 571"/>
                <a:gd name="T1" fmla="*/ 0 h 550"/>
                <a:gd name="T2" fmla="*/ 68 w 571"/>
                <a:gd name="T3" fmla="*/ 4 h 550"/>
                <a:gd name="T4" fmla="*/ 84 w 571"/>
                <a:gd name="T5" fmla="*/ 14 h 550"/>
                <a:gd name="T6" fmla="*/ 94 w 571"/>
                <a:gd name="T7" fmla="*/ 30 h 550"/>
                <a:gd name="T8" fmla="*/ 98 w 571"/>
                <a:gd name="T9" fmla="*/ 49 h 550"/>
                <a:gd name="T10" fmla="*/ 98 w 571"/>
                <a:gd name="T11" fmla="*/ 299 h 550"/>
                <a:gd name="T12" fmla="*/ 98 w 571"/>
                <a:gd name="T13" fmla="*/ 320 h 550"/>
                <a:gd name="T14" fmla="*/ 101 w 571"/>
                <a:gd name="T15" fmla="*/ 342 h 550"/>
                <a:gd name="T16" fmla="*/ 105 w 571"/>
                <a:gd name="T17" fmla="*/ 363 h 550"/>
                <a:gd name="T18" fmla="*/ 112 w 571"/>
                <a:gd name="T19" fmla="*/ 384 h 550"/>
                <a:gd name="T20" fmla="*/ 122 w 571"/>
                <a:gd name="T21" fmla="*/ 403 h 550"/>
                <a:gd name="T22" fmla="*/ 136 w 571"/>
                <a:gd name="T23" fmla="*/ 421 h 550"/>
                <a:gd name="T24" fmla="*/ 156 w 571"/>
                <a:gd name="T25" fmla="*/ 437 h 550"/>
                <a:gd name="T26" fmla="*/ 180 w 571"/>
                <a:gd name="T27" fmla="*/ 449 h 550"/>
                <a:gd name="T28" fmla="*/ 208 w 571"/>
                <a:gd name="T29" fmla="*/ 459 h 550"/>
                <a:gd name="T30" fmla="*/ 245 w 571"/>
                <a:gd name="T31" fmla="*/ 464 h 550"/>
                <a:gd name="T32" fmla="*/ 286 w 571"/>
                <a:gd name="T33" fmla="*/ 466 h 550"/>
                <a:gd name="T34" fmla="*/ 328 w 571"/>
                <a:gd name="T35" fmla="*/ 464 h 550"/>
                <a:gd name="T36" fmla="*/ 363 w 571"/>
                <a:gd name="T37" fmla="*/ 459 h 550"/>
                <a:gd name="T38" fmla="*/ 391 w 571"/>
                <a:gd name="T39" fmla="*/ 449 h 550"/>
                <a:gd name="T40" fmla="*/ 416 w 571"/>
                <a:gd name="T41" fmla="*/ 437 h 550"/>
                <a:gd name="T42" fmla="*/ 435 w 571"/>
                <a:gd name="T43" fmla="*/ 421 h 550"/>
                <a:gd name="T44" fmla="*/ 449 w 571"/>
                <a:gd name="T45" fmla="*/ 403 h 550"/>
                <a:gd name="T46" fmla="*/ 459 w 571"/>
                <a:gd name="T47" fmla="*/ 384 h 550"/>
                <a:gd name="T48" fmla="*/ 466 w 571"/>
                <a:gd name="T49" fmla="*/ 363 h 550"/>
                <a:gd name="T50" fmla="*/ 470 w 571"/>
                <a:gd name="T51" fmla="*/ 342 h 550"/>
                <a:gd name="T52" fmla="*/ 473 w 571"/>
                <a:gd name="T53" fmla="*/ 320 h 550"/>
                <a:gd name="T54" fmla="*/ 473 w 571"/>
                <a:gd name="T55" fmla="*/ 299 h 550"/>
                <a:gd name="T56" fmla="*/ 473 w 571"/>
                <a:gd name="T57" fmla="*/ 49 h 550"/>
                <a:gd name="T58" fmla="*/ 477 w 571"/>
                <a:gd name="T59" fmla="*/ 30 h 550"/>
                <a:gd name="T60" fmla="*/ 487 w 571"/>
                <a:gd name="T61" fmla="*/ 14 h 550"/>
                <a:gd name="T62" fmla="*/ 503 w 571"/>
                <a:gd name="T63" fmla="*/ 4 h 550"/>
                <a:gd name="T64" fmla="*/ 522 w 571"/>
                <a:gd name="T65" fmla="*/ 0 h 550"/>
                <a:gd name="T66" fmla="*/ 541 w 571"/>
                <a:gd name="T67" fmla="*/ 4 h 550"/>
                <a:gd name="T68" fmla="*/ 557 w 571"/>
                <a:gd name="T69" fmla="*/ 14 h 550"/>
                <a:gd name="T70" fmla="*/ 567 w 571"/>
                <a:gd name="T71" fmla="*/ 30 h 550"/>
                <a:gd name="T72" fmla="*/ 571 w 571"/>
                <a:gd name="T73" fmla="*/ 49 h 550"/>
                <a:gd name="T74" fmla="*/ 571 w 571"/>
                <a:gd name="T75" fmla="*/ 306 h 550"/>
                <a:gd name="T76" fmla="*/ 567 w 571"/>
                <a:gd name="T77" fmla="*/ 358 h 550"/>
                <a:gd name="T78" fmla="*/ 557 w 571"/>
                <a:gd name="T79" fmla="*/ 402 h 550"/>
                <a:gd name="T80" fmla="*/ 540 w 571"/>
                <a:gd name="T81" fmla="*/ 442 h 550"/>
                <a:gd name="T82" fmla="*/ 513 w 571"/>
                <a:gd name="T83" fmla="*/ 475 h 550"/>
                <a:gd name="T84" fmla="*/ 482 w 571"/>
                <a:gd name="T85" fmla="*/ 501 h 550"/>
                <a:gd name="T86" fmla="*/ 444 w 571"/>
                <a:gd name="T87" fmla="*/ 522 h 550"/>
                <a:gd name="T88" fmla="*/ 398 w 571"/>
                <a:gd name="T89" fmla="*/ 538 h 550"/>
                <a:gd name="T90" fmla="*/ 346 w 571"/>
                <a:gd name="T91" fmla="*/ 547 h 550"/>
                <a:gd name="T92" fmla="*/ 286 w 571"/>
                <a:gd name="T93" fmla="*/ 550 h 550"/>
                <a:gd name="T94" fmla="*/ 225 w 571"/>
                <a:gd name="T95" fmla="*/ 547 h 550"/>
                <a:gd name="T96" fmla="*/ 173 w 571"/>
                <a:gd name="T97" fmla="*/ 538 h 550"/>
                <a:gd name="T98" fmla="*/ 128 w 571"/>
                <a:gd name="T99" fmla="*/ 522 h 550"/>
                <a:gd name="T100" fmla="*/ 89 w 571"/>
                <a:gd name="T101" fmla="*/ 501 h 550"/>
                <a:gd name="T102" fmla="*/ 58 w 571"/>
                <a:gd name="T103" fmla="*/ 475 h 550"/>
                <a:gd name="T104" fmla="*/ 32 w 571"/>
                <a:gd name="T105" fmla="*/ 442 h 550"/>
                <a:gd name="T106" fmla="*/ 14 w 571"/>
                <a:gd name="T107" fmla="*/ 402 h 550"/>
                <a:gd name="T108" fmla="*/ 4 w 571"/>
                <a:gd name="T109" fmla="*/ 358 h 550"/>
                <a:gd name="T110" fmla="*/ 0 w 571"/>
                <a:gd name="T111" fmla="*/ 306 h 550"/>
                <a:gd name="T112" fmla="*/ 0 w 571"/>
                <a:gd name="T113" fmla="*/ 49 h 550"/>
                <a:gd name="T114" fmla="*/ 4 w 571"/>
                <a:gd name="T115" fmla="*/ 30 h 550"/>
                <a:gd name="T116" fmla="*/ 14 w 571"/>
                <a:gd name="T117" fmla="*/ 14 h 550"/>
                <a:gd name="T118" fmla="*/ 30 w 571"/>
                <a:gd name="T119" fmla="*/ 4 h 550"/>
                <a:gd name="T120" fmla="*/ 49 w 571"/>
                <a:gd name="T121" fmla="*/ 0 h 5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571" h="550">
                  <a:moveTo>
                    <a:pt x="49" y="0"/>
                  </a:moveTo>
                  <a:lnTo>
                    <a:pt x="68" y="4"/>
                  </a:lnTo>
                  <a:lnTo>
                    <a:pt x="84" y="14"/>
                  </a:lnTo>
                  <a:lnTo>
                    <a:pt x="94" y="30"/>
                  </a:lnTo>
                  <a:lnTo>
                    <a:pt x="98" y="49"/>
                  </a:lnTo>
                  <a:lnTo>
                    <a:pt x="98" y="299"/>
                  </a:lnTo>
                  <a:lnTo>
                    <a:pt x="98" y="320"/>
                  </a:lnTo>
                  <a:lnTo>
                    <a:pt x="101" y="342"/>
                  </a:lnTo>
                  <a:lnTo>
                    <a:pt x="105" y="363"/>
                  </a:lnTo>
                  <a:lnTo>
                    <a:pt x="112" y="384"/>
                  </a:lnTo>
                  <a:lnTo>
                    <a:pt x="122" y="403"/>
                  </a:lnTo>
                  <a:lnTo>
                    <a:pt x="136" y="421"/>
                  </a:lnTo>
                  <a:lnTo>
                    <a:pt x="156" y="437"/>
                  </a:lnTo>
                  <a:lnTo>
                    <a:pt x="180" y="449"/>
                  </a:lnTo>
                  <a:lnTo>
                    <a:pt x="208" y="459"/>
                  </a:lnTo>
                  <a:lnTo>
                    <a:pt x="245" y="464"/>
                  </a:lnTo>
                  <a:lnTo>
                    <a:pt x="286" y="466"/>
                  </a:lnTo>
                  <a:lnTo>
                    <a:pt x="328" y="464"/>
                  </a:lnTo>
                  <a:lnTo>
                    <a:pt x="363" y="459"/>
                  </a:lnTo>
                  <a:lnTo>
                    <a:pt x="391" y="449"/>
                  </a:lnTo>
                  <a:lnTo>
                    <a:pt x="416" y="437"/>
                  </a:lnTo>
                  <a:lnTo>
                    <a:pt x="435" y="421"/>
                  </a:lnTo>
                  <a:lnTo>
                    <a:pt x="449" y="403"/>
                  </a:lnTo>
                  <a:lnTo>
                    <a:pt x="459" y="384"/>
                  </a:lnTo>
                  <a:lnTo>
                    <a:pt x="466" y="363"/>
                  </a:lnTo>
                  <a:lnTo>
                    <a:pt x="470" y="342"/>
                  </a:lnTo>
                  <a:lnTo>
                    <a:pt x="473" y="320"/>
                  </a:lnTo>
                  <a:lnTo>
                    <a:pt x="473" y="299"/>
                  </a:lnTo>
                  <a:lnTo>
                    <a:pt x="473" y="49"/>
                  </a:lnTo>
                  <a:lnTo>
                    <a:pt x="477" y="30"/>
                  </a:lnTo>
                  <a:lnTo>
                    <a:pt x="487" y="14"/>
                  </a:lnTo>
                  <a:lnTo>
                    <a:pt x="503" y="4"/>
                  </a:lnTo>
                  <a:lnTo>
                    <a:pt x="522" y="0"/>
                  </a:lnTo>
                  <a:lnTo>
                    <a:pt x="541" y="4"/>
                  </a:lnTo>
                  <a:lnTo>
                    <a:pt x="557" y="14"/>
                  </a:lnTo>
                  <a:lnTo>
                    <a:pt x="567" y="30"/>
                  </a:lnTo>
                  <a:lnTo>
                    <a:pt x="571" y="49"/>
                  </a:lnTo>
                  <a:lnTo>
                    <a:pt x="571" y="306"/>
                  </a:lnTo>
                  <a:lnTo>
                    <a:pt x="567" y="358"/>
                  </a:lnTo>
                  <a:lnTo>
                    <a:pt x="557" y="402"/>
                  </a:lnTo>
                  <a:lnTo>
                    <a:pt x="540" y="442"/>
                  </a:lnTo>
                  <a:lnTo>
                    <a:pt x="513" y="475"/>
                  </a:lnTo>
                  <a:lnTo>
                    <a:pt x="482" y="501"/>
                  </a:lnTo>
                  <a:lnTo>
                    <a:pt x="444" y="522"/>
                  </a:lnTo>
                  <a:lnTo>
                    <a:pt x="398" y="538"/>
                  </a:lnTo>
                  <a:lnTo>
                    <a:pt x="346" y="547"/>
                  </a:lnTo>
                  <a:lnTo>
                    <a:pt x="286" y="550"/>
                  </a:lnTo>
                  <a:lnTo>
                    <a:pt x="225" y="547"/>
                  </a:lnTo>
                  <a:lnTo>
                    <a:pt x="173" y="538"/>
                  </a:lnTo>
                  <a:lnTo>
                    <a:pt x="128" y="522"/>
                  </a:lnTo>
                  <a:lnTo>
                    <a:pt x="89" y="501"/>
                  </a:lnTo>
                  <a:lnTo>
                    <a:pt x="58" y="475"/>
                  </a:lnTo>
                  <a:lnTo>
                    <a:pt x="32" y="442"/>
                  </a:lnTo>
                  <a:lnTo>
                    <a:pt x="14" y="402"/>
                  </a:lnTo>
                  <a:lnTo>
                    <a:pt x="4" y="358"/>
                  </a:lnTo>
                  <a:lnTo>
                    <a:pt x="0" y="306"/>
                  </a:lnTo>
                  <a:lnTo>
                    <a:pt x="0" y="49"/>
                  </a:lnTo>
                  <a:lnTo>
                    <a:pt x="4" y="30"/>
                  </a:lnTo>
                  <a:lnTo>
                    <a:pt x="14" y="14"/>
                  </a:lnTo>
                  <a:lnTo>
                    <a:pt x="30" y="4"/>
                  </a:lnTo>
                  <a:lnTo>
                    <a:pt x="49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2"/>
            <p:cNvSpPr>
              <a:spLocks noEditPoints="1"/>
            </p:cNvSpPr>
            <p:nvPr/>
          </p:nvSpPr>
          <p:spPr bwMode="auto">
            <a:xfrm>
              <a:off x="6530592" y="5818063"/>
              <a:ext cx="521796" cy="508514"/>
            </a:xfrm>
            <a:custGeom>
              <a:avLst/>
              <a:gdLst>
                <a:gd name="T0" fmla="*/ 96 w 550"/>
                <a:gd name="T1" fmla="*/ 79 h 536"/>
                <a:gd name="T2" fmla="*/ 96 w 550"/>
                <a:gd name="T3" fmla="*/ 241 h 536"/>
                <a:gd name="T4" fmla="*/ 307 w 550"/>
                <a:gd name="T5" fmla="*/ 241 h 536"/>
                <a:gd name="T6" fmla="*/ 342 w 550"/>
                <a:gd name="T7" fmla="*/ 241 h 536"/>
                <a:gd name="T8" fmla="*/ 372 w 550"/>
                <a:gd name="T9" fmla="*/ 238 h 536"/>
                <a:gd name="T10" fmla="*/ 398 w 550"/>
                <a:gd name="T11" fmla="*/ 231 h 536"/>
                <a:gd name="T12" fmla="*/ 417 w 550"/>
                <a:gd name="T13" fmla="*/ 222 h 536"/>
                <a:gd name="T14" fmla="*/ 431 w 550"/>
                <a:gd name="T15" fmla="*/ 206 h 536"/>
                <a:gd name="T16" fmla="*/ 440 w 550"/>
                <a:gd name="T17" fmla="*/ 187 h 536"/>
                <a:gd name="T18" fmla="*/ 443 w 550"/>
                <a:gd name="T19" fmla="*/ 161 h 536"/>
                <a:gd name="T20" fmla="*/ 440 w 550"/>
                <a:gd name="T21" fmla="*/ 135 h 536"/>
                <a:gd name="T22" fmla="*/ 431 w 550"/>
                <a:gd name="T23" fmla="*/ 114 h 536"/>
                <a:gd name="T24" fmla="*/ 417 w 550"/>
                <a:gd name="T25" fmla="*/ 100 h 536"/>
                <a:gd name="T26" fmla="*/ 398 w 550"/>
                <a:gd name="T27" fmla="*/ 89 h 536"/>
                <a:gd name="T28" fmla="*/ 372 w 550"/>
                <a:gd name="T29" fmla="*/ 84 h 536"/>
                <a:gd name="T30" fmla="*/ 342 w 550"/>
                <a:gd name="T31" fmla="*/ 80 h 536"/>
                <a:gd name="T32" fmla="*/ 307 w 550"/>
                <a:gd name="T33" fmla="*/ 79 h 536"/>
                <a:gd name="T34" fmla="*/ 96 w 550"/>
                <a:gd name="T35" fmla="*/ 79 h 536"/>
                <a:gd name="T36" fmla="*/ 0 w 550"/>
                <a:gd name="T37" fmla="*/ 0 h 536"/>
                <a:gd name="T38" fmla="*/ 323 w 550"/>
                <a:gd name="T39" fmla="*/ 0 h 536"/>
                <a:gd name="T40" fmla="*/ 377 w 550"/>
                <a:gd name="T41" fmla="*/ 2 h 536"/>
                <a:gd name="T42" fmla="*/ 422 w 550"/>
                <a:gd name="T43" fmla="*/ 9 h 536"/>
                <a:gd name="T44" fmla="*/ 459 w 550"/>
                <a:gd name="T45" fmla="*/ 19 h 536"/>
                <a:gd name="T46" fmla="*/ 489 w 550"/>
                <a:gd name="T47" fmla="*/ 37 h 536"/>
                <a:gd name="T48" fmla="*/ 511 w 550"/>
                <a:gd name="T49" fmla="*/ 58 h 536"/>
                <a:gd name="T50" fmla="*/ 527 w 550"/>
                <a:gd name="T51" fmla="*/ 86 h 536"/>
                <a:gd name="T52" fmla="*/ 537 w 550"/>
                <a:gd name="T53" fmla="*/ 119 h 536"/>
                <a:gd name="T54" fmla="*/ 539 w 550"/>
                <a:gd name="T55" fmla="*/ 157 h 536"/>
                <a:gd name="T56" fmla="*/ 537 w 550"/>
                <a:gd name="T57" fmla="*/ 194 h 536"/>
                <a:gd name="T58" fmla="*/ 527 w 550"/>
                <a:gd name="T59" fmla="*/ 225 h 536"/>
                <a:gd name="T60" fmla="*/ 513 w 550"/>
                <a:gd name="T61" fmla="*/ 252 h 536"/>
                <a:gd name="T62" fmla="*/ 494 w 550"/>
                <a:gd name="T63" fmla="*/ 272 h 536"/>
                <a:gd name="T64" fmla="*/ 471 w 550"/>
                <a:gd name="T65" fmla="*/ 290 h 536"/>
                <a:gd name="T66" fmla="*/ 447 w 550"/>
                <a:gd name="T67" fmla="*/ 302 h 536"/>
                <a:gd name="T68" fmla="*/ 419 w 550"/>
                <a:gd name="T69" fmla="*/ 311 h 536"/>
                <a:gd name="T70" fmla="*/ 393 w 550"/>
                <a:gd name="T71" fmla="*/ 314 h 536"/>
                <a:gd name="T72" fmla="*/ 384 w 550"/>
                <a:gd name="T73" fmla="*/ 314 h 536"/>
                <a:gd name="T74" fmla="*/ 550 w 550"/>
                <a:gd name="T75" fmla="*/ 536 h 536"/>
                <a:gd name="T76" fmla="*/ 431 w 550"/>
                <a:gd name="T77" fmla="*/ 536 h 536"/>
                <a:gd name="T78" fmla="*/ 274 w 550"/>
                <a:gd name="T79" fmla="*/ 323 h 536"/>
                <a:gd name="T80" fmla="*/ 272 w 550"/>
                <a:gd name="T81" fmla="*/ 321 h 536"/>
                <a:gd name="T82" fmla="*/ 96 w 550"/>
                <a:gd name="T83" fmla="*/ 321 h 536"/>
                <a:gd name="T84" fmla="*/ 96 w 550"/>
                <a:gd name="T85" fmla="*/ 536 h 536"/>
                <a:gd name="T86" fmla="*/ 0 w 550"/>
                <a:gd name="T87" fmla="*/ 536 h 536"/>
                <a:gd name="T88" fmla="*/ 0 w 550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0" h="536">
                  <a:moveTo>
                    <a:pt x="96" y="79"/>
                  </a:moveTo>
                  <a:lnTo>
                    <a:pt x="96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2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2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6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59" y="19"/>
                  </a:lnTo>
                  <a:lnTo>
                    <a:pt x="489" y="37"/>
                  </a:lnTo>
                  <a:lnTo>
                    <a:pt x="511" y="58"/>
                  </a:lnTo>
                  <a:lnTo>
                    <a:pt x="527" y="86"/>
                  </a:lnTo>
                  <a:lnTo>
                    <a:pt x="537" y="119"/>
                  </a:lnTo>
                  <a:lnTo>
                    <a:pt x="539" y="157"/>
                  </a:lnTo>
                  <a:lnTo>
                    <a:pt x="537" y="194"/>
                  </a:lnTo>
                  <a:lnTo>
                    <a:pt x="527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1" y="290"/>
                  </a:lnTo>
                  <a:lnTo>
                    <a:pt x="447" y="302"/>
                  </a:lnTo>
                  <a:lnTo>
                    <a:pt x="419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0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2" y="321"/>
                  </a:lnTo>
                  <a:lnTo>
                    <a:pt x="96" y="321"/>
                  </a:lnTo>
                  <a:lnTo>
                    <a:pt x="9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13"/>
            <p:cNvSpPr>
              <a:spLocks/>
            </p:cNvSpPr>
            <p:nvPr/>
          </p:nvSpPr>
          <p:spPr bwMode="auto">
            <a:xfrm>
              <a:off x="7183312" y="5818063"/>
              <a:ext cx="462976" cy="508514"/>
            </a:xfrm>
            <a:custGeom>
              <a:avLst/>
              <a:gdLst>
                <a:gd name="T0" fmla="*/ 0 w 488"/>
                <a:gd name="T1" fmla="*/ 0 h 536"/>
                <a:gd name="T2" fmla="*/ 438 w 488"/>
                <a:gd name="T3" fmla="*/ 0 h 536"/>
                <a:gd name="T4" fmla="*/ 453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3 w 488"/>
                <a:gd name="T17" fmla="*/ 79 h 536"/>
                <a:gd name="T18" fmla="*/ 438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33 w 488"/>
                <a:gd name="T25" fmla="*/ 218 h 536"/>
                <a:gd name="T26" fmla="*/ 349 w 488"/>
                <a:gd name="T27" fmla="*/ 222 h 536"/>
                <a:gd name="T28" fmla="*/ 361 w 488"/>
                <a:gd name="T29" fmla="*/ 231 h 536"/>
                <a:gd name="T30" fmla="*/ 370 w 488"/>
                <a:gd name="T31" fmla="*/ 243 h 536"/>
                <a:gd name="T32" fmla="*/ 373 w 488"/>
                <a:gd name="T33" fmla="*/ 259 h 536"/>
                <a:gd name="T34" fmla="*/ 370 w 488"/>
                <a:gd name="T35" fmla="*/ 276 h 536"/>
                <a:gd name="T36" fmla="*/ 361 w 488"/>
                <a:gd name="T37" fmla="*/ 288 h 536"/>
                <a:gd name="T38" fmla="*/ 349 w 488"/>
                <a:gd name="T39" fmla="*/ 297 h 536"/>
                <a:gd name="T40" fmla="*/ 333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6 w 488"/>
                <a:gd name="T47" fmla="*/ 454 h 536"/>
                <a:gd name="T48" fmla="*/ 464 w 488"/>
                <a:gd name="T49" fmla="*/ 457 h 536"/>
                <a:gd name="T50" fmla="*/ 476 w 488"/>
                <a:gd name="T51" fmla="*/ 466 h 536"/>
                <a:gd name="T52" fmla="*/ 485 w 488"/>
                <a:gd name="T53" fmla="*/ 478 h 536"/>
                <a:gd name="T54" fmla="*/ 488 w 488"/>
                <a:gd name="T55" fmla="*/ 494 h 536"/>
                <a:gd name="T56" fmla="*/ 485 w 488"/>
                <a:gd name="T57" fmla="*/ 512 h 536"/>
                <a:gd name="T58" fmla="*/ 476 w 488"/>
                <a:gd name="T59" fmla="*/ 524 h 536"/>
                <a:gd name="T60" fmla="*/ 464 w 488"/>
                <a:gd name="T61" fmla="*/ 533 h 536"/>
                <a:gd name="T62" fmla="*/ 446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38" y="0"/>
                  </a:lnTo>
                  <a:lnTo>
                    <a:pt x="453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3" y="79"/>
                  </a:lnTo>
                  <a:lnTo>
                    <a:pt x="438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33" y="218"/>
                  </a:lnTo>
                  <a:lnTo>
                    <a:pt x="349" y="222"/>
                  </a:lnTo>
                  <a:lnTo>
                    <a:pt x="361" y="231"/>
                  </a:lnTo>
                  <a:lnTo>
                    <a:pt x="370" y="243"/>
                  </a:lnTo>
                  <a:lnTo>
                    <a:pt x="373" y="259"/>
                  </a:lnTo>
                  <a:lnTo>
                    <a:pt x="370" y="276"/>
                  </a:lnTo>
                  <a:lnTo>
                    <a:pt x="361" y="288"/>
                  </a:lnTo>
                  <a:lnTo>
                    <a:pt x="349" y="297"/>
                  </a:lnTo>
                  <a:lnTo>
                    <a:pt x="333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6" y="454"/>
                  </a:lnTo>
                  <a:lnTo>
                    <a:pt x="464" y="457"/>
                  </a:lnTo>
                  <a:lnTo>
                    <a:pt x="476" y="466"/>
                  </a:lnTo>
                  <a:lnTo>
                    <a:pt x="485" y="478"/>
                  </a:lnTo>
                  <a:lnTo>
                    <a:pt x="488" y="494"/>
                  </a:lnTo>
                  <a:lnTo>
                    <a:pt x="485" y="512"/>
                  </a:lnTo>
                  <a:lnTo>
                    <a:pt x="476" y="524"/>
                  </a:lnTo>
                  <a:lnTo>
                    <a:pt x="464" y="533"/>
                  </a:lnTo>
                  <a:lnTo>
                    <a:pt x="44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4"/>
            <p:cNvSpPr>
              <a:spLocks/>
            </p:cNvSpPr>
            <p:nvPr/>
          </p:nvSpPr>
          <p:spPr bwMode="auto">
            <a:xfrm>
              <a:off x="4647381" y="5515421"/>
              <a:ext cx="91077" cy="87282"/>
            </a:xfrm>
            <a:custGeom>
              <a:avLst/>
              <a:gdLst>
                <a:gd name="T0" fmla="*/ 51 w 96"/>
                <a:gd name="T1" fmla="*/ 0 h 92"/>
                <a:gd name="T2" fmla="*/ 53 w 96"/>
                <a:gd name="T3" fmla="*/ 0 h 92"/>
                <a:gd name="T4" fmla="*/ 70 w 96"/>
                <a:gd name="T5" fmla="*/ 5 h 92"/>
                <a:gd name="T6" fmla="*/ 84 w 96"/>
                <a:gd name="T7" fmla="*/ 15 h 92"/>
                <a:gd name="T8" fmla="*/ 93 w 96"/>
                <a:gd name="T9" fmla="*/ 31 h 92"/>
                <a:gd name="T10" fmla="*/ 96 w 96"/>
                <a:gd name="T11" fmla="*/ 49 h 92"/>
                <a:gd name="T12" fmla="*/ 91 w 96"/>
                <a:gd name="T13" fmla="*/ 66 h 92"/>
                <a:gd name="T14" fmla="*/ 81 w 96"/>
                <a:gd name="T15" fmla="*/ 80 h 92"/>
                <a:gd name="T16" fmla="*/ 65 w 96"/>
                <a:gd name="T17" fmla="*/ 91 h 92"/>
                <a:gd name="T18" fmla="*/ 47 w 96"/>
                <a:gd name="T19" fmla="*/ 92 h 92"/>
                <a:gd name="T20" fmla="*/ 44 w 96"/>
                <a:gd name="T21" fmla="*/ 92 h 92"/>
                <a:gd name="T22" fmla="*/ 26 w 96"/>
                <a:gd name="T23" fmla="*/ 87 h 92"/>
                <a:gd name="T24" fmla="*/ 12 w 96"/>
                <a:gd name="T25" fmla="*/ 77 h 92"/>
                <a:gd name="T26" fmla="*/ 4 w 96"/>
                <a:gd name="T27" fmla="*/ 61 h 92"/>
                <a:gd name="T28" fmla="*/ 0 w 96"/>
                <a:gd name="T29" fmla="*/ 43 h 92"/>
                <a:gd name="T30" fmla="*/ 5 w 96"/>
                <a:gd name="T31" fmla="*/ 26 h 92"/>
                <a:gd name="T32" fmla="*/ 16 w 96"/>
                <a:gd name="T33" fmla="*/ 12 h 92"/>
                <a:gd name="T34" fmla="*/ 32 w 96"/>
                <a:gd name="T35" fmla="*/ 2 h 92"/>
                <a:gd name="T36" fmla="*/ 51 w 96"/>
                <a:gd name="T37" fmla="*/ 0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96" h="92">
                  <a:moveTo>
                    <a:pt x="51" y="0"/>
                  </a:moveTo>
                  <a:lnTo>
                    <a:pt x="53" y="0"/>
                  </a:lnTo>
                  <a:lnTo>
                    <a:pt x="70" y="5"/>
                  </a:lnTo>
                  <a:lnTo>
                    <a:pt x="84" y="15"/>
                  </a:lnTo>
                  <a:lnTo>
                    <a:pt x="93" y="31"/>
                  </a:lnTo>
                  <a:lnTo>
                    <a:pt x="96" y="49"/>
                  </a:lnTo>
                  <a:lnTo>
                    <a:pt x="91" y="66"/>
                  </a:lnTo>
                  <a:lnTo>
                    <a:pt x="81" y="80"/>
                  </a:lnTo>
                  <a:lnTo>
                    <a:pt x="65" y="91"/>
                  </a:lnTo>
                  <a:lnTo>
                    <a:pt x="47" y="92"/>
                  </a:lnTo>
                  <a:lnTo>
                    <a:pt x="44" y="92"/>
                  </a:lnTo>
                  <a:lnTo>
                    <a:pt x="26" y="87"/>
                  </a:lnTo>
                  <a:lnTo>
                    <a:pt x="12" y="77"/>
                  </a:lnTo>
                  <a:lnTo>
                    <a:pt x="4" y="61"/>
                  </a:lnTo>
                  <a:lnTo>
                    <a:pt x="0" y="43"/>
                  </a:lnTo>
                  <a:lnTo>
                    <a:pt x="5" y="26"/>
                  </a:lnTo>
                  <a:lnTo>
                    <a:pt x="16" y="12"/>
                  </a:lnTo>
                  <a:lnTo>
                    <a:pt x="32" y="2"/>
                  </a:lnTo>
                  <a:lnTo>
                    <a:pt x="51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15"/>
            <p:cNvSpPr>
              <a:spLocks/>
            </p:cNvSpPr>
            <p:nvPr/>
          </p:nvSpPr>
          <p:spPr bwMode="auto">
            <a:xfrm>
              <a:off x="4937689" y="5235549"/>
              <a:ext cx="130923" cy="157487"/>
            </a:xfrm>
            <a:custGeom>
              <a:avLst/>
              <a:gdLst>
                <a:gd name="T0" fmla="*/ 40 w 138"/>
                <a:gd name="T1" fmla="*/ 0 h 166"/>
                <a:gd name="T2" fmla="*/ 57 w 138"/>
                <a:gd name="T3" fmla="*/ 2 h 166"/>
                <a:gd name="T4" fmla="*/ 73 w 138"/>
                <a:gd name="T5" fmla="*/ 9 h 166"/>
                <a:gd name="T6" fmla="*/ 85 w 138"/>
                <a:gd name="T7" fmla="*/ 22 h 166"/>
                <a:gd name="T8" fmla="*/ 132 w 138"/>
                <a:gd name="T9" fmla="*/ 96 h 166"/>
                <a:gd name="T10" fmla="*/ 138 w 138"/>
                <a:gd name="T11" fmla="*/ 113 h 166"/>
                <a:gd name="T12" fmla="*/ 138 w 138"/>
                <a:gd name="T13" fmla="*/ 131 h 166"/>
                <a:gd name="T14" fmla="*/ 129 w 138"/>
                <a:gd name="T15" fmla="*/ 146 h 166"/>
                <a:gd name="T16" fmla="*/ 115 w 138"/>
                <a:gd name="T17" fmla="*/ 159 h 166"/>
                <a:gd name="T18" fmla="*/ 99 w 138"/>
                <a:gd name="T19" fmla="*/ 166 h 166"/>
                <a:gd name="T20" fmla="*/ 80 w 138"/>
                <a:gd name="T21" fmla="*/ 164 h 166"/>
                <a:gd name="T22" fmla="*/ 64 w 138"/>
                <a:gd name="T23" fmla="*/ 157 h 166"/>
                <a:gd name="T24" fmla="*/ 52 w 138"/>
                <a:gd name="T25" fmla="*/ 143 h 166"/>
                <a:gd name="T26" fmla="*/ 5 w 138"/>
                <a:gd name="T27" fmla="*/ 70 h 166"/>
                <a:gd name="T28" fmla="*/ 0 w 138"/>
                <a:gd name="T29" fmla="*/ 52 h 166"/>
                <a:gd name="T30" fmla="*/ 0 w 138"/>
                <a:gd name="T31" fmla="*/ 35 h 166"/>
                <a:gd name="T32" fmla="*/ 8 w 138"/>
                <a:gd name="T33" fmla="*/ 17 h 166"/>
                <a:gd name="T34" fmla="*/ 22 w 138"/>
                <a:gd name="T35" fmla="*/ 7 h 166"/>
                <a:gd name="T36" fmla="*/ 40 w 138"/>
                <a:gd name="T37" fmla="*/ 0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38" h="166">
                  <a:moveTo>
                    <a:pt x="40" y="0"/>
                  </a:moveTo>
                  <a:lnTo>
                    <a:pt x="57" y="2"/>
                  </a:lnTo>
                  <a:lnTo>
                    <a:pt x="73" y="9"/>
                  </a:lnTo>
                  <a:lnTo>
                    <a:pt x="85" y="22"/>
                  </a:lnTo>
                  <a:lnTo>
                    <a:pt x="132" y="96"/>
                  </a:lnTo>
                  <a:lnTo>
                    <a:pt x="138" y="113"/>
                  </a:lnTo>
                  <a:lnTo>
                    <a:pt x="138" y="131"/>
                  </a:lnTo>
                  <a:lnTo>
                    <a:pt x="129" y="146"/>
                  </a:lnTo>
                  <a:lnTo>
                    <a:pt x="115" y="159"/>
                  </a:lnTo>
                  <a:lnTo>
                    <a:pt x="99" y="166"/>
                  </a:lnTo>
                  <a:lnTo>
                    <a:pt x="80" y="164"/>
                  </a:lnTo>
                  <a:lnTo>
                    <a:pt x="64" y="157"/>
                  </a:lnTo>
                  <a:lnTo>
                    <a:pt x="52" y="143"/>
                  </a:lnTo>
                  <a:lnTo>
                    <a:pt x="5" y="70"/>
                  </a:lnTo>
                  <a:lnTo>
                    <a:pt x="0" y="52"/>
                  </a:lnTo>
                  <a:lnTo>
                    <a:pt x="0" y="35"/>
                  </a:lnTo>
                  <a:lnTo>
                    <a:pt x="8" y="17"/>
                  </a:lnTo>
                  <a:lnTo>
                    <a:pt x="22" y="7"/>
                  </a:lnTo>
                  <a:lnTo>
                    <a:pt x="40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9" name="Freeform 16"/>
            <p:cNvSpPr>
              <a:spLocks/>
            </p:cNvSpPr>
            <p:nvPr/>
          </p:nvSpPr>
          <p:spPr bwMode="auto">
            <a:xfrm>
              <a:off x="5278280" y="5018292"/>
              <a:ext cx="132821" cy="243821"/>
            </a:xfrm>
            <a:custGeom>
              <a:avLst/>
              <a:gdLst>
                <a:gd name="T0" fmla="*/ 53 w 140"/>
                <a:gd name="T1" fmla="*/ 0 h 257"/>
                <a:gd name="T2" fmla="*/ 68 w 140"/>
                <a:gd name="T3" fmla="*/ 7 h 257"/>
                <a:gd name="T4" fmla="*/ 82 w 140"/>
                <a:gd name="T5" fmla="*/ 19 h 257"/>
                <a:gd name="T6" fmla="*/ 89 w 140"/>
                <a:gd name="T7" fmla="*/ 35 h 257"/>
                <a:gd name="T8" fmla="*/ 140 w 140"/>
                <a:gd name="T9" fmla="*/ 199 h 257"/>
                <a:gd name="T10" fmla="*/ 140 w 140"/>
                <a:gd name="T11" fmla="*/ 218 h 257"/>
                <a:gd name="T12" fmla="*/ 135 w 140"/>
                <a:gd name="T13" fmla="*/ 234 h 257"/>
                <a:gd name="T14" fmla="*/ 122 w 140"/>
                <a:gd name="T15" fmla="*/ 248 h 257"/>
                <a:gd name="T16" fmla="*/ 105 w 140"/>
                <a:gd name="T17" fmla="*/ 255 h 257"/>
                <a:gd name="T18" fmla="*/ 88 w 140"/>
                <a:gd name="T19" fmla="*/ 257 h 257"/>
                <a:gd name="T20" fmla="*/ 70 w 140"/>
                <a:gd name="T21" fmla="*/ 250 h 257"/>
                <a:gd name="T22" fmla="*/ 58 w 140"/>
                <a:gd name="T23" fmla="*/ 239 h 257"/>
                <a:gd name="T24" fmla="*/ 49 w 140"/>
                <a:gd name="T25" fmla="*/ 222 h 257"/>
                <a:gd name="T26" fmla="*/ 0 w 140"/>
                <a:gd name="T27" fmla="*/ 58 h 257"/>
                <a:gd name="T28" fmla="*/ 0 w 140"/>
                <a:gd name="T29" fmla="*/ 40 h 257"/>
                <a:gd name="T30" fmla="*/ 5 w 140"/>
                <a:gd name="T31" fmla="*/ 23 h 257"/>
                <a:gd name="T32" fmla="*/ 18 w 140"/>
                <a:gd name="T33" fmla="*/ 11 h 257"/>
                <a:gd name="T34" fmla="*/ 33 w 140"/>
                <a:gd name="T35" fmla="*/ 2 h 257"/>
                <a:gd name="T36" fmla="*/ 53 w 140"/>
                <a:gd name="T37" fmla="*/ 0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40" h="257">
                  <a:moveTo>
                    <a:pt x="53" y="0"/>
                  </a:moveTo>
                  <a:lnTo>
                    <a:pt x="68" y="7"/>
                  </a:lnTo>
                  <a:lnTo>
                    <a:pt x="82" y="19"/>
                  </a:lnTo>
                  <a:lnTo>
                    <a:pt x="89" y="35"/>
                  </a:lnTo>
                  <a:lnTo>
                    <a:pt x="140" y="199"/>
                  </a:lnTo>
                  <a:lnTo>
                    <a:pt x="140" y="218"/>
                  </a:lnTo>
                  <a:lnTo>
                    <a:pt x="135" y="234"/>
                  </a:lnTo>
                  <a:lnTo>
                    <a:pt x="122" y="248"/>
                  </a:lnTo>
                  <a:lnTo>
                    <a:pt x="105" y="255"/>
                  </a:lnTo>
                  <a:lnTo>
                    <a:pt x="88" y="257"/>
                  </a:lnTo>
                  <a:lnTo>
                    <a:pt x="70" y="250"/>
                  </a:lnTo>
                  <a:lnTo>
                    <a:pt x="58" y="239"/>
                  </a:lnTo>
                  <a:lnTo>
                    <a:pt x="49" y="222"/>
                  </a:lnTo>
                  <a:lnTo>
                    <a:pt x="0" y="58"/>
                  </a:lnTo>
                  <a:lnTo>
                    <a:pt x="0" y="40"/>
                  </a:lnTo>
                  <a:lnTo>
                    <a:pt x="5" y="23"/>
                  </a:lnTo>
                  <a:lnTo>
                    <a:pt x="18" y="11"/>
                  </a:lnTo>
                  <a:lnTo>
                    <a:pt x="33" y="2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0" name="Freeform 17"/>
            <p:cNvSpPr>
              <a:spLocks/>
            </p:cNvSpPr>
            <p:nvPr/>
          </p:nvSpPr>
          <p:spPr bwMode="auto">
            <a:xfrm>
              <a:off x="5649230" y="4842779"/>
              <a:ext cx="112898" cy="335847"/>
            </a:xfrm>
            <a:custGeom>
              <a:avLst/>
              <a:gdLst>
                <a:gd name="T0" fmla="*/ 44 w 119"/>
                <a:gd name="T1" fmla="*/ 0 h 354"/>
                <a:gd name="T2" fmla="*/ 63 w 119"/>
                <a:gd name="T3" fmla="*/ 4 h 354"/>
                <a:gd name="T4" fmla="*/ 77 w 119"/>
                <a:gd name="T5" fmla="*/ 12 h 354"/>
                <a:gd name="T6" fmla="*/ 87 w 119"/>
                <a:gd name="T7" fmla="*/ 26 h 354"/>
                <a:gd name="T8" fmla="*/ 93 w 119"/>
                <a:gd name="T9" fmla="*/ 44 h 354"/>
                <a:gd name="T10" fmla="*/ 119 w 119"/>
                <a:gd name="T11" fmla="*/ 306 h 354"/>
                <a:gd name="T12" fmla="*/ 115 w 119"/>
                <a:gd name="T13" fmla="*/ 323 h 354"/>
                <a:gd name="T14" fmla="*/ 107 w 119"/>
                <a:gd name="T15" fmla="*/ 339 h 354"/>
                <a:gd name="T16" fmla="*/ 93 w 119"/>
                <a:gd name="T17" fmla="*/ 349 h 354"/>
                <a:gd name="T18" fmla="*/ 75 w 119"/>
                <a:gd name="T19" fmla="*/ 354 h 354"/>
                <a:gd name="T20" fmla="*/ 58 w 119"/>
                <a:gd name="T21" fmla="*/ 351 h 354"/>
                <a:gd name="T22" fmla="*/ 42 w 119"/>
                <a:gd name="T23" fmla="*/ 342 h 354"/>
                <a:gd name="T24" fmla="*/ 32 w 119"/>
                <a:gd name="T25" fmla="*/ 328 h 354"/>
                <a:gd name="T26" fmla="*/ 26 w 119"/>
                <a:gd name="T27" fmla="*/ 311 h 354"/>
                <a:gd name="T28" fmla="*/ 0 w 119"/>
                <a:gd name="T29" fmla="*/ 49 h 354"/>
                <a:gd name="T30" fmla="*/ 4 w 119"/>
                <a:gd name="T31" fmla="*/ 32 h 354"/>
                <a:gd name="T32" fmla="*/ 12 w 119"/>
                <a:gd name="T33" fmla="*/ 16 h 354"/>
                <a:gd name="T34" fmla="*/ 26 w 119"/>
                <a:gd name="T35" fmla="*/ 5 h 354"/>
                <a:gd name="T36" fmla="*/ 44 w 119"/>
                <a:gd name="T37" fmla="*/ 0 h 3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9" h="354">
                  <a:moveTo>
                    <a:pt x="44" y="0"/>
                  </a:moveTo>
                  <a:lnTo>
                    <a:pt x="63" y="4"/>
                  </a:lnTo>
                  <a:lnTo>
                    <a:pt x="77" y="12"/>
                  </a:lnTo>
                  <a:lnTo>
                    <a:pt x="87" y="26"/>
                  </a:lnTo>
                  <a:lnTo>
                    <a:pt x="93" y="44"/>
                  </a:lnTo>
                  <a:lnTo>
                    <a:pt x="119" y="306"/>
                  </a:lnTo>
                  <a:lnTo>
                    <a:pt x="115" y="323"/>
                  </a:lnTo>
                  <a:lnTo>
                    <a:pt x="107" y="339"/>
                  </a:lnTo>
                  <a:lnTo>
                    <a:pt x="93" y="349"/>
                  </a:lnTo>
                  <a:lnTo>
                    <a:pt x="75" y="354"/>
                  </a:lnTo>
                  <a:lnTo>
                    <a:pt x="58" y="351"/>
                  </a:lnTo>
                  <a:lnTo>
                    <a:pt x="42" y="342"/>
                  </a:lnTo>
                  <a:lnTo>
                    <a:pt x="32" y="328"/>
                  </a:lnTo>
                  <a:lnTo>
                    <a:pt x="26" y="311"/>
                  </a:lnTo>
                  <a:lnTo>
                    <a:pt x="0" y="49"/>
                  </a:lnTo>
                  <a:lnTo>
                    <a:pt x="4" y="32"/>
                  </a:lnTo>
                  <a:lnTo>
                    <a:pt x="12" y="16"/>
                  </a:lnTo>
                  <a:lnTo>
                    <a:pt x="26" y="5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18"/>
            <p:cNvSpPr>
              <a:spLocks/>
            </p:cNvSpPr>
            <p:nvPr/>
          </p:nvSpPr>
          <p:spPr bwMode="auto">
            <a:xfrm>
              <a:off x="6026821" y="4720394"/>
              <a:ext cx="104359" cy="420283"/>
            </a:xfrm>
            <a:custGeom>
              <a:avLst/>
              <a:gdLst>
                <a:gd name="T0" fmla="*/ 68 w 110"/>
                <a:gd name="T1" fmla="*/ 0 h 443"/>
                <a:gd name="T2" fmla="*/ 86 w 110"/>
                <a:gd name="T3" fmla="*/ 5 h 443"/>
                <a:gd name="T4" fmla="*/ 100 w 110"/>
                <a:gd name="T5" fmla="*/ 16 h 443"/>
                <a:gd name="T6" fmla="*/ 107 w 110"/>
                <a:gd name="T7" fmla="*/ 31 h 443"/>
                <a:gd name="T8" fmla="*/ 110 w 110"/>
                <a:gd name="T9" fmla="*/ 51 h 443"/>
                <a:gd name="T10" fmla="*/ 93 w 110"/>
                <a:gd name="T11" fmla="*/ 401 h 443"/>
                <a:gd name="T12" fmla="*/ 87 w 110"/>
                <a:gd name="T13" fmla="*/ 419 h 443"/>
                <a:gd name="T14" fmla="*/ 75 w 110"/>
                <a:gd name="T15" fmla="*/ 433 h 443"/>
                <a:gd name="T16" fmla="*/ 61 w 110"/>
                <a:gd name="T17" fmla="*/ 442 h 443"/>
                <a:gd name="T18" fmla="*/ 42 w 110"/>
                <a:gd name="T19" fmla="*/ 443 h 443"/>
                <a:gd name="T20" fmla="*/ 25 w 110"/>
                <a:gd name="T21" fmla="*/ 438 h 443"/>
                <a:gd name="T22" fmla="*/ 11 w 110"/>
                <a:gd name="T23" fmla="*/ 426 h 443"/>
                <a:gd name="T24" fmla="*/ 2 w 110"/>
                <a:gd name="T25" fmla="*/ 412 h 443"/>
                <a:gd name="T26" fmla="*/ 0 w 110"/>
                <a:gd name="T27" fmla="*/ 393 h 443"/>
                <a:gd name="T28" fmla="*/ 18 w 110"/>
                <a:gd name="T29" fmla="*/ 42 h 443"/>
                <a:gd name="T30" fmla="*/ 23 w 110"/>
                <a:gd name="T31" fmla="*/ 24 h 443"/>
                <a:gd name="T32" fmla="*/ 33 w 110"/>
                <a:gd name="T33" fmla="*/ 10 h 443"/>
                <a:gd name="T34" fmla="*/ 49 w 110"/>
                <a:gd name="T35" fmla="*/ 2 h 443"/>
                <a:gd name="T36" fmla="*/ 68 w 110"/>
                <a:gd name="T37" fmla="*/ 0 h 4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0" h="443">
                  <a:moveTo>
                    <a:pt x="68" y="0"/>
                  </a:moveTo>
                  <a:lnTo>
                    <a:pt x="86" y="5"/>
                  </a:lnTo>
                  <a:lnTo>
                    <a:pt x="100" y="16"/>
                  </a:lnTo>
                  <a:lnTo>
                    <a:pt x="107" y="31"/>
                  </a:lnTo>
                  <a:lnTo>
                    <a:pt x="110" y="51"/>
                  </a:lnTo>
                  <a:lnTo>
                    <a:pt x="93" y="401"/>
                  </a:lnTo>
                  <a:lnTo>
                    <a:pt x="87" y="419"/>
                  </a:lnTo>
                  <a:lnTo>
                    <a:pt x="75" y="433"/>
                  </a:lnTo>
                  <a:lnTo>
                    <a:pt x="61" y="442"/>
                  </a:lnTo>
                  <a:lnTo>
                    <a:pt x="42" y="443"/>
                  </a:lnTo>
                  <a:lnTo>
                    <a:pt x="25" y="438"/>
                  </a:lnTo>
                  <a:lnTo>
                    <a:pt x="11" y="426"/>
                  </a:lnTo>
                  <a:lnTo>
                    <a:pt x="2" y="412"/>
                  </a:lnTo>
                  <a:lnTo>
                    <a:pt x="0" y="393"/>
                  </a:lnTo>
                  <a:lnTo>
                    <a:pt x="18" y="42"/>
                  </a:lnTo>
                  <a:lnTo>
                    <a:pt x="23" y="24"/>
                  </a:lnTo>
                  <a:lnTo>
                    <a:pt x="33" y="10"/>
                  </a:lnTo>
                  <a:lnTo>
                    <a:pt x="49" y="2"/>
                  </a:lnTo>
                  <a:lnTo>
                    <a:pt x="68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19"/>
            <p:cNvSpPr>
              <a:spLocks/>
            </p:cNvSpPr>
            <p:nvPr/>
          </p:nvSpPr>
          <p:spPr bwMode="auto">
            <a:xfrm>
              <a:off x="6384489" y="4647343"/>
              <a:ext cx="162232" cy="497129"/>
            </a:xfrm>
            <a:custGeom>
              <a:avLst/>
              <a:gdLst>
                <a:gd name="T0" fmla="*/ 119 w 171"/>
                <a:gd name="T1" fmla="*/ 0 h 524"/>
                <a:gd name="T2" fmla="*/ 136 w 171"/>
                <a:gd name="T3" fmla="*/ 0 h 524"/>
                <a:gd name="T4" fmla="*/ 154 w 171"/>
                <a:gd name="T5" fmla="*/ 9 h 524"/>
                <a:gd name="T6" fmla="*/ 166 w 171"/>
                <a:gd name="T7" fmla="*/ 21 h 524"/>
                <a:gd name="T8" fmla="*/ 171 w 171"/>
                <a:gd name="T9" fmla="*/ 37 h 524"/>
                <a:gd name="T10" fmla="*/ 171 w 171"/>
                <a:gd name="T11" fmla="*/ 56 h 524"/>
                <a:gd name="T12" fmla="*/ 91 w 171"/>
                <a:gd name="T13" fmla="*/ 489 h 524"/>
                <a:gd name="T14" fmla="*/ 84 w 171"/>
                <a:gd name="T15" fmla="*/ 506 h 524"/>
                <a:gd name="T16" fmla="*/ 70 w 171"/>
                <a:gd name="T17" fmla="*/ 517 h 524"/>
                <a:gd name="T18" fmla="*/ 54 w 171"/>
                <a:gd name="T19" fmla="*/ 524 h 524"/>
                <a:gd name="T20" fmla="*/ 37 w 171"/>
                <a:gd name="T21" fmla="*/ 524 h 524"/>
                <a:gd name="T22" fmla="*/ 19 w 171"/>
                <a:gd name="T23" fmla="*/ 517 h 524"/>
                <a:gd name="T24" fmla="*/ 7 w 171"/>
                <a:gd name="T25" fmla="*/ 503 h 524"/>
                <a:gd name="T26" fmla="*/ 0 w 171"/>
                <a:gd name="T27" fmla="*/ 487 h 524"/>
                <a:gd name="T28" fmla="*/ 2 w 171"/>
                <a:gd name="T29" fmla="*/ 468 h 524"/>
                <a:gd name="T30" fmla="*/ 82 w 171"/>
                <a:gd name="T31" fmla="*/ 35 h 524"/>
                <a:gd name="T32" fmla="*/ 89 w 171"/>
                <a:gd name="T33" fmla="*/ 19 h 524"/>
                <a:gd name="T34" fmla="*/ 101 w 171"/>
                <a:gd name="T35" fmla="*/ 7 h 524"/>
                <a:gd name="T36" fmla="*/ 119 w 171"/>
                <a:gd name="T37" fmla="*/ 0 h 5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71" h="524">
                  <a:moveTo>
                    <a:pt x="119" y="0"/>
                  </a:moveTo>
                  <a:lnTo>
                    <a:pt x="136" y="0"/>
                  </a:lnTo>
                  <a:lnTo>
                    <a:pt x="154" y="9"/>
                  </a:lnTo>
                  <a:lnTo>
                    <a:pt x="166" y="21"/>
                  </a:lnTo>
                  <a:lnTo>
                    <a:pt x="171" y="37"/>
                  </a:lnTo>
                  <a:lnTo>
                    <a:pt x="171" y="56"/>
                  </a:lnTo>
                  <a:lnTo>
                    <a:pt x="91" y="489"/>
                  </a:lnTo>
                  <a:lnTo>
                    <a:pt x="84" y="506"/>
                  </a:lnTo>
                  <a:lnTo>
                    <a:pt x="70" y="517"/>
                  </a:lnTo>
                  <a:lnTo>
                    <a:pt x="54" y="524"/>
                  </a:lnTo>
                  <a:lnTo>
                    <a:pt x="37" y="524"/>
                  </a:lnTo>
                  <a:lnTo>
                    <a:pt x="19" y="517"/>
                  </a:lnTo>
                  <a:lnTo>
                    <a:pt x="7" y="503"/>
                  </a:lnTo>
                  <a:lnTo>
                    <a:pt x="0" y="487"/>
                  </a:lnTo>
                  <a:lnTo>
                    <a:pt x="2" y="468"/>
                  </a:lnTo>
                  <a:lnTo>
                    <a:pt x="82" y="35"/>
                  </a:lnTo>
                  <a:lnTo>
                    <a:pt x="89" y="19"/>
                  </a:lnTo>
                  <a:lnTo>
                    <a:pt x="101" y="7"/>
                  </a:lnTo>
                  <a:lnTo>
                    <a:pt x="11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3" name="Freeform 20"/>
            <p:cNvSpPr>
              <a:spLocks/>
            </p:cNvSpPr>
            <p:nvPr/>
          </p:nvSpPr>
          <p:spPr bwMode="auto">
            <a:xfrm>
              <a:off x="6733618" y="4625522"/>
              <a:ext cx="241924" cy="568283"/>
            </a:xfrm>
            <a:custGeom>
              <a:avLst/>
              <a:gdLst>
                <a:gd name="T0" fmla="*/ 206 w 255"/>
                <a:gd name="T1" fmla="*/ 0 h 599"/>
                <a:gd name="T2" fmla="*/ 226 w 255"/>
                <a:gd name="T3" fmla="*/ 4 h 599"/>
                <a:gd name="T4" fmla="*/ 241 w 255"/>
                <a:gd name="T5" fmla="*/ 13 h 599"/>
                <a:gd name="T6" fmla="*/ 252 w 255"/>
                <a:gd name="T7" fmla="*/ 27 h 599"/>
                <a:gd name="T8" fmla="*/ 255 w 255"/>
                <a:gd name="T9" fmla="*/ 44 h 599"/>
                <a:gd name="T10" fmla="*/ 254 w 255"/>
                <a:gd name="T11" fmla="*/ 62 h 599"/>
                <a:gd name="T12" fmla="*/ 90 w 255"/>
                <a:gd name="T13" fmla="*/ 569 h 599"/>
                <a:gd name="T14" fmla="*/ 81 w 255"/>
                <a:gd name="T15" fmla="*/ 585 h 599"/>
                <a:gd name="T16" fmla="*/ 65 w 255"/>
                <a:gd name="T17" fmla="*/ 596 h 599"/>
                <a:gd name="T18" fmla="*/ 49 w 255"/>
                <a:gd name="T19" fmla="*/ 599 h 599"/>
                <a:gd name="T20" fmla="*/ 30 w 255"/>
                <a:gd name="T21" fmla="*/ 597 h 599"/>
                <a:gd name="T22" fmla="*/ 14 w 255"/>
                <a:gd name="T23" fmla="*/ 587 h 599"/>
                <a:gd name="T24" fmla="*/ 4 w 255"/>
                <a:gd name="T25" fmla="*/ 573 h 599"/>
                <a:gd name="T26" fmla="*/ 0 w 255"/>
                <a:gd name="T27" fmla="*/ 556 h 599"/>
                <a:gd name="T28" fmla="*/ 2 w 255"/>
                <a:gd name="T29" fmla="*/ 538 h 599"/>
                <a:gd name="T30" fmla="*/ 166 w 255"/>
                <a:gd name="T31" fmla="*/ 30 h 599"/>
                <a:gd name="T32" fmla="*/ 175 w 255"/>
                <a:gd name="T33" fmla="*/ 16 h 599"/>
                <a:gd name="T34" fmla="*/ 191 w 255"/>
                <a:gd name="T35" fmla="*/ 6 h 599"/>
                <a:gd name="T36" fmla="*/ 206 w 255"/>
                <a:gd name="T37" fmla="*/ 0 h 5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55" h="599">
                  <a:moveTo>
                    <a:pt x="206" y="0"/>
                  </a:moveTo>
                  <a:lnTo>
                    <a:pt x="226" y="4"/>
                  </a:lnTo>
                  <a:lnTo>
                    <a:pt x="241" y="13"/>
                  </a:lnTo>
                  <a:lnTo>
                    <a:pt x="252" y="27"/>
                  </a:lnTo>
                  <a:lnTo>
                    <a:pt x="255" y="44"/>
                  </a:lnTo>
                  <a:lnTo>
                    <a:pt x="254" y="62"/>
                  </a:lnTo>
                  <a:lnTo>
                    <a:pt x="90" y="569"/>
                  </a:lnTo>
                  <a:lnTo>
                    <a:pt x="81" y="585"/>
                  </a:lnTo>
                  <a:lnTo>
                    <a:pt x="65" y="596"/>
                  </a:lnTo>
                  <a:lnTo>
                    <a:pt x="49" y="599"/>
                  </a:lnTo>
                  <a:lnTo>
                    <a:pt x="30" y="597"/>
                  </a:lnTo>
                  <a:lnTo>
                    <a:pt x="14" y="587"/>
                  </a:lnTo>
                  <a:lnTo>
                    <a:pt x="4" y="573"/>
                  </a:lnTo>
                  <a:lnTo>
                    <a:pt x="0" y="556"/>
                  </a:lnTo>
                  <a:lnTo>
                    <a:pt x="2" y="538"/>
                  </a:lnTo>
                  <a:lnTo>
                    <a:pt x="166" y="30"/>
                  </a:lnTo>
                  <a:lnTo>
                    <a:pt x="175" y="16"/>
                  </a:lnTo>
                  <a:lnTo>
                    <a:pt x="191" y="6"/>
                  </a:lnTo>
                  <a:lnTo>
                    <a:pt x="206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4" name="Freeform 21"/>
            <p:cNvSpPr>
              <a:spLocks/>
            </p:cNvSpPr>
            <p:nvPr/>
          </p:nvSpPr>
          <p:spPr bwMode="auto">
            <a:xfrm>
              <a:off x="7077055" y="4665368"/>
              <a:ext cx="333950" cy="621412"/>
            </a:xfrm>
            <a:custGeom>
              <a:avLst/>
              <a:gdLst>
                <a:gd name="T0" fmla="*/ 309 w 352"/>
                <a:gd name="T1" fmla="*/ 0 h 655"/>
                <a:gd name="T2" fmla="*/ 326 w 352"/>
                <a:gd name="T3" fmla="*/ 6 h 655"/>
                <a:gd name="T4" fmla="*/ 342 w 352"/>
                <a:gd name="T5" fmla="*/ 18 h 655"/>
                <a:gd name="T6" fmla="*/ 349 w 352"/>
                <a:gd name="T7" fmla="*/ 32 h 655"/>
                <a:gd name="T8" fmla="*/ 352 w 352"/>
                <a:gd name="T9" fmla="*/ 49 h 655"/>
                <a:gd name="T10" fmla="*/ 347 w 352"/>
                <a:gd name="T11" fmla="*/ 68 h 655"/>
                <a:gd name="T12" fmla="*/ 87 w 352"/>
                <a:gd name="T13" fmla="*/ 630 h 655"/>
                <a:gd name="T14" fmla="*/ 77 w 352"/>
                <a:gd name="T15" fmla="*/ 644 h 655"/>
                <a:gd name="T16" fmla="*/ 61 w 352"/>
                <a:gd name="T17" fmla="*/ 653 h 655"/>
                <a:gd name="T18" fmla="*/ 43 w 352"/>
                <a:gd name="T19" fmla="*/ 655 h 655"/>
                <a:gd name="T20" fmla="*/ 26 w 352"/>
                <a:gd name="T21" fmla="*/ 650 h 655"/>
                <a:gd name="T22" fmla="*/ 10 w 352"/>
                <a:gd name="T23" fmla="*/ 639 h 655"/>
                <a:gd name="T24" fmla="*/ 3 w 352"/>
                <a:gd name="T25" fmla="*/ 623 h 655"/>
                <a:gd name="T26" fmla="*/ 0 w 352"/>
                <a:gd name="T27" fmla="*/ 606 h 655"/>
                <a:gd name="T28" fmla="*/ 5 w 352"/>
                <a:gd name="T29" fmla="*/ 589 h 655"/>
                <a:gd name="T30" fmla="*/ 265 w 352"/>
                <a:gd name="T31" fmla="*/ 27 h 655"/>
                <a:gd name="T32" fmla="*/ 276 w 352"/>
                <a:gd name="T33" fmla="*/ 11 h 655"/>
                <a:gd name="T34" fmla="*/ 291 w 352"/>
                <a:gd name="T35" fmla="*/ 4 h 655"/>
                <a:gd name="T36" fmla="*/ 309 w 352"/>
                <a:gd name="T37" fmla="*/ 0 h 6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52" h="655">
                  <a:moveTo>
                    <a:pt x="309" y="0"/>
                  </a:moveTo>
                  <a:lnTo>
                    <a:pt x="326" y="6"/>
                  </a:lnTo>
                  <a:lnTo>
                    <a:pt x="342" y="18"/>
                  </a:lnTo>
                  <a:lnTo>
                    <a:pt x="349" y="32"/>
                  </a:lnTo>
                  <a:lnTo>
                    <a:pt x="352" y="49"/>
                  </a:lnTo>
                  <a:lnTo>
                    <a:pt x="347" y="68"/>
                  </a:lnTo>
                  <a:lnTo>
                    <a:pt x="87" y="630"/>
                  </a:lnTo>
                  <a:lnTo>
                    <a:pt x="77" y="644"/>
                  </a:lnTo>
                  <a:lnTo>
                    <a:pt x="61" y="653"/>
                  </a:lnTo>
                  <a:lnTo>
                    <a:pt x="43" y="655"/>
                  </a:lnTo>
                  <a:lnTo>
                    <a:pt x="26" y="650"/>
                  </a:lnTo>
                  <a:lnTo>
                    <a:pt x="10" y="639"/>
                  </a:lnTo>
                  <a:lnTo>
                    <a:pt x="3" y="623"/>
                  </a:lnTo>
                  <a:lnTo>
                    <a:pt x="0" y="606"/>
                  </a:lnTo>
                  <a:lnTo>
                    <a:pt x="5" y="589"/>
                  </a:lnTo>
                  <a:lnTo>
                    <a:pt x="265" y="27"/>
                  </a:lnTo>
                  <a:lnTo>
                    <a:pt x="276" y="11"/>
                  </a:lnTo>
                  <a:lnTo>
                    <a:pt x="291" y="4"/>
                  </a:lnTo>
                  <a:lnTo>
                    <a:pt x="30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5" name="Freeform 22"/>
            <p:cNvSpPr>
              <a:spLocks/>
            </p:cNvSpPr>
            <p:nvPr/>
          </p:nvSpPr>
          <p:spPr bwMode="auto">
            <a:xfrm>
              <a:off x="7414800" y="4764984"/>
              <a:ext cx="430719" cy="659361"/>
            </a:xfrm>
            <a:custGeom>
              <a:avLst/>
              <a:gdLst>
                <a:gd name="T0" fmla="*/ 417 w 454"/>
                <a:gd name="T1" fmla="*/ 0 h 695"/>
                <a:gd name="T2" fmla="*/ 433 w 454"/>
                <a:gd name="T3" fmla="*/ 7 h 695"/>
                <a:gd name="T4" fmla="*/ 447 w 454"/>
                <a:gd name="T5" fmla="*/ 21 h 695"/>
                <a:gd name="T6" fmla="*/ 454 w 454"/>
                <a:gd name="T7" fmla="*/ 37 h 695"/>
                <a:gd name="T8" fmla="*/ 454 w 454"/>
                <a:gd name="T9" fmla="*/ 54 h 695"/>
                <a:gd name="T10" fmla="*/ 447 w 454"/>
                <a:gd name="T11" fmla="*/ 72 h 695"/>
                <a:gd name="T12" fmla="*/ 84 w 454"/>
                <a:gd name="T13" fmla="*/ 676 h 695"/>
                <a:gd name="T14" fmla="*/ 70 w 454"/>
                <a:gd name="T15" fmla="*/ 688 h 695"/>
                <a:gd name="T16" fmla="*/ 54 w 454"/>
                <a:gd name="T17" fmla="*/ 695 h 695"/>
                <a:gd name="T18" fmla="*/ 37 w 454"/>
                <a:gd name="T19" fmla="*/ 695 h 695"/>
                <a:gd name="T20" fmla="*/ 19 w 454"/>
                <a:gd name="T21" fmla="*/ 688 h 695"/>
                <a:gd name="T22" fmla="*/ 7 w 454"/>
                <a:gd name="T23" fmla="*/ 676 h 695"/>
                <a:gd name="T24" fmla="*/ 0 w 454"/>
                <a:gd name="T25" fmla="*/ 660 h 695"/>
                <a:gd name="T26" fmla="*/ 0 w 454"/>
                <a:gd name="T27" fmla="*/ 642 h 695"/>
                <a:gd name="T28" fmla="*/ 7 w 454"/>
                <a:gd name="T29" fmla="*/ 625 h 695"/>
                <a:gd name="T30" fmla="*/ 370 w 454"/>
                <a:gd name="T31" fmla="*/ 21 h 695"/>
                <a:gd name="T32" fmla="*/ 382 w 454"/>
                <a:gd name="T33" fmla="*/ 7 h 695"/>
                <a:gd name="T34" fmla="*/ 400 w 454"/>
                <a:gd name="T35" fmla="*/ 0 h 695"/>
                <a:gd name="T36" fmla="*/ 417 w 454"/>
                <a:gd name="T37" fmla="*/ 0 h 6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454" h="695">
                  <a:moveTo>
                    <a:pt x="417" y="0"/>
                  </a:moveTo>
                  <a:lnTo>
                    <a:pt x="433" y="7"/>
                  </a:lnTo>
                  <a:lnTo>
                    <a:pt x="447" y="21"/>
                  </a:lnTo>
                  <a:lnTo>
                    <a:pt x="454" y="37"/>
                  </a:lnTo>
                  <a:lnTo>
                    <a:pt x="454" y="54"/>
                  </a:lnTo>
                  <a:lnTo>
                    <a:pt x="447" y="72"/>
                  </a:lnTo>
                  <a:lnTo>
                    <a:pt x="84" y="676"/>
                  </a:lnTo>
                  <a:lnTo>
                    <a:pt x="70" y="688"/>
                  </a:lnTo>
                  <a:lnTo>
                    <a:pt x="54" y="695"/>
                  </a:lnTo>
                  <a:lnTo>
                    <a:pt x="37" y="695"/>
                  </a:lnTo>
                  <a:lnTo>
                    <a:pt x="19" y="688"/>
                  </a:lnTo>
                  <a:lnTo>
                    <a:pt x="7" y="676"/>
                  </a:lnTo>
                  <a:lnTo>
                    <a:pt x="0" y="660"/>
                  </a:lnTo>
                  <a:lnTo>
                    <a:pt x="0" y="642"/>
                  </a:lnTo>
                  <a:lnTo>
                    <a:pt x="7" y="625"/>
                  </a:lnTo>
                  <a:lnTo>
                    <a:pt x="370" y="21"/>
                  </a:lnTo>
                  <a:lnTo>
                    <a:pt x="382" y="7"/>
                  </a:lnTo>
                  <a:lnTo>
                    <a:pt x="400" y="0"/>
                  </a:lnTo>
                  <a:lnTo>
                    <a:pt x="417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6" name="Freeform 23"/>
            <p:cNvSpPr>
              <a:spLocks/>
            </p:cNvSpPr>
            <p:nvPr/>
          </p:nvSpPr>
          <p:spPr bwMode="auto">
            <a:xfrm>
              <a:off x="7730724" y="4924369"/>
              <a:ext cx="543617" cy="680232"/>
            </a:xfrm>
            <a:custGeom>
              <a:avLst/>
              <a:gdLst>
                <a:gd name="T0" fmla="*/ 522 w 573"/>
                <a:gd name="T1" fmla="*/ 0 h 717"/>
                <a:gd name="T2" fmla="*/ 540 w 573"/>
                <a:gd name="T3" fmla="*/ 1 h 717"/>
                <a:gd name="T4" fmla="*/ 557 w 573"/>
                <a:gd name="T5" fmla="*/ 10 h 717"/>
                <a:gd name="T6" fmla="*/ 568 w 573"/>
                <a:gd name="T7" fmla="*/ 24 h 717"/>
                <a:gd name="T8" fmla="*/ 573 w 573"/>
                <a:gd name="T9" fmla="*/ 40 h 717"/>
                <a:gd name="T10" fmla="*/ 571 w 573"/>
                <a:gd name="T11" fmla="*/ 57 h 717"/>
                <a:gd name="T12" fmla="*/ 562 w 573"/>
                <a:gd name="T13" fmla="*/ 75 h 717"/>
                <a:gd name="T14" fmla="*/ 81 w 573"/>
                <a:gd name="T15" fmla="*/ 700 h 717"/>
                <a:gd name="T16" fmla="*/ 67 w 573"/>
                <a:gd name="T17" fmla="*/ 712 h 717"/>
                <a:gd name="T18" fmla="*/ 51 w 573"/>
                <a:gd name="T19" fmla="*/ 717 h 717"/>
                <a:gd name="T20" fmla="*/ 32 w 573"/>
                <a:gd name="T21" fmla="*/ 715 h 717"/>
                <a:gd name="T22" fmla="*/ 16 w 573"/>
                <a:gd name="T23" fmla="*/ 707 h 717"/>
                <a:gd name="T24" fmla="*/ 5 w 573"/>
                <a:gd name="T25" fmla="*/ 693 h 717"/>
                <a:gd name="T26" fmla="*/ 0 w 573"/>
                <a:gd name="T27" fmla="*/ 675 h 717"/>
                <a:gd name="T28" fmla="*/ 2 w 573"/>
                <a:gd name="T29" fmla="*/ 658 h 717"/>
                <a:gd name="T30" fmla="*/ 11 w 573"/>
                <a:gd name="T31" fmla="*/ 642 h 717"/>
                <a:gd name="T32" fmla="*/ 491 w 573"/>
                <a:gd name="T33" fmla="*/ 15 h 717"/>
                <a:gd name="T34" fmla="*/ 506 w 573"/>
                <a:gd name="T35" fmla="*/ 3 h 717"/>
                <a:gd name="T36" fmla="*/ 522 w 573"/>
                <a:gd name="T37" fmla="*/ 0 h 7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73" h="717">
                  <a:moveTo>
                    <a:pt x="522" y="0"/>
                  </a:moveTo>
                  <a:lnTo>
                    <a:pt x="540" y="1"/>
                  </a:lnTo>
                  <a:lnTo>
                    <a:pt x="557" y="10"/>
                  </a:lnTo>
                  <a:lnTo>
                    <a:pt x="568" y="24"/>
                  </a:lnTo>
                  <a:lnTo>
                    <a:pt x="573" y="40"/>
                  </a:lnTo>
                  <a:lnTo>
                    <a:pt x="571" y="57"/>
                  </a:lnTo>
                  <a:lnTo>
                    <a:pt x="562" y="75"/>
                  </a:lnTo>
                  <a:lnTo>
                    <a:pt x="81" y="700"/>
                  </a:lnTo>
                  <a:lnTo>
                    <a:pt x="67" y="712"/>
                  </a:lnTo>
                  <a:lnTo>
                    <a:pt x="51" y="717"/>
                  </a:lnTo>
                  <a:lnTo>
                    <a:pt x="32" y="715"/>
                  </a:lnTo>
                  <a:lnTo>
                    <a:pt x="16" y="707"/>
                  </a:lnTo>
                  <a:lnTo>
                    <a:pt x="5" y="693"/>
                  </a:lnTo>
                  <a:lnTo>
                    <a:pt x="0" y="675"/>
                  </a:lnTo>
                  <a:lnTo>
                    <a:pt x="2" y="658"/>
                  </a:lnTo>
                  <a:lnTo>
                    <a:pt x="11" y="642"/>
                  </a:lnTo>
                  <a:lnTo>
                    <a:pt x="491" y="15"/>
                  </a:lnTo>
                  <a:lnTo>
                    <a:pt x="506" y="3"/>
                  </a:lnTo>
                  <a:lnTo>
                    <a:pt x="522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96177" y="320634"/>
            <a:ext cx="6807148" cy="2543545"/>
          </a:xfrm>
        </p:spPr>
        <p:txBody>
          <a:bodyPr anchor="b"/>
          <a:lstStyle>
            <a:lvl1pPr>
              <a:lnSpc>
                <a:spcPct val="80000"/>
              </a:lnSpc>
              <a:defRPr sz="4400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96176" y="2924299"/>
            <a:ext cx="6814614" cy="1752600"/>
          </a:xfrm>
        </p:spPr>
        <p:txBody>
          <a:bodyPr/>
          <a:lstStyle>
            <a:lvl1pPr marL="0" indent="0" algn="l">
              <a:buNone/>
              <a:defRPr baseline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6159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7499" b="6701"/>
          <a:stretch/>
        </p:blipFill>
        <p:spPr>
          <a:xfrm flipV="1">
            <a:off x="0" y="1740436"/>
            <a:ext cx="9144000" cy="1502227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620" b="16130"/>
          <a:stretch/>
        </p:blipFill>
        <p:spPr>
          <a:xfrm flipH="1">
            <a:off x="2766" y="3242663"/>
            <a:ext cx="9144000" cy="3615334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-3" y="0"/>
            <a:ext cx="9143999" cy="1740437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/>
          <p:cNvGrpSpPr/>
          <p:nvPr/>
        </p:nvGrpSpPr>
        <p:grpSpPr>
          <a:xfrm>
            <a:off x="496176" y="382676"/>
            <a:ext cx="3105481" cy="975083"/>
            <a:chOff x="2814452" y="4625522"/>
            <a:chExt cx="5459889" cy="1714337"/>
          </a:xfrm>
        </p:grpSpPr>
        <p:sp>
          <p:nvSpPr>
            <p:cNvPr id="11" name="Freeform 6"/>
            <p:cNvSpPr>
              <a:spLocks noEditPoints="1"/>
            </p:cNvSpPr>
            <p:nvPr/>
          </p:nvSpPr>
          <p:spPr bwMode="auto">
            <a:xfrm>
              <a:off x="2814452" y="5818063"/>
              <a:ext cx="523694" cy="508514"/>
            </a:xfrm>
            <a:custGeom>
              <a:avLst/>
              <a:gdLst>
                <a:gd name="T0" fmla="*/ 98 w 552"/>
                <a:gd name="T1" fmla="*/ 79 h 536"/>
                <a:gd name="T2" fmla="*/ 98 w 552"/>
                <a:gd name="T3" fmla="*/ 241 h 536"/>
                <a:gd name="T4" fmla="*/ 307 w 552"/>
                <a:gd name="T5" fmla="*/ 241 h 536"/>
                <a:gd name="T6" fmla="*/ 342 w 552"/>
                <a:gd name="T7" fmla="*/ 241 h 536"/>
                <a:gd name="T8" fmla="*/ 374 w 552"/>
                <a:gd name="T9" fmla="*/ 238 h 536"/>
                <a:gd name="T10" fmla="*/ 398 w 552"/>
                <a:gd name="T11" fmla="*/ 231 h 536"/>
                <a:gd name="T12" fmla="*/ 417 w 552"/>
                <a:gd name="T13" fmla="*/ 222 h 536"/>
                <a:gd name="T14" fmla="*/ 431 w 552"/>
                <a:gd name="T15" fmla="*/ 206 h 536"/>
                <a:gd name="T16" fmla="*/ 440 w 552"/>
                <a:gd name="T17" fmla="*/ 187 h 536"/>
                <a:gd name="T18" fmla="*/ 443 w 552"/>
                <a:gd name="T19" fmla="*/ 161 h 536"/>
                <a:gd name="T20" fmla="*/ 440 w 552"/>
                <a:gd name="T21" fmla="*/ 135 h 536"/>
                <a:gd name="T22" fmla="*/ 431 w 552"/>
                <a:gd name="T23" fmla="*/ 114 h 536"/>
                <a:gd name="T24" fmla="*/ 417 w 552"/>
                <a:gd name="T25" fmla="*/ 100 h 536"/>
                <a:gd name="T26" fmla="*/ 398 w 552"/>
                <a:gd name="T27" fmla="*/ 89 h 536"/>
                <a:gd name="T28" fmla="*/ 374 w 552"/>
                <a:gd name="T29" fmla="*/ 84 h 536"/>
                <a:gd name="T30" fmla="*/ 342 w 552"/>
                <a:gd name="T31" fmla="*/ 80 h 536"/>
                <a:gd name="T32" fmla="*/ 307 w 552"/>
                <a:gd name="T33" fmla="*/ 79 h 536"/>
                <a:gd name="T34" fmla="*/ 98 w 552"/>
                <a:gd name="T35" fmla="*/ 79 h 536"/>
                <a:gd name="T36" fmla="*/ 0 w 552"/>
                <a:gd name="T37" fmla="*/ 0 h 536"/>
                <a:gd name="T38" fmla="*/ 323 w 552"/>
                <a:gd name="T39" fmla="*/ 0 h 536"/>
                <a:gd name="T40" fmla="*/ 377 w 552"/>
                <a:gd name="T41" fmla="*/ 2 h 536"/>
                <a:gd name="T42" fmla="*/ 422 w 552"/>
                <a:gd name="T43" fmla="*/ 9 h 536"/>
                <a:gd name="T44" fmla="*/ 461 w 552"/>
                <a:gd name="T45" fmla="*/ 19 h 536"/>
                <a:gd name="T46" fmla="*/ 490 w 552"/>
                <a:gd name="T47" fmla="*/ 37 h 536"/>
                <a:gd name="T48" fmla="*/ 513 w 552"/>
                <a:gd name="T49" fmla="*/ 58 h 536"/>
                <a:gd name="T50" fmla="*/ 529 w 552"/>
                <a:gd name="T51" fmla="*/ 86 h 536"/>
                <a:gd name="T52" fmla="*/ 538 w 552"/>
                <a:gd name="T53" fmla="*/ 119 h 536"/>
                <a:gd name="T54" fmla="*/ 541 w 552"/>
                <a:gd name="T55" fmla="*/ 157 h 536"/>
                <a:gd name="T56" fmla="*/ 538 w 552"/>
                <a:gd name="T57" fmla="*/ 194 h 536"/>
                <a:gd name="T58" fmla="*/ 529 w 552"/>
                <a:gd name="T59" fmla="*/ 225 h 536"/>
                <a:gd name="T60" fmla="*/ 513 w 552"/>
                <a:gd name="T61" fmla="*/ 252 h 536"/>
                <a:gd name="T62" fmla="*/ 494 w 552"/>
                <a:gd name="T63" fmla="*/ 272 h 536"/>
                <a:gd name="T64" fmla="*/ 473 w 552"/>
                <a:gd name="T65" fmla="*/ 290 h 536"/>
                <a:gd name="T66" fmla="*/ 447 w 552"/>
                <a:gd name="T67" fmla="*/ 302 h 536"/>
                <a:gd name="T68" fmla="*/ 421 w 552"/>
                <a:gd name="T69" fmla="*/ 311 h 536"/>
                <a:gd name="T70" fmla="*/ 393 w 552"/>
                <a:gd name="T71" fmla="*/ 314 h 536"/>
                <a:gd name="T72" fmla="*/ 384 w 552"/>
                <a:gd name="T73" fmla="*/ 314 h 536"/>
                <a:gd name="T74" fmla="*/ 552 w 552"/>
                <a:gd name="T75" fmla="*/ 536 h 536"/>
                <a:gd name="T76" fmla="*/ 431 w 552"/>
                <a:gd name="T77" fmla="*/ 536 h 536"/>
                <a:gd name="T78" fmla="*/ 274 w 552"/>
                <a:gd name="T79" fmla="*/ 323 h 536"/>
                <a:gd name="T80" fmla="*/ 274 w 552"/>
                <a:gd name="T81" fmla="*/ 321 h 536"/>
                <a:gd name="T82" fmla="*/ 98 w 552"/>
                <a:gd name="T83" fmla="*/ 321 h 536"/>
                <a:gd name="T84" fmla="*/ 98 w 552"/>
                <a:gd name="T85" fmla="*/ 536 h 536"/>
                <a:gd name="T86" fmla="*/ 0 w 552"/>
                <a:gd name="T87" fmla="*/ 536 h 536"/>
                <a:gd name="T88" fmla="*/ 0 w 552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2" h="536">
                  <a:moveTo>
                    <a:pt x="98" y="79"/>
                  </a:moveTo>
                  <a:lnTo>
                    <a:pt x="98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4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4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8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61" y="19"/>
                  </a:lnTo>
                  <a:lnTo>
                    <a:pt x="490" y="37"/>
                  </a:lnTo>
                  <a:lnTo>
                    <a:pt x="513" y="58"/>
                  </a:lnTo>
                  <a:lnTo>
                    <a:pt x="529" y="86"/>
                  </a:lnTo>
                  <a:lnTo>
                    <a:pt x="538" y="119"/>
                  </a:lnTo>
                  <a:lnTo>
                    <a:pt x="541" y="157"/>
                  </a:lnTo>
                  <a:lnTo>
                    <a:pt x="538" y="194"/>
                  </a:lnTo>
                  <a:lnTo>
                    <a:pt x="529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3" y="290"/>
                  </a:lnTo>
                  <a:lnTo>
                    <a:pt x="447" y="302"/>
                  </a:lnTo>
                  <a:lnTo>
                    <a:pt x="421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2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4" y="321"/>
                  </a:lnTo>
                  <a:lnTo>
                    <a:pt x="98" y="321"/>
                  </a:lnTo>
                  <a:lnTo>
                    <a:pt x="9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7"/>
            <p:cNvSpPr>
              <a:spLocks/>
            </p:cNvSpPr>
            <p:nvPr/>
          </p:nvSpPr>
          <p:spPr bwMode="auto">
            <a:xfrm>
              <a:off x="3467172" y="5818063"/>
              <a:ext cx="462976" cy="508514"/>
            </a:xfrm>
            <a:custGeom>
              <a:avLst/>
              <a:gdLst>
                <a:gd name="T0" fmla="*/ 0 w 488"/>
                <a:gd name="T1" fmla="*/ 0 h 536"/>
                <a:gd name="T2" fmla="*/ 440 w 488"/>
                <a:gd name="T3" fmla="*/ 0 h 536"/>
                <a:gd name="T4" fmla="*/ 455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5 w 488"/>
                <a:gd name="T17" fmla="*/ 79 h 536"/>
                <a:gd name="T18" fmla="*/ 440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54 w 488"/>
                <a:gd name="T25" fmla="*/ 218 h 536"/>
                <a:gd name="T26" fmla="*/ 370 w 488"/>
                <a:gd name="T27" fmla="*/ 222 h 536"/>
                <a:gd name="T28" fmla="*/ 384 w 488"/>
                <a:gd name="T29" fmla="*/ 231 h 536"/>
                <a:gd name="T30" fmla="*/ 392 w 488"/>
                <a:gd name="T31" fmla="*/ 243 h 536"/>
                <a:gd name="T32" fmla="*/ 396 w 488"/>
                <a:gd name="T33" fmla="*/ 259 h 536"/>
                <a:gd name="T34" fmla="*/ 392 w 488"/>
                <a:gd name="T35" fmla="*/ 276 h 536"/>
                <a:gd name="T36" fmla="*/ 384 w 488"/>
                <a:gd name="T37" fmla="*/ 288 h 536"/>
                <a:gd name="T38" fmla="*/ 370 w 488"/>
                <a:gd name="T39" fmla="*/ 297 h 536"/>
                <a:gd name="T40" fmla="*/ 354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8 w 488"/>
                <a:gd name="T47" fmla="*/ 454 h 536"/>
                <a:gd name="T48" fmla="*/ 464 w 488"/>
                <a:gd name="T49" fmla="*/ 457 h 536"/>
                <a:gd name="T50" fmla="*/ 478 w 488"/>
                <a:gd name="T51" fmla="*/ 466 h 536"/>
                <a:gd name="T52" fmla="*/ 487 w 488"/>
                <a:gd name="T53" fmla="*/ 478 h 536"/>
                <a:gd name="T54" fmla="*/ 488 w 488"/>
                <a:gd name="T55" fmla="*/ 494 h 536"/>
                <a:gd name="T56" fmla="*/ 487 w 488"/>
                <a:gd name="T57" fmla="*/ 512 h 536"/>
                <a:gd name="T58" fmla="*/ 478 w 488"/>
                <a:gd name="T59" fmla="*/ 524 h 536"/>
                <a:gd name="T60" fmla="*/ 464 w 488"/>
                <a:gd name="T61" fmla="*/ 533 h 536"/>
                <a:gd name="T62" fmla="*/ 448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40" y="0"/>
                  </a:lnTo>
                  <a:lnTo>
                    <a:pt x="455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5" y="79"/>
                  </a:lnTo>
                  <a:lnTo>
                    <a:pt x="440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54" y="218"/>
                  </a:lnTo>
                  <a:lnTo>
                    <a:pt x="370" y="222"/>
                  </a:lnTo>
                  <a:lnTo>
                    <a:pt x="384" y="231"/>
                  </a:lnTo>
                  <a:lnTo>
                    <a:pt x="392" y="243"/>
                  </a:lnTo>
                  <a:lnTo>
                    <a:pt x="396" y="259"/>
                  </a:lnTo>
                  <a:lnTo>
                    <a:pt x="392" y="276"/>
                  </a:lnTo>
                  <a:lnTo>
                    <a:pt x="384" y="288"/>
                  </a:lnTo>
                  <a:lnTo>
                    <a:pt x="370" y="297"/>
                  </a:lnTo>
                  <a:lnTo>
                    <a:pt x="354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8" y="454"/>
                  </a:lnTo>
                  <a:lnTo>
                    <a:pt x="464" y="457"/>
                  </a:lnTo>
                  <a:lnTo>
                    <a:pt x="478" y="466"/>
                  </a:lnTo>
                  <a:lnTo>
                    <a:pt x="487" y="478"/>
                  </a:lnTo>
                  <a:lnTo>
                    <a:pt x="488" y="494"/>
                  </a:lnTo>
                  <a:lnTo>
                    <a:pt x="487" y="512"/>
                  </a:lnTo>
                  <a:lnTo>
                    <a:pt x="478" y="524"/>
                  </a:lnTo>
                  <a:lnTo>
                    <a:pt x="464" y="533"/>
                  </a:lnTo>
                  <a:lnTo>
                    <a:pt x="44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8"/>
            <p:cNvSpPr>
              <a:spLocks/>
            </p:cNvSpPr>
            <p:nvPr/>
          </p:nvSpPr>
          <p:spPr bwMode="auto">
            <a:xfrm>
              <a:off x="4041148" y="5818063"/>
              <a:ext cx="541720" cy="508514"/>
            </a:xfrm>
            <a:custGeom>
              <a:avLst/>
              <a:gdLst>
                <a:gd name="T0" fmla="*/ 48 w 571"/>
                <a:gd name="T1" fmla="*/ 0 h 536"/>
                <a:gd name="T2" fmla="*/ 65 w 571"/>
                <a:gd name="T3" fmla="*/ 4 h 536"/>
                <a:gd name="T4" fmla="*/ 79 w 571"/>
                <a:gd name="T5" fmla="*/ 12 h 536"/>
                <a:gd name="T6" fmla="*/ 89 w 571"/>
                <a:gd name="T7" fmla="*/ 26 h 536"/>
                <a:gd name="T8" fmla="*/ 280 w 571"/>
                <a:gd name="T9" fmla="*/ 431 h 536"/>
                <a:gd name="T10" fmla="*/ 285 w 571"/>
                <a:gd name="T11" fmla="*/ 440 h 536"/>
                <a:gd name="T12" fmla="*/ 484 w 571"/>
                <a:gd name="T13" fmla="*/ 26 h 536"/>
                <a:gd name="T14" fmla="*/ 494 w 571"/>
                <a:gd name="T15" fmla="*/ 12 h 536"/>
                <a:gd name="T16" fmla="*/ 508 w 571"/>
                <a:gd name="T17" fmla="*/ 2 h 536"/>
                <a:gd name="T18" fmla="*/ 526 w 571"/>
                <a:gd name="T19" fmla="*/ 0 h 536"/>
                <a:gd name="T20" fmla="*/ 541 w 571"/>
                <a:gd name="T21" fmla="*/ 2 h 536"/>
                <a:gd name="T22" fmla="*/ 554 w 571"/>
                <a:gd name="T23" fmla="*/ 9 h 536"/>
                <a:gd name="T24" fmla="*/ 564 w 571"/>
                <a:gd name="T25" fmla="*/ 21 h 536"/>
                <a:gd name="T26" fmla="*/ 571 w 571"/>
                <a:gd name="T27" fmla="*/ 35 h 536"/>
                <a:gd name="T28" fmla="*/ 571 w 571"/>
                <a:gd name="T29" fmla="*/ 51 h 536"/>
                <a:gd name="T30" fmla="*/ 568 w 571"/>
                <a:gd name="T31" fmla="*/ 67 h 536"/>
                <a:gd name="T32" fmla="*/ 337 w 571"/>
                <a:gd name="T33" fmla="*/ 536 h 536"/>
                <a:gd name="T34" fmla="*/ 233 w 571"/>
                <a:gd name="T35" fmla="*/ 536 h 536"/>
                <a:gd name="T36" fmla="*/ 6 w 571"/>
                <a:gd name="T37" fmla="*/ 67 h 536"/>
                <a:gd name="T38" fmla="*/ 0 w 571"/>
                <a:gd name="T39" fmla="*/ 51 h 536"/>
                <a:gd name="T40" fmla="*/ 2 w 571"/>
                <a:gd name="T41" fmla="*/ 35 h 536"/>
                <a:gd name="T42" fmla="*/ 7 w 571"/>
                <a:gd name="T43" fmla="*/ 21 h 536"/>
                <a:gd name="T44" fmla="*/ 18 w 571"/>
                <a:gd name="T45" fmla="*/ 9 h 536"/>
                <a:gd name="T46" fmla="*/ 32 w 571"/>
                <a:gd name="T47" fmla="*/ 2 h 536"/>
                <a:gd name="T48" fmla="*/ 48 w 571"/>
                <a:gd name="T4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571" h="536">
                  <a:moveTo>
                    <a:pt x="48" y="0"/>
                  </a:moveTo>
                  <a:lnTo>
                    <a:pt x="65" y="4"/>
                  </a:lnTo>
                  <a:lnTo>
                    <a:pt x="79" y="12"/>
                  </a:lnTo>
                  <a:lnTo>
                    <a:pt x="89" y="26"/>
                  </a:lnTo>
                  <a:lnTo>
                    <a:pt x="280" y="431"/>
                  </a:lnTo>
                  <a:lnTo>
                    <a:pt x="285" y="440"/>
                  </a:lnTo>
                  <a:lnTo>
                    <a:pt x="484" y="26"/>
                  </a:lnTo>
                  <a:lnTo>
                    <a:pt x="494" y="12"/>
                  </a:lnTo>
                  <a:lnTo>
                    <a:pt x="508" y="2"/>
                  </a:lnTo>
                  <a:lnTo>
                    <a:pt x="526" y="0"/>
                  </a:lnTo>
                  <a:lnTo>
                    <a:pt x="541" y="2"/>
                  </a:lnTo>
                  <a:lnTo>
                    <a:pt x="554" y="9"/>
                  </a:lnTo>
                  <a:lnTo>
                    <a:pt x="564" y="21"/>
                  </a:lnTo>
                  <a:lnTo>
                    <a:pt x="571" y="35"/>
                  </a:lnTo>
                  <a:lnTo>
                    <a:pt x="571" y="51"/>
                  </a:lnTo>
                  <a:lnTo>
                    <a:pt x="568" y="67"/>
                  </a:lnTo>
                  <a:lnTo>
                    <a:pt x="337" y="536"/>
                  </a:lnTo>
                  <a:lnTo>
                    <a:pt x="233" y="536"/>
                  </a:lnTo>
                  <a:lnTo>
                    <a:pt x="6" y="67"/>
                  </a:lnTo>
                  <a:lnTo>
                    <a:pt x="0" y="51"/>
                  </a:lnTo>
                  <a:lnTo>
                    <a:pt x="2" y="35"/>
                  </a:lnTo>
                  <a:lnTo>
                    <a:pt x="7" y="21"/>
                  </a:lnTo>
                  <a:lnTo>
                    <a:pt x="18" y="9"/>
                  </a:lnTo>
                  <a:lnTo>
                    <a:pt x="32" y="2"/>
                  </a:lnTo>
                  <a:lnTo>
                    <a:pt x="48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9"/>
            <p:cNvSpPr>
              <a:spLocks noEditPoints="1"/>
            </p:cNvSpPr>
            <p:nvPr/>
          </p:nvSpPr>
          <p:spPr bwMode="auto">
            <a:xfrm>
              <a:off x="4582868" y="5818063"/>
              <a:ext cx="608130" cy="508514"/>
            </a:xfrm>
            <a:custGeom>
              <a:avLst/>
              <a:gdLst>
                <a:gd name="T0" fmla="*/ 321 w 641"/>
                <a:gd name="T1" fmla="*/ 70 h 536"/>
                <a:gd name="T2" fmla="*/ 201 w 641"/>
                <a:gd name="T3" fmla="*/ 328 h 536"/>
                <a:gd name="T4" fmla="*/ 443 w 641"/>
                <a:gd name="T5" fmla="*/ 328 h 536"/>
                <a:gd name="T6" fmla="*/ 321 w 641"/>
                <a:gd name="T7" fmla="*/ 70 h 536"/>
                <a:gd name="T8" fmla="*/ 264 w 641"/>
                <a:gd name="T9" fmla="*/ 0 h 536"/>
                <a:gd name="T10" fmla="*/ 381 w 641"/>
                <a:gd name="T11" fmla="*/ 0 h 536"/>
                <a:gd name="T12" fmla="*/ 641 w 641"/>
                <a:gd name="T13" fmla="*/ 536 h 536"/>
                <a:gd name="T14" fmla="*/ 538 w 641"/>
                <a:gd name="T15" fmla="*/ 536 h 536"/>
                <a:gd name="T16" fmla="*/ 482 w 641"/>
                <a:gd name="T17" fmla="*/ 414 h 536"/>
                <a:gd name="T18" fmla="*/ 480 w 641"/>
                <a:gd name="T19" fmla="*/ 410 h 536"/>
                <a:gd name="T20" fmla="*/ 161 w 641"/>
                <a:gd name="T21" fmla="*/ 410 h 536"/>
                <a:gd name="T22" fmla="*/ 103 w 641"/>
                <a:gd name="T23" fmla="*/ 536 h 536"/>
                <a:gd name="T24" fmla="*/ 0 w 641"/>
                <a:gd name="T25" fmla="*/ 536 h 536"/>
                <a:gd name="T26" fmla="*/ 264 w 641"/>
                <a:gd name="T2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1" h="536">
                  <a:moveTo>
                    <a:pt x="321" y="70"/>
                  </a:moveTo>
                  <a:lnTo>
                    <a:pt x="201" y="328"/>
                  </a:lnTo>
                  <a:lnTo>
                    <a:pt x="443" y="328"/>
                  </a:lnTo>
                  <a:lnTo>
                    <a:pt x="321" y="70"/>
                  </a:lnTo>
                  <a:close/>
                  <a:moveTo>
                    <a:pt x="264" y="0"/>
                  </a:moveTo>
                  <a:lnTo>
                    <a:pt x="381" y="0"/>
                  </a:lnTo>
                  <a:lnTo>
                    <a:pt x="641" y="536"/>
                  </a:lnTo>
                  <a:lnTo>
                    <a:pt x="538" y="536"/>
                  </a:lnTo>
                  <a:lnTo>
                    <a:pt x="482" y="414"/>
                  </a:lnTo>
                  <a:lnTo>
                    <a:pt x="480" y="410"/>
                  </a:lnTo>
                  <a:lnTo>
                    <a:pt x="161" y="410"/>
                  </a:lnTo>
                  <a:lnTo>
                    <a:pt x="103" y="536"/>
                  </a:lnTo>
                  <a:lnTo>
                    <a:pt x="0" y="536"/>
                  </a:lnTo>
                  <a:lnTo>
                    <a:pt x="264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0"/>
            <p:cNvSpPr>
              <a:spLocks/>
            </p:cNvSpPr>
            <p:nvPr/>
          </p:nvSpPr>
          <p:spPr bwMode="auto">
            <a:xfrm>
              <a:off x="5169177" y="5818063"/>
              <a:ext cx="555002" cy="508514"/>
            </a:xfrm>
            <a:custGeom>
              <a:avLst/>
              <a:gdLst>
                <a:gd name="T0" fmla="*/ 42 w 585"/>
                <a:gd name="T1" fmla="*/ 0 h 536"/>
                <a:gd name="T2" fmla="*/ 545 w 585"/>
                <a:gd name="T3" fmla="*/ 0 h 536"/>
                <a:gd name="T4" fmla="*/ 560 w 585"/>
                <a:gd name="T5" fmla="*/ 2 h 536"/>
                <a:gd name="T6" fmla="*/ 574 w 585"/>
                <a:gd name="T7" fmla="*/ 12 h 536"/>
                <a:gd name="T8" fmla="*/ 583 w 585"/>
                <a:gd name="T9" fmla="*/ 25 h 536"/>
                <a:gd name="T10" fmla="*/ 585 w 585"/>
                <a:gd name="T11" fmla="*/ 40 h 536"/>
                <a:gd name="T12" fmla="*/ 583 w 585"/>
                <a:gd name="T13" fmla="*/ 56 h 536"/>
                <a:gd name="T14" fmla="*/ 574 w 585"/>
                <a:gd name="T15" fmla="*/ 70 h 536"/>
                <a:gd name="T16" fmla="*/ 560 w 585"/>
                <a:gd name="T17" fmla="*/ 79 h 536"/>
                <a:gd name="T18" fmla="*/ 545 w 585"/>
                <a:gd name="T19" fmla="*/ 82 h 536"/>
                <a:gd name="T20" fmla="*/ 342 w 585"/>
                <a:gd name="T21" fmla="*/ 82 h 536"/>
                <a:gd name="T22" fmla="*/ 342 w 585"/>
                <a:gd name="T23" fmla="*/ 536 h 536"/>
                <a:gd name="T24" fmla="*/ 244 w 585"/>
                <a:gd name="T25" fmla="*/ 536 h 536"/>
                <a:gd name="T26" fmla="*/ 244 w 585"/>
                <a:gd name="T27" fmla="*/ 82 h 536"/>
                <a:gd name="T28" fmla="*/ 42 w 585"/>
                <a:gd name="T29" fmla="*/ 82 h 536"/>
                <a:gd name="T30" fmla="*/ 26 w 585"/>
                <a:gd name="T31" fmla="*/ 79 h 536"/>
                <a:gd name="T32" fmla="*/ 12 w 585"/>
                <a:gd name="T33" fmla="*/ 70 h 536"/>
                <a:gd name="T34" fmla="*/ 4 w 585"/>
                <a:gd name="T35" fmla="*/ 56 h 536"/>
                <a:gd name="T36" fmla="*/ 0 w 585"/>
                <a:gd name="T37" fmla="*/ 40 h 536"/>
                <a:gd name="T38" fmla="*/ 4 w 585"/>
                <a:gd name="T39" fmla="*/ 25 h 536"/>
                <a:gd name="T40" fmla="*/ 12 w 585"/>
                <a:gd name="T41" fmla="*/ 12 h 536"/>
                <a:gd name="T42" fmla="*/ 26 w 585"/>
                <a:gd name="T43" fmla="*/ 2 h 536"/>
                <a:gd name="T44" fmla="*/ 42 w 585"/>
                <a:gd name="T45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585" h="536">
                  <a:moveTo>
                    <a:pt x="42" y="0"/>
                  </a:moveTo>
                  <a:lnTo>
                    <a:pt x="545" y="0"/>
                  </a:lnTo>
                  <a:lnTo>
                    <a:pt x="560" y="2"/>
                  </a:lnTo>
                  <a:lnTo>
                    <a:pt x="574" y="12"/>
                  </a:lnTo>
                  <a:lnTo>
                    <a:pt x="583" y="25"/>
                  </a:lnTo>
                  <a:lnTo>
                    <a:pt x="585" y="40"/>
                  </a:lnTo>
                  <a:lnTo>
                    <a:pt x="583" y="56"/>
                  </a:lnTo>
                  <a:lnTo>
                    <a:pt x="574" y="70"/>
                  </a:lnTo>
                  <a:lnTo>
                    <a:pt x="560" y="79"/>
                  </a:lnTo>
                  <a:lnTo>
                    <a:pt x="545" y="82"/>
                  </a:lnTo>
                  <a:lnTo>
                    <a:pt x="342" y="82"/>
                  </a:lnTo>
                  <a:lnTo>
                    <a:pt x="342" y="536"/>
                  </a:lnTo>
                  <a:lnTo>
                    <a:pt x="244" y="536"/>
                  </a:lnTo>
                  <a:lnTo>
                    <a:pt x="244" y="82"/>
                  </a:lnTo>
                  <a:lnTo>
                    <a:pt x="42" y="82"/>
                  </a:lnTo>
                  <a:lnTo>
                    <a:pt x="26" y="79"/>
                  </a:lnTo>
                  <a:lnTo>
                    <a:pt x="12" y="70"/>
                  </a:lnTo>
                  <a:lnTo>
                    <a:pt x="4" y="56"/>
                  </a:lnTo>
                  <a:lnTo>
                    <a:pt x="0" y="40"/>
                  </a:lnTo>
                  <a:lnTo>
                    <a:pt x="4" y="25"/>
                  </a:lnTo>
                  <a:lnTo>
                    <a:pt x="12" y="12"/>
                  </a:lnTo>
                  <a:lnTo>
                    <a:pt x="26" y="2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11"/>
            <p:cNvSpPr>
              <a:spLocks/>
            </p:cNvSpPr>
            <p:nvPr/>
          </p:nvSpPr>
          <p:spPr bwMode="auto">
            <a:xfrm>
              <a:off x="5831384" y="5818063"/>
              <a:ext cx="541720" cy="521796"/>
            </a:xfrm>
            <a:custGeom>
              <a:avLst/>
              <a:gdLst>
                <a:gd name="T0" fmla="*/ 49 w 571"/>
                <a:gd name="T1" fmla="*/ 0 h 550"/>
                <a:gd name="T2" fmla="*/ 68 w 571"/>
                <a:gd name="T3" fmla="*/ 4 h 550"/>
                <a:gd name="T4" fmla="*/ 84 w 571"/>
                <a:gd name="T5" fmla="*/ 14 h 550"/>
                <a:gd name="T6" fmla="*/ 94 w 571"/>
                <a:gd name="T7" fmla="*/ 30 h 550"/>
                <a:gd name="T8" fmla="*/ 98 w 571"/>
                <a:gd name="T9" fmla="*/ 49 h 550"/>
                <a:gd name="T10" fmla="*/ 98 w 571"/>
                <a:gd name="T11" fmla="*/ 299 h 550"/>
                <a:gd name="T12" fmla="*/ 98 w 571"/>
                <a:gd name="T13" fmla="*/ 320 h 550"/>
                <a:gd name="T14" fmla="*/ 101 w 571"/>
                <a:gd name="T15" fmla="*/ 342 h 550"/>
                <a:gd name="T16" fmla="*/ 105 w 571"/>
                <a:gd name="T17" fmla="*/ 363 h 550"/>
                <a:gd name="T18" fmla="*/ 112 w 571"/>
                <a:gd name="T19" fmla="*/ 384 h 550"/>
                <a:gd name="T20" fmla="*/ 122 w 571"/>
                <a:gd name="T21" fmla="*/ 403 h 550"/>
                <a:gd name="T22" fmla="*/ 136 w 571"/>
                <a:gd name="T23" fmla="*/ 421 h 550"/>
                <a:gd name="T24" fmla="*/ 156 w 571"/>
                <a:gd name="T25" fmla="*/ 437 h 550"/>
                <a:gd name="T26" fmla="*/ 180 w 571"/>
                <a:gd name="T27" fmla="*/ 449 h 550"/>
                <a:gd name="T28" fmla="*/ 208 w 571"/>
                <a:gd name="T29" fmla="*/ 459 h 550"/>
                <a:gd name="T30" fmla="*/ 245 w 571"/>
                <a:gd name="T31" fmla="*/ 464 h 550"/>
                <a:gd name="T32" fmla="*/ 286 w 571"/>
                <a:gd name="T33" fmla="*/ 466 h 550"/>
                <a:gd name="T34" fmla="*/ 328 w 571"/>
                <a:gd name="T35" fmla="*/ 464 h 550"/>
                <a:gd name="T36" fmla="*/ 363 w 571"/>
                <a:gd name="T37" fmla="*/ 459 h 550"/>
                <a:gd name="T38" fmla="*/ 391 w 571"/>
                <a:gd name="T39" fmla="*/ 449 h 550"/>
                <a:gd name="T40" fmla="*/ 416 w 571"/>
                <a:gd name="T41" fmla="*/ 437 h 550"/>
                <a:gd name="T42" fmla="*/ 435 w 571"/>
                <a:gd name="T43" fmla="*/ 421 h 550"/>
                <a:gd name="T44" fmla="*/ 449 w 571"/>
                <a:gd name="T45" fmla="*/ 403 h 550"/>
                <a:gd name="T46" fmla="*/ 459 w 571"/>
                <a:gd name="T47" fmla="*/ 384 h 550"/>
                <a:gd name="T48" fmla="*/ 466 w 571"/>
                <a:gd name="T49" fmla="*/ 363 h 550"/>
                <a:gd name="T50" fmla="*/ 470 w 571"/>
                <a:gd name="T51" fmla="*/ 342 h 550"/>
                <a:gd name="T52" fmla="*/ 473 w 571"/>
                <a:gd name="T53" fmla="*/ 320 h 550"/>
                <a:gd name="T54" fmla="*/ 473 w 571"/>
                <a:gd name="T55" fmla="*/ 299 h 550"/>
                <a:gd name="T56" fmla="*/ 473 w 571"/>
                <a:gd name="T57" fmla="*/ 49 h 550"/>
                <a:gd name="T58" fmla="*/ 477 w 571"/>
                <a:gd name="T59" fmla="*/ 30 h 550"/>
                <a:gd name="T60" fmla="*/ 487 w 571"/>
                <a:gd name="T61" fmla="*/ 14 h 550"/>
                <a:gd name="T62" fmla="*/ 503 w 571"/>
                <a:gd name="T63" fmla="*/ 4 h 550"/>
                <a:gd name="T64" fmla="*/ 522 w 571"/>
                <a:gd name="T65" fmla="*/ 0 h 550"/>
                <a:gd name="T66" fmla="*/ 541 w 571"/>
                <a:gd name="T67" fmla="*/ 4 h 550"/>
                <a:gd name="T68" fmla="*/ 557 w 571"/>
                <a:gd name="T69" fmla="*/ 14 h 550"/>
                <a:gd name="T70" fmla="*/ 567 w 571"/>
                <a:gd name="T71" fmla="*/ 30 h 550"/>
                <a:gd name="T72" fmla="*/ 571 w 571"/>
                <a:gd name="T73" fmla="*/ 49 h 550"/>
                <a:gd name="T74" fmla="*/ 571 w 571"/>
                <a:gd name="T75" fmla="*/ 306 h 550"/>
                <a:gd name="T76" fmla="*/ 567 w 571"/>
                <a:gd name="T77" fmla="*/ 358 h 550"/>
                <a:gd name="T78" fmla="*/ 557 w 571"/>
                <a:gd name="T79" fmla="*/ 402 h 550"/>
                <a:gd name="T80" fmla="*/ 540 w 571"/>
                <a:gd name="T81" fmla="*/ 442 h 550"/>
                <a:gd name="T82" fmla="*/ 513 w 571"/>
                <a:gd name="T83" fmla="*/ 475 h 550"/>
                <a:gd name="T84" fmla="*/ 482 w 571"/>
                <a:gd name="T85" fmla="*/ 501 h 550"/>
                <a:gd name="T86" fmla="*/ 444 w 571"/>
                <a:gd name="T87" fmla="*/ 522 h 550"/>
                <a:gd name="T88" fmla="*/ 398 w 571"/>
                <a:gd name="T89" fmla="*/ 538 h 550"/>
                <a:gd name="T90" fmla="*/ 346 w 571"/>
                <a:gd name="T91" fmla="*/ 547 h 550"/>
                <a:gd name="T92" fmla="*/ 286 w 571"/>
                <a:gd name="T93" fmla="*/ 550 h 550"/>
                <a:gd name="T94" fmla="*/ 225 w 571"/>
                <a:gd name="T95" fmla="*/ 547 h 550"/>
                <a:gd name="T96" fmla="*/ 173 w 571"/>
                <a:gd name="T97" fmla="*/ 538 h 550"/>
                <a:gd name="T98" fmla="*/ 128 w 571"/>
                <a:gd name="T99" fmla="*/ 522 h 550"/>
                <a:gd name="T100" fmla="*/ 89 w 571"/>
                <a:gd name="T101" fmla="*/ 501 h 550"/>
                <a:gd name="T102" fmla="*/ 58 w 571"/>
                <a:gd name="T103" fmla="*/ 475 h 550"/>
                <a:gd name="T104" fmla="*/ 32 w 571"/>
                <a:gd name="T105" fmla="*/ 442 h 550"/>
                <a:gd name="T106" fmla="*/ 14 w 571"/>
                <a:gd name="T107" fmla="*/ 402 h 550"/>
                <a:gd name="T108" fmla="*/ 4 w 571"/>
                <a:gd name="T109" fmla="*/ 358 h 550"/>
                <a:gd name="T110" fmla="*/ 0 w 571"/>
                <a:gd name="T111" fmla="*/ 306 h 550"/>
                <a:gd name="T112" fmla="*/ 0 w 571"/>
                <a:gd name="T113" fmla="*/ 49 h 550"/>
                <a:gd name="T114" fmla="*/ 4 w 571"/>
                <a:gd name="T115" fmla="*/ 30 h 550"/>
                <a:gd name="T116" fmla="*/ 14 w 571"/>
                <a:gd name="T117" fmla="*/ 14 h 550"/>
                <a:gd name="T118" fmla="*/ 30 w 571"/>
                <a:gd name="T119" fmla="*/ 4 h 550"/>
                <a:gd name="T120" fmla="*/ 49 w 571"/>
                <a:gd name="T121" fmla="*/ 0 h 5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571" h="550">
                  <a:moveTo>
                    <a:pt x="49" y="0"/>
                  </a:moveTo>
                  <a:lnTo>
                    <a:pt x="68" y="4"/>
                  </a:lnTo>
                  <a:lnTo>
                    <a:pt x="84" y="14"/>
                  </a:lnTo>
                  <a:lnTo>
                    <a:pt x="94" y="30"/>
                  </a:lnTo>
                  <a:lnTo>
                    <a:pt x="98" y="49"/>
                  </a:lnTo>
                  <a:lnTo>
                    <a:pt x="98" y="299"/>
                  </a:lnTo>
                  <a:lnTo>
                    <a:pt x="98" y="320"/>
                  </a:lnTo>
                  <a:lnTo>
                    <a:pt x="101" y="342"/>
                  </a:lnTo>
                  <a:lnTo>
                    <a:pt x="105" y="363"/>
                  </a:lnTo>
                  <a:lnTo>
                    <a:pt x="112" y="384"/>
                  </a:lnTo>
                  <a:lnTo>
                    <a:pt x="122" y="403"/>
                  </a:lnTo>
                  <a:lnTo>
                    <a:pt x="136" y="421"/>
                  </a:lnTo>
                  <a:lnTo>
                    <a:pt x="156" y="437"/>
                  </a:lnTo>
                  <a:lnTo>
                    <a:pt x="180" y="449"/>
                  </a:lnTo>
                  <a:lnTo>
                    <a:pt x="208" y="459"/>
                  </a:lnTo>
                  <a:lnTo>
                    <a:pt x="245" y="464"/>
                  </a:lnTo>
                  <a:lnTo>
                    <a:pt x="286" y="466"/>
                  </a:lnTo>
                  <a:lnTo>
                    <a:pt x="328" y="464"/>
                  </a:lnTo>
                  <a:lnTo>
                    <a:pt x="363" y="459"/>
                  </a:lnTo>
                  <a:lnTo>
                    <a:pt x="391" y="449"/>
                  </a:lnTo>
                  <a:lnTo>
                    <a:pt x="416" y="437"/>
                  </a:lnTo>
                  <a:lnTo>
                    <a:pt x="435" y="421"/>
                  </a:lnTo>
                  <a:lnTo>
                    <a:pt x="449" y="403"/>
                  </a:lnTo>
                  <a:lnTo>
                    <a:pt x="459" y="384"/>
                  </a:lnTo>
                  <a:lnTo>
                    <a:pt x="466" y="363"/>
                  </a:lnTo>
                  <a:lnTo>
                    <a:pt x="470" y="342"/>
                  </a:lnTo>
                  <a:lnTo>
                    <a:pt x="473" y="320"/>
                  </a:lnTo>
                  <a:lnTo>
                    <a:pt x="473" y="299"/>
                  </a:lnTo>
                  <a:lnTo>
                    <a:pt x="473" y="49"/>
                  </a:lnTo>
                  <a:lnTo>
                    <a:pt x="477" y="30"/>
                  </a:lnTo>
                  <a:lnTo>
                    <a:pt x="487" y="14"/>
                  </a:lnTo>
                  <a:lnTo>
                    <a:pt x="503" y="4"/>
                  </a:lnTo>
                  <a:lnTo>
                    <a:pt x="522" y="0"/>
                  </a:lnTo>
                  <a:lnTo>
                    <a:pt x="541" y="4"/>
                  </a:lnTo>
                  <a:lnTo>
                    <a:pt x="557" y="14"/>
                  </a:lnTo>
                  <a:lnTo>
                    <a:pt x="567" y="30"/>
                  </a:lnTo>
                  <a:lnTo>
                    <a:pt x="571" y="49"/>
                  </a:lnTo>
                  <a:lnTo>
                    <a:pt x="571" y="306"/>
                  </a:lnTo>
                  <a:lnTo>
                    <a:pt x="567" y="358"/>
                  </a:lnTo>
                  <a:lnTo>
                    <a:pt x="557" y="402"/>
                  </a:lnTo>
                  <a:lnTo>
                    <a:pt x="540" y="442"/>
                  </a:lnTo>
                  <a:lnTo>
                    <a:pt x="513" y="475"/>
                  </a:lnTo>
                  <a:lnTo>
                    <a:pt x="482" y="501"/>
                  </a:lnTo>
                  <a:lnTo>
                    <a:pt x="444" y="522"/>
                  </a:lnTo>
                  <a:lnTo>
                    <a:pt x="398" y="538"/>
                  </a:lnTo>
                  <a:lnTo>
                    <a:pt x="346" y="547"/>
                  </a:lnTo>
                  <a:lnTo>
                    <a:pt x="286" y="550"/>
                  </a:lnTo>
                  <a:lnTo>
                    <a:pt x="225" y="547"/>
                  </a:lnTo>
                  <a:lnTo>
                    <a:pt x="173" y="538"/>
                  </a:lnTo>
                  <a:lnTo>
                    <a:pt x="128" y="522"/>
                  </a:lnTo>
                  <a:lnTo>
                    <a:pt x="89" y="501"/>
                  </a:lnTo>
                  <a:lnTo>
                    <a:pt x="58" y="475"/>
                  </a:lnTo>
                  <a:lnTo>
                    <a:pt x="32" y="442"/>
                  </a:lnTo>
                  <a:lnTo>
                    <a:pt x="14" y="402"/>
                  </a:lnTo>
                  <a:lnTo>
                    <a:pt x="4" y="358"/>
                  </a:lnTo>
                  <a:lnTo>
                    <a:pt x="0" y="306"/>
                  </a:lnTo>
                  <a:lnTo>
                    <a:pt x="0" y="49"/>
                  </a:lnTo>
                  <a:lnTo>
                    <a:pt x="4" y="30"/>
                  </a:lnTo>
                  <a:lnTo>
                    <a:pt x="14" y="14"/>
                  </a:lnTo>
                  <a:lnTo>
                    <a:pt x="30" y="4"/>
                  </a:lnTo>
                  <a:lnTo>
                    <a:pt x="49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2"/>
            <p:cNvSpPr>
              <a:spLocks noEditPoints="1"/>
            </p:cNvSpPr>
            <p:nvPr/>
          </p:nvSpPr>
          <p:spPr bwMode="auto">
            <a:xfrm>
              <a:off x="6530592" y="5818063"/>
              <a:ext cx="521796" cy="508514"/>
            </a:xfrm>
            <a:custGeom>
              <a:avLst/>
              <a:gdLst>
                <a:gd name="T0" fmla="*/ 96 w 550"/>
                <a:gd name="T1" fmla="*/ 79 h 536"/>
                <a:gd name="T2" fmla="*/ 96 w 550"/>
                <a:gd name="T3" fmla="*/ 241 h 536"/>
                <a:gd name="T4" fmla="*/ 307 w 550"/>
                <a:gd name="T5" fmla="*/ 241 h 536"/>
                <a:gd name="T6" fmla="*/ 342 w 550"/>
                <a:gd name="T7" fmla="*/ 241 h 536"/>
                <a:gd name="T8" fmla="*/ 372 w 550"/>
                <a:gd name="T9" fmla="*/ 238 h 536"/>
                <a:gd name="T10" fmla="*/ 398 w 550"/>
                <a:gd name="T11" fmla="*/ 231 h 536"/>
                <a:gd name="T12" fmla="*/ 417 w 550"/>
                <a:gd name="T13" fmla="*/ 222 h 536"/>
                <a:gd name="T14" fmla="*/ 431 w 550"/>
                <a:gd name="T15" fmla="*/ 206 h 536"/>
                <a:gd name="T16" fmla="*/ 440 w 550"/>
                <a:gd name="T17" fmla="*/ 187 h 536"/>
                <a:gd name="T18" fmla="*/ 443 w 550"/>
                <a:gd name="T19" fmla="*/ 161 h 536"/>
                <a:gd name="T20" fmla="*/ 440 w 550"/>
                <a:gd name="T21" fmla="*/ 135 h 536"/>
                <a:gd name="T22" fmla="*/ 431 w 550"/>
                <a:gd name="T23" fmla="*/ 114 h 536"/>
                <a:gd name="T24" fmla="*/ 417 w 550"/>
                <a:gd name="T25" fmla="*/ 100 h 536"/>
                <a:gd name="T26" fmla="*/ 398 w 550"/>
                <a:gd name="T27" fmla="*/ 89 h 536"/>
                <a:gd name="T28" fmla="*/ 372 w 550"/>
                <a:gd name="T29" fmla="*/ 84 h 536"/>
                <a:gd name="T30" fmla="*/ 342 w 550"/>
                <a:gd name="T31" fmla="*/ 80 h 536"/>
                <a:gd name="T32" fmla="*/ 307 w 550"/>
                <a:gd name="T33" fmla="*/ 79 h 536"/>
                <a:gd name="T34" fmla="*/ 96 w 550"/>
                <a:gd name="T35" fmla="*/ 79 h 536"/>
                <a:gd name="T36" fmla="*/ 0 w 550"/>
                <a:gd name="T37" fmla="*/ 0 h 536"/>
                <a:gd name="T38" fmla="*/ 323 w 550"/>
                <a:gd name="T39" fmla="*/ 0 h 536"/>
                <a:gd name="T40" fmla="*/ 377 w 550"/>
                <a:gd name="T41" fmla="*/ 2 h 536"/>
                <a:gd name="T42" fmla="*/ 422 w 550"/>
                <a:gd name="T43" fmla="*/ 9 h 536"/>
                <a:gd name="T44" fmla="*/ 459 w 550"/>
                <a:gd name="T45" fmla="*/ 19 h 536"/>
                <a:gd name="T46" fmla="*/ 489 w 550"/>
                <a:gd name="T47" fmla="*/ 37 h 536"/>
                <a:gd name="T48" fmla="*/ 511 w 550"/>
                <a:gd name="T49" fmla="*/ 58 h 536"/>
                <a:gd name="T50" fmla="*/ 527 w 550"/>
                <a:gd name="T51" fmla="*/ 86 h 536"/>
                <a:gd name="T52" fmla="*/ 537 w 550"/>
                <a:gd name="T53" fmla="*/ 119 h 536"/>
                <a:gd name="T54" fmla="*/ 539 w 550"/>
                <a:gd name="T55" fmla="*/ 157 h 536"/>
                <a:gd name="T56" fmla="*/ 537 w 550"/>
                <a:gd name="T57" fmla="*/ 194 h 536"/>
                <a:gd name="T58" fmla="*/ 527 w 550"/>
                <a:gd name="T59" fmla="*/ 225 h 536"/>
                <a:gd name="T60" fmla="*/ 513 w 550"/>
                <a:gd name="T61" fmla="*/ 252 h 536"/>
                <a:gd name="T62" fmla="*/ 494 w 550"/>
                <a:gd name="T63" fmla="*/ 272 h 536"/>
                <a:gd name="T64" fmla="*/ 471 w 550"/>
                <a:gd name="T65" fmla="*/ 290 h 536"/>
                <a:gd name="T66" fmla="*/ 447 w 550"/>
                <a:gd name="T67" fmla="*/ 302 h 536"/>
                <a:gd name="T68" fmla="*/ 419 w 550"/>
                <a:gd name="T69" fmla="*/ 311 h 536"/>
                <a:gd name="T70" fmla="*/ 393 w 550"/>
                <a:gd name="T71" fmla="*/ 314 h 536"/>
                <a:gd name="T72" fmla="*/ 384 w 550"/>
                <a:gd name="T73" fmla="*/ 314 h 536"/>
                <a:gd name="T74" fmla="*/ 550 w 550"/>
                <a:gd name="T75" fmla="*/ 536 h 536"/>
                <a:gd name="T76" fmla="*/ 431 w 550"/>
                <a:gd name="T77" fmla="*/ 536 h 536"/>
                <a:gd name="T78" fmla="*/ 274 w 550"/>
                <a:gd name="T79" fmla="*/ 323 h 536"/>
                <a:gd name="T80" fmla="*/ 272 w 550"/>
                <a:gd name="T81" fmla="*/ 321 h 536"/>
                <a:gd name="T82" fmla="*/ 96 w 550"/>
                <a:gd name="T83" fmla="*/ 321 h 536"/>
                <a:gd name="T84" fmla="*/ 96 w 550"/>
                <a:gd name="T85" fmla="*/ 536 h 536"/>
                <a:gd name="T86" fmla="*/ 0 w 550"/>
                <a:gd name="T87" fmla="*/ 536 h 536"/>
                <a:gd name="T88" fmla="*/ 0 w 550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0" h="536">
                  <a:moveTo>
                    <a:pt x="96" y="79"/>
                  </a:moveTo>
                  <a:lnTo>
                    <a:pt x="96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2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2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6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59" y="19"/>
                  </a:lnTo>
                  <a:lnTo>
                    <a:pt x="489" y="37"/>
                  </a:lnTo>
                  <a:lnTo>
                    <a:pt x="511" y="58"/>
                  </a:lnTo>
                  <a:lnTo>
                    <a:pt x="527" y="86"/>
                  </a:lnTo>
                  <a:lnTo>
                    <a:pt x="537" y="119"/>
                  </a:lnTo>
                  <a:lnTo>
                    <a:pt x="539" y="157"/>
                  </a:lnTo>
                  <a:lnTo>
                    <a:pt x="537" y="194"/>
                  </a:lnTo>
                  <a:lnTo>
                    <a:pt x="527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1" y="290"/>
                  </a:lnTo>
                  <a:lnTo>
                    <a:pt x="447" y="302"/>
                  </a:lnTo>
                  <a:lnTo>
                    <a:pt x="419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0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2" y="321"/>
                  </a:lnTo>
                  <a:lnTo>
                    <a:pt x="96" y="321"/>
                  </a:lnTo>
                  <a:lnTo>
                    <a:pt x="9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13"/>
            <p:cNvSpPr>
              <a:spLocks/>
            </p:cNvSpPr>
            <p:nvPr/>
          </p:nvSpPr>
          <p:spPr bwMode="auto">
            <a:xfrm>
              <a:off x="7183312" y="5818063"/>
              <a:ext cx="462976" cy="508514"/>
            </a:xfrm>
            <a:custGeom>
              <a:avLst/>
              <a:gdLst>
                <a:gd name="T0" fmla="*/ 0 w 488"/>
                <a:gd name="T1" fmla="*/ 0 h 536"/>
                <a:gd name="T2" fmla="*/ 438 w 488"/>
                <a:gd name="T3" fmla="*/ 0 h 536"/>
                <a:gd name="T4" fmla="*/ 453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3 w 488"/>
                <a:gd name="T17" fmla="*/ 79 h 536"/>
                <a:gd name="T18" fmla="*/ 438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33 w 488"/>
                <a:gd name="T25" fmla="*/ 218 h 536"/>
                <a:gd name="T26" fmla="*/ 349 w 488"/>
                <a:gd name="T27" fmla="*/ 222 h 536"/>
                <a:gd name="T28" fmla="*/ 361 w 488"/>
                <a:gd name="T29" fmla="*/ 231 h 536"/>
                <a:gd name="T30" fmla="*/ 370 w 488"/>
                <a:gd name="T31" fmla="*/ 243 h 536"/>
                <a:gd name="T32" fmla="*/ 373 w 488"/>
                <a:gd name="T33" fmla="*/ 259 h 536"/>
                <a:gd name="T34" fmla="*/ 370 w 488"/>
                <a:gd name="T35" fmla="*/ 276 h 536"/>
                <a:gd name="T36" fmla="*/ 361 w 488"/>
                <a:gd name="T37" fmla="*/ 288 h 536"/>
                <a:gd name="T38" fmla="*/ 349 w 488"/>
                <a:gd name="T39" fmla="*/ 297 h 536"/>
                <a:gd name="T40" fmla="*/ 333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6 w 488"/>
                <a:gd name="T47" fmla="*/ 454 h 536"/>
                <a:gd name="T48" fmla="*/ 464 w 488"/>
                <a:gd name="T49" fmla="*/ 457 h 536"/>
                <a:gd name="T50" fmla="*/ 476 w 488"/>
                <a:gd name="T51" fmla="*/ 466 h 536"/>
                <a:gd name="T52" fmla="*/ 485 w 488"/>
                <a:gd name="T53" fmla="*/ 478 h 536"/>
                <a:gd name="T54" fmla="*/ 488 w 488"/>
                <a:gd name="T55" fmla="*/ 494 h 536"/>
                <a:gd name="T56" fmla="*/ 485 w 488"/>
                <a:gd name="T57" fmla="*/ 512 h 536"/>
                <a:gd name="T58" fmla="*/ 476 w 488"/>
                <a:gd name="T59" fmla="*/ 524 h 536"/>
                <a:gd name="T60" fmla="*/ 464 w 488"/>
                <a:gd name="T61" fmla="*/ 533 h 536"/>
                <a:gd name="T62" fmla="*/ 446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38" y="0"/>
                  </a:lnTo>
                  <a:lnTo>
                    <a:pt x="453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3" y="79"/>
                  </a:lnTo>
                  <a:lnTo>
                    <a:pt x="438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33" y="218"/>
                  </a:lnTo>
                  <a:lnTo>
                    <a:pt x="349" y="222"/>
                  </a:lnTo>
                  <a:lnTo>
                    <a:pt x="361" y="231"/>
                  </a:lnTo>
                  <a:lnTo>
                    <a:pt x="370" y="243"/>
                  </a:lnTo>
                  <a:lnTo>
                    <a:pt x="373" y="259"/>
                  </a:lnTo>
                  <a:lnTo>
                    <a:pt x="370" y="276"/>
                  </a:lnTo>
                  <a:lnTo>
                    <a:pt x="361" y="288"/>
                  </a:lnTo>
                  <a:lnTo>
                    <a:pt x="349" y="297"/>
                  </a:lnTo>
                  <a:lnTo>
                    <a:pt x="333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6" y="454"/>
                  </a:lnTo>
                  <a:lnTo>
                    <a:pt x="464" y="457"/>
                  </a:lnTo>
                  <a:lnTo>
                    <a:pt x="476" y="466"/>
                  </a:lnTo>
                  <a:lnTo>
                    <a:pt x="485" y="478"/>
                  </a:lnTo>
                  <a:lnTo>
                    <a:pt x="488" y="494"/>
                  </a:lnTo>
                  <a:lnTo>
                    <a:pt x="485" y="512"/>
                  </a:lnTo>
                  <a:lnTo>
                    <a:pt x="476" y="524"/>
                  </a:lnTo>
                  <a:lnTo>
                    <a:pt x="464" y="533"/>
                  </a:lnTo>
                  <a:lnTo>
                    <a:pt x="44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9" name="Freeform 14"/>
            <p:cNvSpPr>
              <a:spLocks/>
            </p:cNvSpPr>
            <p:nvPr/>
          </p:nvSpPr>
          <p:spPr bwMode="auto">
            <a:xfrm>
              <a:off x="4647381" y="5515421"/>
              <a:ext cx="91077" cy="87282"/>
            </a:xfrm>
            <a:custGeom>
              <a:avLst/>
              <a:gdLst>
                <a:gd name="T0" fmla="*/ 51 w 96"/>
                <a:gd name="T1" fmla="*/ 0 h 92"/>
                <a:gd name="T2" fmla="*/ 53 w 96"/>
                <a:gd name="T3" fmla="*/ 0 h 92"/>
                <a:gd name="T4" fmla="*/ 70 w 96"/>
                <a:gd name="T5" fmla="*/ 5 h 92"/>
                <a:gd name="T6" fmla="*/ 84 w 96"/>
                <a:gd name="T7" fmla="*/ 15 h 92"/>
                <a:gd name="T8" fmla="*/ 93 w 96"/>
                <a:gd name="T9" fmla="*/ 31 h 92"/>
                <a:gd name="T10" fmla="*/ 96 w 96"/>
                <a:gd name="T11" fmla="*/ 49 h 92"/>
                <a:gd name="T12" fmla="*/ 91 w 96"/>
                <a:gd name="T13" fmla="*/ 66 h 92"/>
                <a:gd name="T14" fmla="*/ 81 w 96"/>
                <a:gd name="T15" fmla="*/ 80 h 92"/>
                <a:gd name="T16" fmla="*/ 65 w 96"/>
                <a:gd name="T17" fmla="*/ 91 h 92"/>
                <a:gd name="T18" fmla="*/ 47 w 96"/>
                <a:gd name="T19" fmla="*/ 92 h 92"/>
                <a:gd name="T20" fmla="*/ 44 w 96"/>
                <a:gd name="T21" fmla="*/ 92 h 92"/>
                <a:gd name="T22" fmla="*/ 26 w 96"/>
                <a:gd name="T23" fmla="*/ 87 h 92"/>
                <a:gd name="T24" fmla="*/ 12 w 96"/>
                <a:gd name="T25" fmla="*/ 77 h 92"/>
                <a:gd name="T26" fmla="*/ 4 w 96"/>
                <a:gd name="T27" fmla="*/ 61 h 92"/>
                <a:gd name="T28" fmla="*/ 0 w 96"/>
                <a:gd name="T29" fmla="*/ 43 h 92"/>
                <a:gd name="T30" fmla="*/ 5 w 96"/>
                <a:gd name="T31" fmla="*/ 26 h 92"/>
                <a:gd name="T32" fmla="*/ 16 w 96"/>
                <a:gd name="T33" fmla="*/ 12 h 92"/>
                <a:gd name="T34" fmla="*/ 32 w 96"/>
                <a:gd name="T35" fmla="*/ 2 h 92"/>
                <a:gd name="T36" fmla="*/ 51 w 96"/>
                <a:gd name="T37" fmla="*/ 0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96" h="92">
                  <a:moveTo>
                    <a:pt x="51" y="0"/>
                  </a:moveTo>
                  <a:lnTo>
                    <a:pt x="53" y="0"/>
                  </a:lnTo>
                  <a:lnTo>
                    <a:pt x="70" y="5"/>
                  </a:lnTo>
                  <a:lnTo>
                    <a:pt x="84" y="15"/>
                  </a:lnTo>
                  <a:lnTo>
                    <a:pt x="93" y="31"/>
                  </a:lnTo>
                  <a:lnTo>
                    <a:pt x="96" y="49"/>
                  </a:lnTo>
                  <a:lnTo>
                    <a:pt x="91" y="66"/>
                  </a:lnTo>
                  <a:lnTo>
                    <a:pt x="81" y="80"/>
                  </a:lnTo>
                  <a:lnTo>
                    <a:pt x="65" y="91"/>
                  </a:lnTo>
                  <a:lnTo>
                    <a:pt x="47" y="92"/>
                  </a:lnTo>
                  <a:lnTo>
                    <a:pt x="44" y="92"/>
                  </a:lnTo>
                  <a:lnTo>
                    <a:pt x="26" y="87"/>
                  </a:lnTo>
                  <a:lnTo>
                    <a:pt x="12" y="77"/>
                  </a:lnTo>
                  <a:lnTo>
                    <a:pt x="4" y="61"/>
                  </a:lnTo>
                  <a:lnTo>
                    <a:pt x="0" y="43"/>
                  </a:lnTo>
                  <a:lnTo>
                    <a:pt x="5" y="26"/>
                  </a:lnTo>
                  <a:lnTo>
                    <a:pt x="16" y="12"/>
                  </a:lnTo>
                  <a:lnTo>
                    <a:pt x="32" y="2"/>
                  </a:lnTo>
                  <a:lnTo>
                    <a:pt x="51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0" name="Freeform 15"/>
            <p:cNvSpPr>
              <a:spLocks/>
            </p:cNvSpPr>
            <p:nvPr/>
          </p:nvSpPr>
          <p:spPr bwMode="auto">
            <a:xfrm>
              <a:off x="4937689" y="5235549"/>
              <a:ext cx="130923" cy="157487"/>
            </a:xfrm>
            <a:custGeom>
              <a:avLst/>
              <a:gdLst>
                <a:gd name="T0" fmla="*/ 40 w 138"/>
                <a:gd name="T1" fmla="*/ 0 h 166"/>
                <a:gd name="T2" fmla="*/ 57 w 138"/>
                <a:gd name="T3" fmla="*/ 2 h 166"/>
                <a:gd name="T4" fmla="*/ 73 w 138"/>
                <a:gd name="T5" fmla="*/ 9 h 166"/>
                <a:gd name="T6" fmla="*/ 85 w 138"/>
                <a:gd name="T7" fmla="*/ 22 h 166"/>
                <a:gd name="T8" fmla="*/ 132 w 138"/>
                <a:gd name="T9" fmla="*/ 96 h 166"/>
                <a:gd name="T10" fmla="*/ 138 w 138"/>
                <a:gd name="T11" fmla="*/ 113 h 166"/>
                <a:gd name="T12" fmla="*/ 138 w 138"/>
                <a:gd name="T13" fmla="*/ 131 h 166"/>
                <a:gd name="T14" fmla="*/ 129 w 138"/>
                <a:gd name="T15" fmla="*/ 146 h 166"/>
                <a:gd name="T16" fmla="*/ 115 w 138"/>
                <a:gd name="T17" fmla="*/ 159 h 166"/>
                <a:gd name="T18" fmla="*/ 99 w 138"/>
                <a:gd name="T19" fmla="*/ 166 h 166"/>
                <a:gd name="T20" fmla="*/ 80 w 138"/>
                <a:gd name="T21" fmla="*/ 164 h 166"/>
                <a:gd name="T22" fmla="*/ 64 w 138"/>
                <a:gd name="T23" fmla="*/ 157 h 166"/>
                <a:gd name="T24" fmla="*/ 52 w 138"/>
                <a:gd name="T25" fmla="*/ 143 h 166"/>
                <a:gd name="T26" fmla="*/ 5 w 138"/>
                <a:gd name="T27" fmla="*/ 70 h 166"/>
                <a:gd name="T28" fmla="*/ 0 w 138"/>
                <a:gd name="T29" fmla="*/ 52 h 166"/>
                <a:gd name="T30" fmla="*/ 0 w 138"/>
                <a:gd name="T31" fmla="*/ 35 h 166"/>
                <a:gd name="T32" fmla="*/ 8 w 138"/>
                <a:gd name="T33" fmla="*/ 17 h 166"/>
                <a:gd name="T34" fmla="*/ 22 w 138"/>
                <a:gd name="T35" fmla="*/ 7 h 166"/>
                <a:gd name="T36" fmla="*/ 40 w 138"/>
                <a:gd name="T37" fmla="*/ 0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38" h="166">
                  <a:moveTo>
                    <a:pt x="40" y="0"/>
                  </a:moveTo>
                  <a:lnTo>
                    <a:pt x="57" y="2"/>
                  </a:lnTo>
                  <a:lnTo>
                    <a:pt x="73" y="9"/>
                  </a:lnTo>
                  <a:lnTo>
                    <a:pt x="85" y="22"/>
                  </a:lnTo>
                  <a:lnTo>
                    <a:pt x="132" y="96"/>
                  </a:lnTo>
                  <a:lnTo>
                    <a:pt x="138" y="113"/>
                  </a:lnTo>
                  <a:lnTo>
                    <a:pt x="138" y="131"/>
                  </a:lnTo>
                  <a:lnTo>
                    <a:pt x="129" y="146"/>
                  </a:lnTo>
                  <a:lnTo>
                    <a:pt x="115" y="159"/>
                  </a:lnTo>
                  <a:lnTo>
                    <a:pt x="99" y="166"/>
                  </a:lnTo>
                  <a:lnTo>
                    <a:pt x="80" y="164"/>
                  </a:lnTo>
                  <a:lnTo>
                    <a:pt x="64" y="157"/>
                  </a:lnTo>
                  <a:lnTo>
                    <a:pt x="52" y="143"/>
                  </a:lnTo>
                  <a:lnTo>
                    <a:pt x="5" y="70"/>
                  </a:lnTo>
                  <a:lnTo>
                    <a:pt x="0" y="52"/>
                  </a:lnTo>
                  <a:lnTo>
                    <a:pt x="0" y="35"/>
                  </a:lnTo>
                  <a:lnTo>
                    <a:pt x="8" y="17"/>
                  </a:lnTo>
                  <a:lnTo>
                    <a:pt x="22" y="7"/>
                  </a:lnTo>
                  <a:lnTo>
                    <a:pt x="40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16"/>
            <p:cNvSpPr>
              <a:spLocks/>
            </p:cNvSpPr>
            <p:nvPr/>
          </p:nvSpPr>
          <p:spPr bwMode="auto">
            <a:xfrm>
              <a:off x="5278280" y="5018292"/>
              <a:ext cx="132821" cy="243821"/>
            </a:xfrm>
            <a:custGeom>
              <a:avLst/>
              <a:gdLst>
                <a:gd name="T0" fmla="*/ 53 w 140"/>
                <a:gd name="T1" fmla="*/ 0 h 257"/>
                <a:gd name="T2" fmla="*/ 68 w 140"/>
                <a:gd name="T3" fmla="*/ 7 h 257"/>
                <a:gd name="T4" fmla="*/ 82 w 140"/>
                <a:gd name="T5" fmla="*/ 19 h 257"/>
                <a:gd name="T6" fmla="*/ 89 w 140"/>
                <a:gd name="T7" fmla="*/ 35 h 257"/>
                <a:gd name="T8" fmla="*/ 140 w 140"/>
                <a:gd name="T9" fmla="*/ 199 h 257"/>
                <a:gd name="T10" fmla="*/ 140 w 140"/>
                <a:gd name="T11" fmla="*/ 218 h 257"/>
                <a:gd name="T12" fmla="*/ 135 w 140"/>
                <a:gd name="T13" fmla="*/ 234 h 257"/>
                <a:gd name="T14" fmla="*/ 122 w 140"/>
                <a:gd name="T15" fmla="*/ 248 h 257"/>
                <a:gd name="T16" fmla="*/ 105 w 140"/>
                <a:gd name="T17" fmla="*/ 255 h 257"/>
                <a:gd name="T18" fmla="*/ 88 w 140"/>
                <a:gd name="T19" fmla="*/ 257 h 257"/>
                <a:gd name="T20" fmla="*/ 70 w 140"/>
                <a:gd name="T21" fmla="*/ 250 h 257"/>
                <a:gd name="T22" fmla="*/ 58 w 140"/>
                <a:gd name="T23" fmla="*/ 239 h 257"/>
                <a:gd name="T24" fmla="*/ 49 w 140"/>
                <a:gd name="T25" fmla="*/ 222 h 257"/>
                <a:gd name="T26" fmla="*/ 0 w 140"/>
                <a:gd name="T27" fmla="*/ 58 h 257"/>
                <a:gd name="T28" fmla="*/ 0 w 140"/>
                <a:gd name="T29" fmla="*/ 40 h 257"/>
                <a:gd name="T30" fmla="*/ 5 w 140"/>
                <a:gd name="T31" fmla="*/ 23 h 257"/>
                <a:gd name="T32" fmla="*/ 18 w 140"/>
                <a:gd name="T33" fmla="*/ 11 h 257"/>
                <a:gd name="T34" fmla="*/ 33 w 140"/>
                <a:gd name="T35" fmla="*/ 2 h 257"/>
                <a:gd name="T36" fmla="*/ 53 w 140"/>
                <a:gd name="T37" fmla="*/ 0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40" h="257">
                  <a:moveTo>
                    <a:pt x="53" y="0"/>
                  </a:moveTo>
                  <a:lnTo>
                    <a:pt x="68" y="7"/>
                  </a:lnTo>
                  <a:lnTo>
                    <a:pt x="82" y="19"/>
                  </a:lnTo>
                  <a:lnTo>
                    <a:pt x="89" y="35"/>
                  </a:lnTo>
                  <a:lnTo>
                    <a:pt x="140" y="199"/>
                  </a:lnTo>
                  <a:lnTo>
                    <a:pt x="140" y="218"/>
                  </a:lnTo>
                  <a:lnTo>
                    <a:pt x="135" y="234"/>
                  </a:lnTo>
                  <a:lnTo>
                    <a:pt x="122" y="248"/>
                  </a:lnTo>
                  <a:lnTo>
                    <a:pt x="105" y="255"/>
                  </a:lnTo>
                  <a:lnTo>
                    <a:pt x="88" y="257"/>
                  </a:lnTo>
                  <a:lnTo>
                    <a:pt x="70" y="250"/>
                  </a:lnTo>
                  <a:lnTo>
                    <a:pt x="58" y="239"/>
                  </a:lnTo>
                  <a:lnTo>
                    <a:pt x="49" y="222"/>
                  </a:lnTo>
                  <a:lnTo>
                    <a:pt x="0" y="58"/>
                  </a:lnTo>
                  <a:lnTo>
                    <a:pt x="0" y="40"/>
                  </a:lnTo>
                  <a:lnTo>
                    <a:pt x="5" y="23"/>
                  </a:lnTo>
                  <a:lnTo>
                    <a:pt x="18" y="11"/>
                  </a:lnTo>
                  <a:lnTo>
                    <a:pt x="33" y="2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17"/>
            <p:cNvSpPr>
              <a:spLocks/>
            </p:cNvSpPr>
            <p:nvPr/>
          </p:nvSpPr>
          <p:spPr bwMode="auto">
            <a:xfrm>
              <a:off x="5649230" y="4842779"/>
              <a:ext cx="112898" cy="335847"/>
            </a:xfrm>
            <a:custGeom>
              <a:avLst/>
              <a:gdLst>
                <a:gd name="T0" fmla="*/ 44 w 119"/>
                <a:gd name="T1" fmla="*/ 0 h 354"/>
                <a:gd name="T2" fmla="*/ 63 w 119"/>
                <a:gd name="T3" fmla="*/ 4 h 354"/>
                <a:gd name="T4" fmla="*/ 77 w 119"/>
                <a:gd name="T5" fmla="*/ 12 h 354"/>
                <a:gd name="T6" fmla="*/ 87 w 119"/>
                <a:gd name="T7" fmla="*/ 26 h 354"/>
                <a:gd name="T8" fmla="*/ 93 w 119"/>
                <a:gd name="T9" fmla="*/ 44 h 354"/>
                <a:gd name="T10" fmla="*/ 119 w 119"/>
                <a:gd name="T11" fmla="*/ 306 h 354"/>
                <a:gd name="T12" fmla="*/ 115 w 119"/>
                <a:gd name="T13" fmla="*/ 323 h 354"/>
                <a:gd name="T14" fmla="*/ 107 w 119"/>
                <a:gd name="T15" fmla="*/ 339 h 354"/>
                <a:gd name="T16" fmla="*/ 93 w 119"/>
                <a:gd name="T17" fmla="*/ 349 h 354"/>
                <a:gd name="T18" fmla="*/ 75 w 119"/>
                <a:gd name="T19" fmla="*/ 354 h 354"/>
                <a:gd name="T20" fmla="*/ 58 w 119"/>
                <a:gd name="T21" fmla="*/ 351 h 354"/>
                <a:gd name="T22" fmla="*/ 42 w 119"/>
                <a:gd name="T23" fmla="*/ 342 h 354"/>
                <a:gd name="T24" fmla="*/ 32 w 119"/>
                <a:gd name="T25" fmla="*/ 328 h 354"/>
                <a:gd name="T26" fmla="*/ 26 w 119"/>
                <a:gd name="T27" fmla="*/ 311 h 354"/>
                <a:gd name="T28" fmla="*/ 0 w 119"/>
                <a:gd name="T29" fmla="*/ 49 h 354"/>
                <a:gd name="T30" fmla="*/ 4 w 119"/>
                <a:gd name="T31" fmla="*/ 32 h 354"/>
                <a:gd name="T32" fmla="*/ 12 w 119"/>
                <a:gd name="T33" fmla="*/ 16 h 354"/>
                <a:gd name="T34" fmla="*/ 26 w 119"/>
                <a:gd name="T35" fmla="*/ 5 h 354"/>
                <a:gd name="T36" fmla="*/ 44 w 119"/>
                <a:gd name="T37" fmla="*/ 0 h 3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9" h="354">
                  <a:moveTo>
                    <a:pt x="44" y="0"/>
                  </a:moveTo>
                  <a:lnTo>
                    <a:pt x="63" y="4"/>
                  </a:lnTo>
                  <a:lnTo>
                    <a:pt x="77" y="12"/>
                  </a:lnTo>
                  <a:lnTo>
                    <a:pt x="87" y="26"/>
                  </a:lnTo>
                  <a:lnTo>
                    <a:pt x="93" y="44"/>
                  </a:lnTo>
                  <a:lnTo>
                    <a:pt x="119" y="306"/>
                  </a:lnTo>
                  <a:lnTo>
                    <a:pt x="115" y="323"/>
                  </a:lnTo>
                  <a:lnTo>
                    <a:pt x="107" y="339"/>
                  </a:lnTo>
                  <a:lnTo>
                    <a:pt x="93" y="349"/>
                  </a:lnTo>
                  <a:lnTo>
                    <a:pt x="75" y="354"/>
                  </a:lnTo>
                  <a:lnTo>
                    <a:pt x="58" y="351"/>
                  </a:lnTo>
                  <a:lnTo>
                    <a:pt x="42" y="342"/>
                  </a:lnTo>
                  <a:lnTo>
                    <a:pt x="32" y="328"/>
                  </a:lnTo>
                  <a:lnTo>
                    <a:pt x="26" y="311"/>
                  </a:lnTo>
                  <a:lnTo>
                    <a:pt x="0" y="49"/>
                  </a:lnTo>
                  <a:lnTo>
                    <a:pt x="4" y="32"/>
                  </a:lnTo>
                  <a:lnTo>
                    <a:pt x="12" y="16"/>
                  </a:lnTo>
                  <a:lnTo>
                    <a:pt x="26" y="5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3" name="Freeform 18"/>
            <p:cNvSpPr>
              <a:spLocks/>
            </p:cNvSpPr>
            <p:nvPr/>
          </p:nvSpPr>
          <p:spPr bwMode="auto">
            <a:xfrm>
              <a:off x="6026821" y="4720394"/>
              <a:ext cx="104359" cy="420283"/>
            </a:xfrm>
            <a:custGeom>
              <a:avLst/>
              <a:gdLst>
                <a:gd name="T0" fmla="*/ 68 w 110"/>
                <a:gd name="T1" fmla="*/ 0 h 443"/>
                <a:gd name="T2" fmla="*/ 86 w 110"/>
                <a:gd name="T3" fmla="*/ 5 h 443"/>
                <a:gd name="T4" fmla="*/ 100 w 110"/>
                <a:gd name="T5" fmla="*/ 16 h 443"/>
                <a:gd name="T6" fmla="*/ 107 w 110"/>
                <a:gd name="T7" fmla="*/ 31 h 443"/>
                <a:gd name="T8" fmla="*/ 110 w 110"/>
                <a:gd name="T9" fmla="*/ 51 h 443"/>
                <a:gd name="T10" fmla="*/ 93 w 110"/>
                <a:gd name="T11" fmla="*/ 401 h 443"/>
                <a:gd name="T12" fmla="*/ 87 w 110"/>
                <a:gd name="T13" fmla="*/ 419 h 443"/>
                <a:gd name="T14" fmla="*/ 75 w 110"/>
                <a:gd name="T15" fmla="*/ 433 h 443"/>
                <a:gd name="T16" fmla="*/ 61 w 110"/>
                <a:gd name="T17" fmla="*/ 442 h 443"/>
                <a:gd name="T18" fmla="*/ 42 w 110"/>
                <a:gd name="T19" fmla="*/ 443 h 443"/>
                <a:gd name="T20" fmla="*/ 25 w 110"/>
                <a:gd name="T21" fmla="*/ 438 h 443"/>
                <a:gd name="T22" fmla="*/ 11 w 110"/>
                <a:gd name="T23" fmla="*/ 426 h 443"/>
                <a:gd name="T24" fmla="*/ 2 w 110"/>
                <a:gd name="T25" fmla="*/ 412 h 443"/>
                <a:gd name="T26" fmla="*/ 0 w 110"/>
                <a:gd name="T27" fmla="*/ 393 h 443"/>
                <a:gd name="T28" fmla="*/ 18 w 110"/>
                <a:gd name="T29" fmla="*/ 42 h 443"/>
                <a:gd name="T30" fmla="*/ 23 w 110"/>
                <a:gd name="T31" fmla="*/ 24 h 443"/>
                <a:gd name="T32" fmla="*/ 33 w 110"/>
                <a:gd name="T33" fmla="*/ 10 h 443"/>
                <a:gd name="T34" fmla="*/ 49 w 110"/>
                <a:gd name="T35" fmla="*/ 2 h 443"/>
                <a:gd name="T36" fmla="*/ 68 w 110"/>
                <a:gd name="T37" fmla="*/ 0 h 4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0" h="443">
                  <a:moveTo>
                    <a:pt x="68" y="0"/>
                  </a:moveTo>
                  <a:lnTo>
                    <a:pt x="86" y="5"/>
                  </a:lnTo>
                  <a:lnTo>
                    <a:pt x="100" y="16"/>
                  </a:lnTo>
                  <a:lnTo>
                    <a:pt x="107" y="31"/>
                  </a:lnTo>
                  <a:lnTo>
                    <a:pt x="110" y="51"/>
                  </a:lnTo>
                  <a:lnTo>
                    <a:pt x="93" y="401"/>
                  </a:lnTo>
                  <a:lnTo>
                    <a:pt x="87" y="419"/>
                  </a:lnTo>
                  <a:lnTo>
                    <a:pt x="75" y="433"/>
                  </a:lnTo>
                  <a:lnTo>
                    <a:pt x="61" y="442"/>
                  </a:lnTo>
                  <a:lnTo>
                    <a:pt x="42" y="443"/>
                  </a:lnTo>
                  <a:lnTo>
                    <a:pt x="25" y="438"/>
                  </a:lnTo>
                  <a:lnTo>
                    <a:pt x="11" y="426"/>
                  </a:lnTo>
                  <a:lnTo>
                    <a:pt x="2" y="412"/>
                  </a:lnTo>
                  <a:lnTo>
                    <a:pt x="0" y="393"/>
                  </a:lnTo>
                  <a:lnTo>
                    <a:pt x="18" y="42"/>
                  </a:lnTo>
                  <a:lnTo>
                    <a:pt x="23" y="24"/>
                  </a:lnTo>
                  <a:lnTo>
                    <a:pt x="33" y="10"/>
                  </a:lnTo>
                  <a:lnTo>
                    <a:pt x="49" y="2"/>
                  </a:lnTo>
                  <a:lnTo>
                    <a:pt x="68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4" name="Freeform 19"/>
            <p:cNvSpPr>
              <a:spLocks/>
            </p:cNvSpPr>
            <p:nvPr/>
          </p:nvSpPr>
          <p:spPr bwMode="auto">
            <a:xfrm>
              <a:off x="6384489" y="4647343"/>
              <a:ext cx="162232" cy="497129"/>
            </a:xfrm>
            <a:custGeom>
              <a:avLst/>
              <a:gdLst>
                <a:gd name="T0" fmla="*/ 119 w 171"/>
                <a:gd name="T1" fmla="*/ 0 h 524"/>
                <a:gd name="T2" fmla="*/ 136 w 171"/>
                <a:gd name="T3" fmla="*/ 0 h 524"/>
                <a:gd name="T4" fmla="*/ 154 w 171"/>
                <a:gd name="T5" fmla="*/ 9 h 524"/>
                <a:gd name="T6" fmla="*/ 166 w 171"/>
                <a:gd name="T7" fmla="*/ 21 h 524"/>
                <a:gd name="T8" fmla="*/ 171 w 171"/>
                <a:gd name="T9" fmla="*/ 37 h 524"/>
                <a:gd name="T10" fmla="*/ 171 w 171"/>
                <a:gd name="T11" fmla="*/ 56 h 524"/>
                <a:gd name="T12" fmla="*/ 91 w 171"/>
                <a:gd name="T13" fmla="*/ 489 h 524"/>
                <a:gd name="T14" fmla="*/ 84 w 171"/>
                <a:gd name="T15" fmla="*/ 506 h 524"/>
                <a:gd name="T16" fmla="*/ 70 w 171"/>
                <a:gd name="T17" fmla="*/ 517 h 524"/>
                <a:gd name="T18" fmla="*/ 54 w 171"/>
                <a:gd name="T19" fmla="*/ 524 h 524"/>
                <a:gd name="T20" fmla="*/ 37 w 171"/>
                <a:gd name="T21" fmla="*/ 524 h 524"/>
                <a:gd name="T22" fmla="*/ 19 w 171"/>
                <a:gd name="T23" fmla="*/ 517 h 524"/>
                <a:gd name="T24" fmla="*/ 7 w 171"/>
                <a:gd name="T25" fmla="*/ 503 h 524"/>
                <a:gd name="T26" fmla="*/ 0 w 171"/>
                <a:gd name="T27" fmla="*/ 487 h 524"/>
                <a:gd name="T28" fmla="*/ 2 w 171"/>
                <a:gd name="T29" fmla="*/ 468 h 524"/>
                <a:gd name="T30" fmla="*/ 82 w 171"/>
                <a:gd name="T31" fmla="*/ 35 h 524"/>
                <a:gd name="T32" fmla="*/ 89 w 171"/>
                <a:gd name="T33" fmla="*/ 19 h 524"/>
                <a:gd name="T34" fmla="*/ 101 w 171"/>
                <a:gd name="T35" fmla="*/ 7 h 524"/>
                <a:gd name="T36" fmla="*/ 119 w 171"/>
                <a:gd name="T37" fmla="*/ 0 h 5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71" h="524">
                  <a:moveTo>
                    <a:pt x="119" y="0"/>
                  </a:moveTo>
                  <a:lnTo>
                    <a:pt x="136" y="0"/>
                  </a:lnTo>
                  <a:lnTo>
                    <a:pt x="154" y="9"/>
                  </a:lnTo>
                  <a:lnTo>
                    <a:pt x="166" y="21"/>
                  </a:lnTo>
                  <a:lnTo>
                    <a:pt x="171" y="37"/>
                  </a:lnTo>
                  <a:lnTo>
                    <a:pt x="171" y="56"/>
                  </a:lnTo>
                  <a:lnTo>
                    <a:pt x="91" y="489"/>
                  </a:lnTo>
                  <a:lnTo>
                    <a:pt x="84" y="506"/>
                  </a:lnTo>
                  <a:lnTo>
                    <a:pt x="70" y="517"/>
                  </a:lnTo>
                  <a:lnTo>
                    <a:pt x="54" y="524"/>
                  </a:lnTo>
                  <a:lnTo>
                    <a:pt x="37" y="524"/>
                  </a:lnTo>
                  <a:lnTo>
                    <a:pt x="19" y="517"/>
                  </a:lnTo>
                  <a:lnTo>
                    <a:pt x="7" y="503"/>
                  </a:lnTo>
                  <a:lnTo>
                    <a:pt x="0" y="487"/>
                  </a:lnTo>
                  <a:lnTo>
                    <a:pt x="2" y="468"/>
                  </a:lnTo>
                  <a:lnTo>
                    <a:pt x="82" y="35"/>
                  </a:lnTo>
                  <a:lnTo>
                    <a:pt x="89" y="19"/>
                  </a:lnTo>
                  <a:lnTo>
                    <a:pt x="101" y="7"/>
                  </a:lnTo>
                  <a:lnTo>
                    <a:pt x="11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5" name="Freeform 20"/>
            <p:cNvSpPr>
              <a:spLocks/>
            </p:cNvSpPr>
            <p:nvPr/>
          </p:nvSpPr>
          <p:spPr bwMode="auto">
            <a:xfrm>
              <a:off x="6733618" y="4625522"/>
              <a:ext cx="241924" cy="568283"/>
            </a:xfrm>
            <a:custGeom>
              <a:avLst/>
              <a:gdLst>
                <a:gd name="T0" fmla="*/ 206 w 255"/>
                <a:gd name="T1" fmla="*/ 0 h 599"/>
                <a:gd name="T2" fmla="*/ 226 w 255"/>
                <a:gd name="T3" fmla="*/ 4 h 599"/>
                <a:gd name="T4" fmla="*/ 241 w 255"/>
                <a:gd name="T5" fmla="*/ 13 h 599"/>
                <a:gd name="T6" fmla="*/ 252 w 255"/>
                <a:gd name="T7" fmla="*/ 27 h 599"/>
                <a:gd name="T8" fmla="*/ 255 w 255"/>
                <a:gd name="T9" fmla="*/ 44 h 599"/>
                <a:gd name="T10" fmla="*/ 254 w 255"/>
                <a:gd name="T11" fmla="*/ 62 h 599"/>
                <a:gd name="T12" fmla="*/ 90 w 255"/>
                <a:gd name="T13" fmla="*/ 569 h 599"/>
                <a:gd name="T14" fmla="*/ 81 w 255"/>
                <a:gd name="T15" fmla="*/ 585 h 599"/>
                <a:gd name="T16" fmla="*/ 65 w 255"/>
                <a:gd name="T17" fmla="*/ 596 h 599"/>
                <a:gd name="T18" fmla="*/ 49 w 255"/>
                <a:gd name="T19" fmla="*/ 599 h 599"/>
                <a:gd name="T20" fmla="*/ 30 w 255"/>
                <a:gd name="T21" fmla="*/ 597 h 599"/>
                <a:gd name="T22" fmla="*/ 14 w 255"/>
                <a:gd name="T23" fmla="*/ 587 h 599"/>
                <a:gd name="T24" fmla="*/ 4 w 255"/>
                <a:gd name="T25" fmla="*/ 573 h 599"/>
                <a:gd name="T26" fmla="*/ 0 w 255"/>
                <a:gd name="T27" fmla="*/ 556 h 599"/>
                <a:gd name="T28" fmla="*/ 2 w 255"/>
                <a:gd name="T29" fmla="*/ 538 h 599"/>
                <a:gd name="T30" fmla="*/ 166 w 255"/>
                <a:gd name="T31" fmla="*/ 30 h 599"/>
                <a:gd name="T32" fmla="*/ 175 w 255"/>
                <a:gd name="T33" fmla="*/ 16 h 599"/>
                <a:gd name="T34" fmla="*/ 191 w 255"/>
                <a:gd name="T35" fmla="*/ 6 h 599"/>
                <a:gd name="T36" fmla="*/ 206 w 255"/>
                <a:gd name="T37" fmla="*/ 0 h 5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55" h="599">
                  <a:moveTo>
                    <a:pt x="206" y="0"/>
                  </a:moveTo>
                  <a:lnTo>
                    <a:pt x="226" y="4"/>
                  </a:lnTo>
                  <a:lnTo>
                    <a:pt x="241" y="13"/>
                  </a:lnTo>
                  <a:lnTo>
                    <a:pt x="252" y="27"/>
                  </a:lnTo>
                  <a:lnTo>
                    <a:pt x="255" y="44"/>
                  </a:lnTo>
                  <a:lnTo>
                    <a:pt x="254" y="62"/>
                  </a:lnTo>
                  <a:lnTo>
                    <a:pt x="90" y="569"/>
                  </a:lnTo>
                  <a:lnTo>
                    <a:pt x="81" y="585"/>
                  </a:lnTo>
                  <a:lnTo>
                    <a:pt x="65" y="596"/>
                  </a:lnTo>
                  <a:lnTo>
                    <a:pt x="49" y="599"/>
                  </a:lnTo>
                  <a:lnTo>
                    <a:pt x="30" y="597"/>
                  </a:lnTo>
                  <a:lnTo>
                    <a:pt x="14" y="587"/>
                  </a:lnTo>
                  <a:lnTo>
                    <a:pt x="4" y="573"/>
                  </a:lnTo>
                  <a:lnTo>
                    <a:pt x="0" y="556"/>
                  </a:lnTo>
                  <a:lnTo>
                    <a:pt x="2" y="538"/>
                  </a:lnTo>
                  <a:lnTo>
                    <a:pt x="166" y="30"/>
                  </a:lnTo>
                  <a:lnTo>
                    <a:pt x="175" y="16"/>
                  </a:lnTo>
                  <a:lnTo>
                    <a:pt x="191" y="6"/>
                  </a:lnTo>
                  <a:lnTo>
                    <a:pt x="206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6" name="Freeform 21"/>
            <p:cNvSpPr>
              <a:spLocks/>
            </p:cNvSpPr>
            <p:nvPr/>
          </p:nvSpPr>
          <p:spPr bwMode="auto">
            <a:xfrm>
              <a:off x="7077055" y="4665368"/>
              <a:ext cx="333950" cy="621412"/>
            </a:xfrm>
            <a:custGeom>
              <a:avLst/>
              <a:gdLst>
                <a:gd name="T0" fmla="*/ 309 w 352"/>
                <a:gd name="T1" fmla="*/ 0 h 655"/>
                <a:gd name="T2" fmla="*/ 326 w 352"/>
                <a:gd name="T3" fmla="*/ 6 h 655"/>
                <a:gd name="T4" fmla="*/ 342 w 352"/>
                <a:gd name="T5" fmla="*/ 18 h 655"/>
                <a:gd name="T6" fmla="*/ 349 w 352"/>
                <a:gd name="T7" fmla="*/ 32 h 655"/>
                <a:gd name="T8" fmla="*/ 352 w 352"/>
                <a:gd name="T9" fmla="*/ 49 h 655"/>
                <a:gd name="T10" fmla="*/ 347 w 352"/>
                <a:gd name="T11" fmla="*/ 68 h 655"/>
                <a:gd name="T12" fmla="*/ 87 w 352"/>
                <a:gd name="T13" fmla="*/ 630 h 655"/>
                <a:gd name="T14" fmla="*/ 77 w 352"/>
                <a:gd name="T15" fmla="*/ 644 h 655"/>
                <a:gd name="T16" fmla="*/ 61 w 352"/>
                <a:gd name="T17" fmla="*/ 653 h 655"/>
                <a:gd name="T18" fmla="*/ 43 w 352"/>
                <a:gd name="T19" fmla="*/ 655 h 655"/>
                <a:gd name="T20" fmla="*/ 26 w 352"/>
                <a:gd name="T21" fmla="*/ 650 h 655"/>
                <a:gd name="T22" fmla="*/ 10 w 352"/>
                <a:gd name="T23" fmla="*/ 639 h 655"/>
                <a:gd name="T24" fmla="*/ 3 w 352"/>
                <a:gd name="T25" fmla="*/ 623 h 655"/>
                <a:gd name="T26" fmla="*/ 0 w 352"/>
                <a:gd name="T27" fmla="*/ 606 h 655"/>
                <a:gd name="T28" fmla="*/ 5 w 352"/>
                <a:gd name="T29" fmla="*/ 589 h 655"/>
                <a:gd name="T30" fmla="*/ 265 w 352"/>
                <a:gd name="T31" fmla="*/ 27 h 655"/>
                <a:gd name="T32" fmla="*/ 276 w 352"/>
                <a:gd name="T33" fmla="*/ 11 h 655"/>
                <a:gd name="T34" fmla="*/ 291 w 352"/>
                <a:gd name="T35" fmla="*/ 4 h 655"/>
                <a:gd name="T36" fmla="*/ 309 w 352"/>
                <a:gd name="T37" fmla="*/ 0 h 6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52" h="655">
                  <a:moveTo>
                    <a:pt x="309" y="0"/>
                  </a:moveTo>
                  <a:lnTo>
                    <a:pt x="326" y="6"/>
                  </a:lnTo>
                  <a:lnTo>
                    <a:pt x="342" y="18"/>
                  </a:lnTo>
                  <a:lnTo>
                    <a:pt x="349" y="32"/>
                  </a:lnTo>
                  <a:lnTo>
                    <a:pt x="352" y="49"/>
                  </a:lnTo>
                  <a:lnTo>
                    <a:pt x="347" y="68"/>
                  </a:lnTo>
                  <a:lnTo>
                    <a:pt x="87" y="630"/>
                  </a:lnTo>
                  <a:lnTo>
                    <a:pt x="77" y="644"/>
                  </a:lnTo>
                  <a:lnTo>
                    <a:pt x="61" y="653"/>
                  </a:lnTo>
                  <a:lnTo>
                    <a:pt x="43" y="655"/>
                  </a:lnTo>
                  <a:lnTo>
                    <a:pt x="26" y="650"/>
                  </a:lnTo>
                  <a:lnTo>
                    <a:pt x="10" y="639"/>
                  </a:lnTo>
                  <a:lnTo>
                    <a:pt x="3" y="623"/>
                  </a:lnTo>
                  <a:lnTo>
                    <a:pt x="0" y="606"/>
                  </a:lnTo>
                  <a:lnTo>
                    <a:pt x="5" y="589"/>
                  </a:lnTo>
                  <a:lnTo>
                    <a:pt x="265" y="27"/>
                  </a:lnTo>
                  <a:lnTo>
                    <a:pt x="276" y="11"/>
                  </a:lnTo>
                  <a:lnTo>
                    <a:pt x="291" y="4"/>
                  </a:lnTo>
                  <a:lnTo>
                    <a:pt x="30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7" name="Freeform 22"/>
            <p:cNvSpPr>
              <a:spLocks/>
            </p:cNvSpPr>
            <p:nvPr/>
          </p:nvSpPr>
          <p:spPr bwMode="auto">
            <a:xfrm>
              <a:off x="7414800" y="4764984"/>
              <a:ext cx="430719" cy="659361"/>
            </a:xfrm>
            <a:custGeom>
              <a:avLst/>
              <a:gdLst>
                <a:gd name="T0" fmla="*/ 417 w 454"/>
                <a:gd name="T1" fmla="*/ 0 h 695"/>
                <a:gd name="T2" fmla="*/ 433 w 454"/>
                <a:gd name="T3" fmla="*/ 7 h 695"/>
                <a:gd name="T4" fmla="*/ 447 w 454"/>
                <a:gd name="T5" fmla="*/ 21 h 695"/>
                <a:gd name="T6" fmla="*/ 454 w 454"/>
                <a:gd name="T7" fmla="*/ 37 h 695"/>
                <a:gd name="T8" fmla="*/ 454 w 454"/>
                <a:gd name="T9" fmla="*/ 54 h 695"/>
                <a:gd name="T10" fmla="*/ 447 w 454"/>
                <a:gd name="T11" fmla="*/ 72 h 695"/>
                <a:gd name="T12" fmla="*/ 84 w 454"/>
                <a:gd name="T13" fmla="*/ 676 h 695"/>
                <a:gd name="T14" fmla="*/ 70 w 454"/>
                <a:gd name="T15" fmla="*/ 688 h 695"/>
                <a:gd name="T16" fmla="*/ 54 w 454"/>
                <a:gd name="T17" fmla="*/ 695 h 695"/>
                <a:gd name="T18" fmla="*/ 37 w 454"/>
                <a:gd name="T19" fmla="*/ 695 h 695"/>
                <a:gd name="T20" fmla="*/ 19 w 454"/>
                <a:gd name="T21" fmla="*/ 688 h 695"/>
                <a:gd name="T22" fmla="*/ 7 w 454"/>
                <a:gd name="T23" fmla="*/ 676 h 695"/>
                <a:gd name="T24" fmla="*/ 0 w 454"/>
                <a:gd name="T25" fmla="*/ 660 h 695"/>
                <a:gd name="T26" fmla="*/ 0 w 454"/>
                <a:gd name="T27" fmla="*/ 642 h 695"/>
                <a:gd name="T28" fmla="*/ 7 w 454"/>
                <a:gd name="T29" fmla="*/ 625 h 695"/>
                <a:gd name="T30" fmla="*/ 370 w 454"/>
                <a:gd name="T31" fmla="*/ 21 h 695"/>
                <a:gd name="T32" fmla="*/ 382 w 454"/>
                <a:gd name="T33" fmla="*/ 7 h 695"/>
                <a:gd name="T34" fmla="*/ 400 w 454"/>
                <a:gd name="T35" fmla="*/ 0 h 695"/>
                <a:gd name="T36" fmla="*/ 417 w 454"/>
                <a:gd name="T37" fmla="*/ 0 h 6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454" h="695">
                  <a:moveTo>
                    <a:pt x="417" y="0"/>
                  </a:moveTo>
                  <a:lnTo>
                    <a:pt x="433" y="7"/>
                  </a:lnTo>
                  <a:lnTo>
                    <a:pt x="447" y="21"/>
                  </a:lnTo>
                  <a:lnTo>
                    <a:pt x="454" y="37"/>
                  </a:lnTo>
                  <a:lnTo>
                    <a:pt x="454" y="54"/>
                  </a:lnTo>
                  <a:lnTo>
                    <a:pt x="447" y="72"/>
                  </a:lnTo>
                  <a:lnTo>
                    <a:pt x="84" y="676"/>
                  </a:lnTo>
                  <a:lnTo>
                    <a:pt x="70" y="688"/>
                  </a:lnTo>
                  <a:lnTo>
                    <a:pt x="54" y="695"/>
                  </a:lnTo>
                  <a:lnTo>
                    <a:pt x="37" y="695"/>
                  </a:lnTo>
                  <a:lnTo>
                    <a:pt x="19" y="688"/>
                  </a:lnTo>
                  <a:lnTo>
                    <a:pt x="7" y="676"/>
                  </a:lnTo>
                  <a:lnTo>
                    <a:pt x="0" y="660"/>
                  </a:lnTo>
                  <a:lnTo>
                    <a:pt x="0" y="642"/>
                  </a:lnTo>
                  <a:lnTo>
                    <a:pt x="7" y="625"/>
                  </a:lnTo>
                  <a:lnTo>
                    <a:pt x="370" y="21"/>
                  </a:lnTo>
                  <a:lnTo>
                    <a:pt x="382" y="7"/>
                  </a:lnTo>
                  <a:lnTo>
                    <a:pt x="400" y="0"/>
                  </a:lnTo>
                  <a:lnTo>
                    <a:pt x="417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8" name="Freeform 23"/>
            <p:cNvSpPr>
              <a:spLocks/>
            </p:cNvSpPr>
            <p:nvPr/>
          </p:nvSpPr>
          <p:spPr bwMode="auto">
            <a:xfrm>
              <a:off x="7730724" y="4924369"/>
              <a:ext cx="543617" cy="680232"/>
            </a:xfrm>
            <a:custGeom>
              <a:avLst/>
              <a:gdLst>
                <a:gd name="T0" fmla="*/ 522 w 573"/>
                <a:gd name="T1" fmla="*/ 0 h 717"/>
                <a:gd name="T2" fmla="*/ 540 w 573"/>
                <a:gd name="T3" fmla="*/ 1 h 717"/>
                <a:gd name="T4" fmla="*/ 557 w 573"/>
                <a:gd name="T5" fmla="*/ 10 h 717"/>
                <a:gd name="T6" fmla="*/ 568 w 573"/>
                <a:gd name="T7" fmla="*/ 24 h 717"/>
                <a:gd name="T8" fmla="*/ 573 w 573"/>
                <a:gd name="T9" fmla="*/ 40 h 717"/>
                <a:gd name="T10" fmla="*/ 571 w 573"/>
                <a:gd name="T11" fmla="*/ 57 h 717"/>
                <a:gd name="T12" fmla="*/ 562 w 573"/>
                <a:gd name="T13" fmla="*/ 75 h 717"/>
                <a:gd name="T14" fmla="*/ 81 w 573"/>
                <a:gd name="T15" fmla="*/ 700 h 717"/>
                <a:gd name="T16" fmla="*/ 67 w 573"/>
                <a:gd name="T17" fmla="*/ 712 h 717"/>
                <a:gd name="T18" fmla="*/ 51 w 573"/>
                <a:gd name="T19" fmla="*/ 717 h 717"/>
                <a:gd name="T20" fmla="*/ 32 w 573"/>
                <a:gd name="T21" fmla="*/ 715 h 717"/>
                <a:gd name="T22" fmla="*/ 16 w 573"/>
                <a:gd name="T23" fmla="*/ 707 h 717"/>
                <a:gd name="T24" fmla="*/ 5 w 573"/>
                <a:gd name="T25" fmla="*/ 693 h 717"/>
                <a:gd name="T26" fmla="*/ 0 w 573"/>
                <a:gd name="T27" fmla="*/ 675 h 717"/>
                <a:gd name="T28" fmla="*/ 2 w 573"/>
                <a:gd name="T29" fmla="*/ 658 h 717"/>
                <a:gd name="T30" fmla="*/ 11 w 573"/>
                <a:gd name="T31" fmla="*/ 642 h 717"/>
                <a:gd name="T32" fmla="*/ 491 w 573"/>
                <a:gd name="T33" fmla="*/ 15 h 717"/>
                <a:gd name="T34" fmla="*/ 506 w 573"/>
                <a:gd name="T35" fmla="*/ 3 h 717"/>
                <a:gd name="T36" fmla="*/ 522 w 573"/>
                <a:gd name="T37" fmla="*/ 0 h 7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73" h="717">
                  <a:moveTo>
                    <a:pt x="522" y="0"/>
                  </a:moveTo>
                  <a:lnTo>
                    <a:pt x="540" y="1"/>
                  </a:lnTo>
                  <a:lnTo>
                    <a:pt x="557" y="10"/>
                  </a:lnTo>
                  <a:lnTo>
                    <a:pt x="568" y="24"/>
                  </a:lnTo>
                  <a:lnTo>
                    <a:pt x="573" y="40"/>
                  </a:lnTo>
                  <a:lnTo>
                    <a:pt x="571" y="57"/>
                  </a:lnTo>
                  <a:lnTo>
                    <a:pt x="562" y="75"/>
                  </a:lnTo>
                  <a:lnTo>
                    <a:pt x="81" y="700"/>
                  </a:lnTo>
                  <a:lnTo>
                    <a:pt x="67" y="712"/>
                  </a:lnTo>
                  <a:lnTo>
                    <a:pt x="51" y="717"/>
                  </a:lnTo>
                  <a:lnTo>
                    <a:pt x="32" y="715"/>
                  </a:lnTo>
                  <a:lnTo>
                    <a:pt x="16" y="707"/>
                  </a:lnTo>
                  <a:lnTo>
                    <a:pt x="5" y="693"/>
                  </a:lnTo>
                  <a:lnTo>
                    <a:pt x="0" y="675"/>
                  </a:lnTo>
                  <a:lnTo>
                    <a:pt x="2" y="658"/>
                  </a:lnTo>
                  <a:lnTo>
                    <a:pt x="11" y="642"/>
                  </a:lnTo>
                  <a:lnTo>
                    <a:pt x="491" y="15"/>
                  </a:lnTo>
                  <a:lnTo>
                    <a:pt x="506" y="3"/>
                  </a:lnTo>
                  <a:lnTo>
                    <a:pt x="522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30" name="Text Placeholder 29"/>
          <p:cNvSpPr>
            <a:spLocks noGrp="1"/>
          </p:cNvSpPr>
          <p:nvPr>
            <p:ph type="body" sz="quarter" idx="13" hasCustomPrompt="1"/>
          </p:nvPr>
        </p:nvSpPr>
        <p:spPr>
          <a:xfrm>
            <a:off x="323135" y="1846263"/>
            <a:ext cx="8441453" cy="1241425"/>
          </a:xfrm>
        </p:spPr>
        <p:txBody>
          <a:bodyPr anchor="ctr" anchorCtr="0">
            <a:normAutofit/>
          </a:bodyPr>
          <a:lstStyle>
            <a:lvl1pPr marL="0" indent="0">
              <a:buNone/>
              <a:defRPr sz="4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27289039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Picture 52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15" t="2065" r="80083" b="1471"/>
          <a:stretch/>
        </p:blipFill>
        <p:spPr>
          <a:xfrm rot="5400000">
            <a:off x="3820885" y="-2080448"/>
            <a:ext cx="1502227" cy="9143997"/>
          </a:xfrm>
          <a:prstGeom prst="rect">
            <a:avLst/>
          </a:prstGeom>
        </p:spPr>
      </p:pic>
      <p:pic>
        <p:nvPicPr>
          <p:cNvPr id="54" name="Picture 53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282" b="20282"/>
          <a:stretch/>
        </p:blipFill>
        <p:spPr>
          <a:xfrm>
            <a:off x="0" y="3242662"/>
            <a:ext cx="9144000" cy="3623223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-3" y="0"/>
            <a:ext cx="9143999" cy="1740437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/>
          <p:cNvGrpSpPr/>
          <p:nvPr/>
        </p:nvGrpSpPr>
        <p:grpSpPr>
          <a:xfrm>
            <a:off x="496176" y="382676"/>
            <a:ext cx="3105481" cy="975083"/>
            <a:chOff x="2814452" y="4625522"/>
            <a:chExt cx="5459889" cy="1714337"/>
          </a:xfrm>
        </p:grpSpPr>
        <p:sp>
          <p:nvSpPr>
            <p:cNvPr id="11" name="Freeform 6"/>
            <p:cNvSpPr>
              <a:spLocks noEditPoints="1"/>
            </p:cNvSpPr>
            <p:nvPr/>
          </p:nvSpPr>
          <p:spPr bwMode="auto">
            <a:xfrm>
              <a:off x="2814452" y="5818063"/>
              <a:ext cx="523694" cy="508514"/>
            </a:xfrm>
            <a:custGeom>
              <a:avLst/>
              <a:gdLst>
                <a:gd name="T0" fmla="*/ 98 w 552"/>
                <a:gd name="T1" fmla="*/ 79 h 536"/>
                <a:gd name="T2" fmla="*/ 98 w 552"/>
                <a:gd name="T3" fmla="*/ 241 h 536"/>
                <a:gd name="T4" fmla="*/ 307 w 552"/>
                <a:gd name="T5" fmla="*/ 241 h 536"/>
                <a:gd name="T6" fmla="*/ 342 w 552"/>
                <a:gd name="T7" fmla="*/ 241 h 536"/>
                <a:gd name="T8" fmla="*/ 374 w 552"/>
                <a:gd name="T9" fmla="*/ 238 h 536"/>
                <a:gd name="T10" fmla="*/ 398 w 552"/>
                <a:gd name="T11" fmla="*/ 231 h 536"/>
                <a:gd name="T12" fmla="*/ 417 w 552"/>
                <a:gd name="T13" fmla="*/ 222 h 536"/>
                <a:gd name="T14" fmla="*/ 431 w 552"/>
                <a:gd name="T15" fmla="*/ 206 h 536"/>
                <a:gd name="T16" fmla="*/ 440 w 552"/>
                <a:gd name="T17" fmla="*/ 187 h 536"/>
                <a:gd name="T18" fmla="*/ 443 w 552"/>
                <a:gd name="T19" fmla="*/ 161 h 536"/>
                <a:gd name="T20" fmla="*/ 440 w 552"/>
                <a:gd name="T21" fmla="*/ 135 h 536"/>
                <a:gd name="T22" fmla="*/ 431 w 552"/>
                <a:gd name="T23" fmla="*/ 114 h 536"/>
                <a:gd name="T24" fmla="*/ 417 w 552"/>
                <a:gd name="T25" fmla="*/ 100 h 536"/>
                <a:gd name="T26" fmla="*/ 398 w 552"/>
                <a:gd name="T27" fmla="*/ 89 h 536"/>
                <a:gd name="T28" fmla="*/ 374 w 552"/>
                <a:gd name="T29" fmla="*/ 84 h 536"/>
                <a:gd name="T30" fmla="*/ 342 w 552"/>
                <a:gd name="T31" fmla="*/ 80 h 536"/>
                <a:gd name="T32" fmla="*/ 307 w 552"/>
                <a:gd name="T33" fmla="*/ 79 h 536"/>
                <a:gd name="T34" fmla="*/ 98 w 552"/>
                <a:gd name="T35" fmla="*/ 79 h 536"/>
                <a:gd name="T36" fmla="*/ 0 w 552"/>
                <a:gd name="T37" fmla="*/ 0 h 536"/>
                <a:gd name="T38" fmla="*/ 323 w 552"/>
                <a:gd name="T39" fmla="*/ 0 h 536"/>
                <a:gd name="T40" fmla="*/ 377 w 552"/>
                <a:gd name="T41" fmla="*/ 2 h 536"/>
                <a:gd name="T42" fmla="*/ 422 w 552"/>
                <a:gd name="T43" fmla="*/ 9 h 536"/>
                <a:gd name="T44" fmla="*/ 461 w 552"/>
                <a:gd name="T45" fmla="*/ 19 h 536"/>
                <a:gd name="T46" fmla="*/ 490 w 552"/>
                <a:gd name="T47" fmla="*/ 37 h 536"/>
                <a:gd name="T48" fmla="*/ 513 w 552"/>
                <a:gd name="T49" fmla="*/ 58 h 536"/>
                <a:gd name="T50" fmla="*/ 529 w 552"/>
                <a:gd name="T51" fmla="*/ 86 h 536"/>
                <a:gd name="T52" fmla="*/ 538 w 552"/>
                <a:gd name="T53" fmla="*/ 119 h 536"/>
                <a:gd name="T54" fmla="*/ 541 w 552"/>
                <a:gd name="T55" fmla="*/ 157 h 536"/>
                <a:gd name="T56" fmla="*/ 538 w 552"/>
                <a:gd name="T57" fmla="*/ 194 h 536"/>
                <a:gd name="T58" fmla="*/ 529 w 552"/>
                <a:gd name="T59" fmla="*/ 225 h 536"/>
                <a:gd name="T60" fmla="*/ 513 w 552"/>
                <a:gd name="T61" fmla="*/ 252 h 536"/>
                <a:gd name="T62" fmla="*/ 494 w 552"/>
                <a:gd name="T63" fmla="*/ 272 h 536"/>
                <a:gd name="T64" fmla="*/ 473 w 552"/>
                <a:gd name="T65" fmla="*/ 290 h 536"/>
                <a:gd name="T66" fmla="*/ 447 w 552"/>
                <a:gd name="T67" fmla="*/ 302 h 536"/>
                <a:gd name="T68" fmla="*/ 421 w 552"/>
                <a:gd name="T69" fmla="*/ 311 h 536"/>
                <a:gd name="T70" fmla="*/ 393 w 552"/>
                <a:gd name="T71" fmla="*/ 314 h 536"/>
                <a:gd name="T72" fmla="*/ 384 w 552"/>
                <a:gd name="T73" fmla="*/ 314 h 536"/>
                <a:gd name="T74" fmla="*/ 552 w 552"/>
                <a:gd name="T75" fmla="*/ 536 h 536"/>
                <a:gd name="T76" fmla="*/ 431 w 552"/>
                <a:gd name="T77" fmla="*/ 536 h 536"/>
                <a:gd name="T78" fmla="*/ 274 w 552"/>
                <a:gd name="T79" fmla="*/ 323 h 536"/>
                <a:gd name="T80" fmla="*/ 274 w 552"/>
                <a:gd name="T81" fmla="*/ 321 h 536"/>
                <a:gd name="T82" fmla="*/ 98 w 552"/>
                <a:gd name="T83" fmla="*/ 321 h 536"/>
                <a:gd name="T84" fmla="*/ 98 w 552"/>
                <a:gd name="T85" fmla="*/ 536 h 536"/>
                <a:gd name="T86" fmla="*/ 0 w 552"/>
                <a:gd name="T87" fmla="*/ 536 h 536"/>
                <a:gd name="T88" fmla="*/ 0 w 552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2" h="536">
                  <a:moveTo>
                    <a:pt x="98" y="79"/>
                  </a:moveTo>
                  <a:lnTo>
                    <a:pt x="98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4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4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8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61" y="19"/>
                  </a:lnTo>
                  <a:lnTo>
                    <a:pt x="490" y="37"/>
                  </a:lnTo>
                  <a:lnTo>
                    <a:pt x="513" y="58"/>
                  </a:lnTo>
                  <a:lnTo>
                    <a:pt x="529" y="86"/>
                  </a:lnTo>
                  <a:lnTo>
                    <a:pt x="538" y="119"/>
                  </a:lnTo>
                  <a:lnTo>
                    <a:pt x="541" y="157"/>
                  </a:lnTo>
                  <a:lnTo>
                    <a:pt x="538" y="194"/>
                  </a:lnTo>
                  <a:lnTo>
                    <a:pt x="529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3" y="290"/>
                  </a:lnTo>
                  <a:lnTo>
                    <a:pt x="447" y="302"/>
                  </a:lnTo>
                  <a:lnTo>
                    <a:pt x="421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2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4" y="321"/>
                  </a:lnTo>
                  <a:lnTo>
                    <a:pt x="98" y="321"/>
                  </a:lnTo>
                  <a:lnTo>
                    <a:pt x="9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7"/>
            <p:cNvSpPr>
              <a:spLocks/>
            </p:cNvSpPr>
            <p:nvPr/>
          </p:nvSpPr>
          <p:spPr bwMode="auto">
            <a:xfrm>
              <a:off x="3467172" y="5818063"/>
              <a:ext cx="462976" cy="508514"/>
            </a:xfrm>
            <a:custGeom>
              <a:avLst/>
              <a:gdLst>
                <a:gd name="T0" fmla="*/ 0 w 488"/>
                <a:gd name="T1" fmla="*/ 0 h 536"/>
                <a:gd name="T2" fmla="*/ 440 w 488"/>
                <a:gd name="T3" fmla="*/ 0 h 536"/>
                <a:gd name="T4" fmla="*/ 455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5 w 488"/>
                <a:gd name="T17" fmla="*/ 79 h 536"/>
                <a:gd name="T18" fmla="*/ 440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54 w 488"/>
                <a:gd name="T25" fmla="*/ 218 h 536"/>
                <a:gd name="T26" fmla="*/ 370 w 488"/>
                <a:gd name="T27" fmla="*/ 222 h 536"/>
                <a:gd name="T28" fmla="*/ 384 w 488"/>
                <a:gd name="T29" fmla="*/ 231 h 536"/>
                <a:gd name="T30" fmla="*/ 392 w 488"/>
                <a:gd name="T31" fmla="*/ 243 h 536"/>
                <a:gd name="T32" fmla="*/ 396 w 488"/>
                <a:gd name="T33" fmla="*/ 259 h 536"/>
                <a:gd name="T34" fmla="*/ 392 w 488"/>
                <a:gd name="T35" fmla="*/ 276 h 536"/>
                <a:gd name="T36" fmla="*/ 384 w 488"/>
                <a:gd name="T37" fmla="*/ 288 h 536"/>
                <a:gd name="T38" fmla="*/ 370 w 488"/>
                <a:gd name="T39" fmla="*/ 297 h 536"/>
                <a:gd name="T40" fmla="*/ 354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8 w 488"/>
                <a:gd name="T47" fmla="*/ 454 h 536"/>
                <a:gd name="T48" fmla="*/ 464 w 488"/>
                <a:gd name="T49" fmla="*/ 457 h 536"/>
                <a:gd name="T50" fmla="*/ 478 w 488"/>
                <a:gd name="T51" fmla="*/ 466 h 536"/>
                <a:gd name="T52" fmla="*/ 487 w 488"/>
                <a:gd name="T53" fmla="*/ 478 h 536"/>
                <a:gd name="T54" fmla="*/ 488 w 488"/>
                <a:gd name="T55" fmla="*/ 494 h 536"/>
                <a:gd name="T56" fmla="*/ 487 w 488"/>
                <a:gd name="T57" fmla="*/ 512 h 536"/>
                <a:gd name="T58" fmla="*/ 478 w 488"/>
                <a:gd name="T59" fmla="*/ 524 h 536"/>
                <a:gd name="T60" fmla="*/ 464 w 488"/>
                <a:gd name="T61" fmla="*/ 533 h 536"/>
                <a:gd name="T62" fmla="*/ 448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40" y="0"/>
                  </a:lnTo>
                  <a:lnTo>
                    <a:pt x="455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5" y="79"/>
                  </a:lnTo>
                  <a:lnTo>
                    <a:pt x="440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54" y="218"/>
                  </a:lnTo>
                  <a:lnTo>
                    <a:pt x="370" y="222"/>
                  </a:lnTo>
                  <a:lnTo>
                    <a:pt x="384" y="231"/>
                  </a:lnTo>
                  <a:lnTo>
                    <a:pt x="392" y="243"/>
                  </a:lnTo>
                  <a:lnTo>
                    <a:pt x="396" y="259"/>
                  </a:lnTo>
                  <a:lnTo>
                    <a:pt x="392" y="276"/>
                  </a:lnTo>
                  <a:lnTo>
                    <a:pt x="384" y="288"/>
                  </a:lnTo>
                  <a:lnTo>
                    <a:pt x="370" y="297"/>
                  </a:lnTo>
                  <a:lnTo>
                    <a:pt x="354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8" y="454"/>
                  </a:lnTo>
                  <a:lnTo>
                    <a:pt x="464" y="457"/>
                  </a:lnTo>
                  <a:lnTo>
                    <a:pt x="478" y="466"/>
                  </a:lnTo>
                  <a:lnTo>
                    <a:pt x="487" y="478"/>
                  </a:lnTo>
                  <a:lnTo>
                    <a:pt x="488" y="494"/>
                  </a:lnTo>
                  <a:lnTo>
                    <a:pt x="487" y="512"/>
                  </a:lnTo>
                  <a:lnTo>
                    <a:pt x="478" y="524"/>
                  </a:lnTo>
                  <a:lnTo>
                    <a:pt x="464" y="533"/>
                  </a:lnTo>
                  <a:lnTo>
                    <a:pt x="44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8"/>
            <p:cNvSpPr>
              <a:spLocks/>
            </p:cNvSpPr>
            <p:nvPr/>
          </p:nvSpPr>
          <p:spPr bwMode="auto">
            <a:xfrm>
              <a:off x="4041148" y="5818063"/>
              <a:ext cx="541720" cy="508514"/>
            </a:xfrm>
            <a:custGeom>
              <a:avLst/>
              <a:gdLst>
                <a:gd name="T0" fmla="*/ 48 w 571"/>
                <a:gd name="T1" fmla="*/ 0 h 536"/>
                <a:gd name="T2" fmla="*/ 65 w 571"/>
                <a:gd name="T3" fmla="*/ 4 h 536"/>
                <a:gd name="T4" fmla="*/ 79 w 571"/>
                <a:gd name="T5" fmla="*/ 12 h 536"/>
                <a:gd name="T6" fmla="*/ 89 w 571"/>
                <a:gd name="T7" fmla="*/ 26 h 536"/>
                <a:gd name="T8" fmla="*/ 280 w 571"/>
                <a:gd name="T9" fmla="*/ 431 h 536"/>
                <a:gd name="T10" fmla="*/ 285 w 571"/>
                <a:gd name="T11" fmla="*/ 440 h 536"/>
                <a:gd name="T12" fmla="*/ 484 w 571"/>
                <a:gd name="T13" fmla="*/ 26 h 536"/>
                <a:gd name="T14" fmla="*/ 494 w 571"/>
                <a:gd name="T15" fmla="*/ 12 h 536"/>
                <a:gd name="T16" fmla="*/ 508 w 571"/>
                <a:gd name="T17" fmla="*/ 2 h 536"/>
                <a:gd name="T18" fmla="*/ 526 w 571"/>
                <a:gd name="T19" fmla="*/ 0 h 536"/>
                <a:gd name="T20" fmla="*/ 541 w 571"/>
                <a:gd name="T21" fmla="*/ 2 h 536"/>
                <a:gd name="T22" fmla="*/ 554 w 571"/>
                <a:gd name="T23" fmla="*/ 9 h 536"/>
                <a:gd name="T24" fmla="*/ 564 w 571"/>
                <a:gd name="T25" fmla="*/ 21 h 536"/>
                <a:gd name="T26" fmla="*/ 571 w 571"/>
                <a:gd name="T27" fmla="*/ 35 h 536"/>
                <a:gd name="T28" fmla="*/ 571 w 571"/>
                <a:gd name="T29" fmla="*/ 51 h 536"/>
                <a:gd name="T30" fmla="*/ 568 w 571"/>
                <a:gd name="T31" fmla="*/ 67 h 536"/>
                <a:gd name="T32" fmla="*/ 337 w 571"/>
                <a:gd name="T33" fmla="*/ 536 h 536"/>
                <a:gd name="T34" fmla="*/ 233 w 571"/>
                <a:gd name="T35" fmla="*/ 536 h 536"/>
                <a:gd name="T36" fmla="*/ 6 w 571"/>
                <a:gd name="T37" fmla="*/ 67 h 536"/>
                <a:gd name="T38" fmla="*/ 0 w 571"/>
                <a:gd name="T39" fmla="*/ 51 h 536"/>
                <a:gd name="T40" fmla="*/ 2 w 571"/>
                <a:gd name="T41" fmla="*/ 35 h 536"/>
                <a:gd name="T42" fmla="*/ 7 w 571"/>
                <a:gd name="T43" fmla="*/ 21 h 536"/>
                <a:gd name="T44" fmla="*/ 18 w 571"/>
                <a:gd name="T45" fmla="*/ 9 h 536"/>
                <a:gd name="T46" fmla="*/ 32 w 571"/>
                <a:gd name="T47" fmla="*/ 2 h 536"/>
                <a:gd name="T48" fmla="*/ 48 w 571"/>
                <a:gd name="T4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571" h="536">
                  <a:moveTo>
                    <a:pt x="48" y="0"/>
                  </a:moveTo>
                  <a:lnTo>
                    <a:pt x="65" y="4"/>
                  </a:lnTo>
                  <a:lnTo>
                    <a:pt x="79" y="12"/>
                  </a:lnTo>
                  <a:lnTo>
                    <a:pt x="89" y="26"/>
                  </a:lnTo>
                  <a:lnTo>
                    <a:pt x="280" y="431"/>
                  </a:lnTo>
                  <a:lnTo>
                    <a:pt x="285" y="440"/>
                  </a:lnTo>
                  <a:lnTo>
                    <a:pt x="484" y="26"/>
                  </a:lnTo>
                  <a:lnTo>
                    <a:pt x="494" y="12"/>
                  </a:lnTo>
                  <a:lnTo>
                    <a:pt x="508" y="2"/>
                  </a:lnTo>
                  <a:lnTo>
                    <a:pt x="526" y="0"/>
                  </a:lnTo>
                  <a:lnTo>
                    <a:pt x="541" y="2"/>
                  </a:lnTo>
                  <a:lnTo>
                    <a:pt x="554" y="9"/>
                  </a:lnTo>
                  <a:lnTo>
                    <a:pt x="564" y="21"/>
                  </a:lnTo>
                  <a:lnTo>
                    <a:pt x="571" y="35"/>
                  </a:lnTo>
                  <a:lnTo>
                    <a:pt x="571" y="51"/>
                  </a:lnTo>
                  <a:lnTo>
                    <a:pt x="568" y="67"/>
                  </a:lnTo>
                  <a:lnTo>
                    <a:pt x="337" y="536"/>
                  </a:lnTo>
                  <a:lnTo>
                    <a:pt x="233" y="536"/>
                  </a:lnTo>
                  <a:lnTo>
                    <a:pt x="6" y="67"/>
                  </a:lnTo>
                  <a:lnTo>
                    <a:pt x="0" y="51"/>
                  </a:lnTo>
                  <a:lnTo>
                    <a:pt x="2" y="35"/>
                  </a:lnTo>
                  <a:lnTo>
                    <a:pt x="7" y="21"/>
                  </a:lnTo>
                  <a:lnTo>
                    <a:pt x="18" y="9"/>
                  </a:lnTo>
                  <a:lnTo>
                    <a:pt x="32" y="2"/>
                  </a:lnTo>
                  <a:lnTo>
                    <a:pt x="48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9"/>
            <p:cNvSpPr>
              <a:spLocks noEditPoints="1"/>
            </p:cNvSpPr>
            <p:nvPr/>
          </p:nvSpPr>
          <p:spPr bwMode="auto">
            <a:xfrm>
              <a:off x="4582868" y="5818063"/>
              <a:ext cx="608130" cy="508514"/>
            </a:xfrm>
            <a:custGeom>
              <a:avLst/>
              <a:gdLst>
                <a:gd name="T0" fmla="*/ 321 w 641"/>
                <a:gd name="T1" fmla="*/ 70 h 536"/>
                <a:gd name="T2" fmla="*/ 201 w 641"/>
                <a:gd name="T3" fmla="*/ 328 h 536"/>
                <a:gd name="T4" fmla="*/ 443 w 641"/>
                <a:gd name="T5" fmla="*/ 328 h 536"/>
                <a:gd name="T6" fmla="*/ 321 w 641"/>
                <a:gd name="T7" fmla="*/ 70 h 536"/>
                <a:gd name="T8" fmla="*/ 264 w 641"/>
                <a:gd name="T9" fmla="*/ 0 h 536"/>
                <a:gd name="T10" fmla="*/ 381 w 641"/>
                <a:gd name="T11" fmla="*/ 0 h 536"/>
                <a:gd name="T12" fmla="*/ 641 w 641"/>
                <a:gd name="T13" fmla="*/ 536 h 536"/>
                <a:gd name="T14" fmla="*/ 538 w 641"/>
                <a:gd name="T15" fmla="*/ 536 h 536"/>
                <a:gd name="T16" fmla="*/ 482 w 641"/>
                <a:gd name="T17" fmla="*/ 414 h 536"/>
                <a:gd name="T18" fmla="*/ 480 w 641"/>
                <a:gd name="T19" fmla="*/ 410 h 536"/>
                <a:gd name="T20" fmla="*/ 161 w 641"/>
                <a:gd name="T21" fmla="*/ 410 h 536"/>
                <a:gd name="T22" fmla="*/ 103 w 641"/>
                <a:gd name="T23" fmla="*/ 536 h 536"/>
                <a:gd name="T24" fmla="*/ 0 w 641"/>
                <a:gd name="T25" fmla="*/ 536 h 536"/>
                <a:gd name="T26" fmla="*/ 264 w 641"/>
                <a:gd name="T2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1" h="536">
                  <a:moveTo>
                    <a:pt x="321" y="70"/>
                  </a:moveTo>
                  <a:lnTo>
                    <a:pt x="201" y="328"/>
                  </a:lnTo>
                  <a:lnTo>
                    <a:pt x="443" y="328"/>
                  </a:lnTo>
                  <a:lnTo>
                    <a:pt x="321" y="70"/>
                  </a:lnTo>
                  <a:close/>
                  <a:moveTo>
                    <a:pt x="264" y="0"/>
                  </a:moveTo>
                  <a:lnTo>
                    <a:pt x="381" y="0"/>
                  </a:lnTo>
                  <a:lnTo>
                    <a:pt x="641" y="536"/>
                  </a:lnTo>
                  <a:lnTo>
                    <a:pt x="538" y="536"/>
                  </a:lnTo>
                  <a:lnTo>
                    <a:pt x="482" y="414"/>
                  </a:lnTo>
                  <a:lnTo>
                    <a:pt x="480" y="410"/>
                  </a:lnTo>
                  <a:lnTo>
                    <a:pt x="161" y="410"/>
                  </a:lnTo>
                  <a:lnTo>
                    <a:pt x="103" y="536"/>
                  </a:lnTo>
                  <a:lnTo>
                    <a:pt x="0" y="536"/>
                  </a:lnTo>
                  <a:lnTo>
                    <a:pt x="264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0"/>
            <p:cNvSpPr>
              <a:spLocks/>
            </p:cNvSpPr>
            <p:nvPr/>
          </p:nvSpPr>
          <p:spPr bwMode="auto">
            <a:xfrm>
              <a:off x="5169177" y="5818063"/>
              <a:ext cx="555002" cy="508514"/>
            </a:xfrm>
            <a:custGeom>
              <a:avLst/>
              <a:gdLst>
                <a:gd name="T0" fmla="*/ 42 w 585"/>
                <a:gd name="T1" fmla="*/ 0 h 536"/>
                <a:gd name="T2" fmla="*/ 545 w 585"/>
                <a:gd name="T3" fmla="*/ 0 h 536"/>
                <a:gd name="T4" fmla="*/ 560 w 585"/>
                <a:gd name="T5" fmla="*/ 2 h 536"/>
                <a:gd name="T6" fmla="*/ 574 w 585"/>
                <a:gd name="T7" fmla="*/ 12 h 536"/>
                <a:gd name="T8" fmla="*/ 583 w 585"/>
                <a:gd name="T9" fmla="*/ 25 h 536"/>
                <a:gd name="T10" fmla="*/ 585 w 585"/>
                <a:gd name="T11" fmla="*/ 40 h 536"/>
                <a:gd name="T12" fmla="*/ 583 w 585"/>
                <a:gd name="T13" fmla="*/ 56 h 536"/>
                <a:gd name="T14" fmla="*/ 574 w 585"/>
                <a:gd name="T15" fmla="*/ 70 h 536"/>
                <a:gd name="T16" fmla="*/ 560 w 585"/>
                <a:gd name="T17" fmla="*/ 79 h 536"/>
                <a:gd name="T18" fmla="*/ 545 w 585"/>
                <a:gd name="T19" fmla="*/ 82 h 536"/>
                <a:gd name="T20" fmla="*/ 342 w 585"/>
                <a:gd name="T21" fmla="*/ 82 h 536"/>
                <a:gd name="T22" fmla="*/ 342 w 585"/>
                <a:gd name="T23" fmla="*/ 536 h 536"/>
                <a:gd name="T24" fmla="*/ 244 w 585"/>
                <a:gd name="T25" fmla="*/ 536 h 536"/>
                <a:gd name="T26" fmla="*/ 244 w 585"/>
                <a:gd name="T27" fmla="*/ 82 h 536"/>
                <a:gd name="T28" fmla="*/ 42 w 585"/>
                <a:gd name="T29" fmla="*/ 82 h 536"/>
                <a:gd name="T30" fmla="*/ 26 w 585"/>
                <a:gd name="T31" fmla="*/ 79 h 536"/>
                <a:gd name="T32" fmla="*/ 12 w 585"/>
                <a:gd name="T33" fmla="*/ 70 h 536"/>
                <a:gd name="T34" fmla="*/ 4 w 585"/>
                <a:gd name="T35" fmla="*/ 56 h 536"/>
                <a:gd name="T36" fmla="*/ 0 w 585"/>
                <a:gd name="T37" fmla="*/ 40 h 536"/>
                <a:gd name="T38" fmla="*/ 4 w 585"/>
                <a:gd name="T39" fmla="*/ 25 h 536"/>
                <a:gd name="T40" fmla="*/ 12 w 585"/>
                <a:gd name="T41" fmla="*/ 12 h 536"/>
                <a:gd name="T42" fmla="*/ 26 w 585"/>
                <a:gd name="T43" fmla="*/ 2 h 536"/>
                <a:gd name="T44" fmla="*/ 42 w 585"/>
                <a:gd name="T45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585" h="536">
                  <a:moveTo>
                    <a:pt x="42" y="0"/>
                  </a:moveTo>
                  <a:lnTo>
                    <a:pt x="545" y="0"/>
                  </a:lnTo>
                  <a:lnTo>
                    <a:pt x="560" y="2"/>
                  </a:lnTo>
                  <a:lnTo>
                    <a:pt x="574" y="12"/>
                  </a:lnTo>
                  <a:lnTo>
                    <a:pt x="583" y="25"/>
                  </a:lnTo>
                  <a:lnTo>
                    <a:pt x="585" y="40"/>
                  </a:lnTo>
                  <a:lnTo>
                    <a:pt x="583" y="56"/>
                  </a:lnTo>
                  <a:lnTo>
                    <a:pt x="574" y="70"/>
                  </a:lnTo>
                  <a:lnTo>
                    <a:pt x="560" y="79"/>
                  </a:lnTo>
                  <a:lnTo>
                    <a:pt x="545" y="82"/>
                  </a:lnTo>
                  <a:lnTo>
                    <a:pt x="342" y="82"/>
                  </a:lnTo>
                  <a:lnTo>
                    <a:pt x="342" y="536"/>
                  </a:lnTo>
                  <a:lnTo>
                    <a:pt x="244" y="536"/>
                  </a:lnTo>
                  <a:lnTo>
                    <a:pt x="244" y="82"/>
                  </a:lnTo>
                  <a:lnTo>
                    <a:pt x="42" y="82"/>
                  </a:lnTo>
                  <a:lnTo>
                    <a:pt x="26" y="79"/>
                  </a:lnTo>
                  <a:lnTo>
                    <a:pt x="12" y="70"/>
                  </a:lnTo>
                  <a:lnTo>
                    <a:pt x="4" y="56"/>
                  </a:lnTo>
                  <a:lnTo>
                    <a:pt x="0" y="40"/>
                  </a:lnTo>
                  <a:lnTo>
                    <a:pt x="4" y="25"/>
                  </a:lnTo>
                  <a:lnTo>
                    <a:pt x="12" y="12"/>
                  </a:lnTo>
                  <a:lnTo>
                    <a:pt x="26" y="2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11"/>
            <p:cNvSpPr>
              <a:spLocks/>
            </p:cNvSpPr>
            <p:nvPr/>
          </p:nvSpPr>
          <p:spPr bwMode="auto">
            <a:xfrm>
              <a:off x="5831384" y="5818063"/>
              <a:ext cx="541720" cy="521796"/>
            </a:xfrm>
            <a:custGeom>
              <a:avLst/>
              <a:gdLst>
                <a:gd name="T0" fmla="*/ 49 w 571"/>
                <a:gd name="T1" fmla="*/ 0 h 550"/>
                <a:gd name="T2" fmla="*/ 68 w 571"/>
                <a:gd name="T3" fmla="*/ 4 h 550"/>
                <a:gd name="T4" fmla="*/ 84 w 571"/>
                <a:gd name="T5" fmla="*/ 14 h 550"/>
                <a:gd name="T6" fmla="*/ 94 w 571"/>
                <a:gd name="T7" fmla="*/ 30 h 550"/>
                <a:gd name="T8" fmla="*/ 98 w 571"/>
                <a:gd name="T9" fmla="*/ 49 h 550"/>
                <a:gd name="T10" fmla="*/ 98 w 571"/>
                <a:gd name="T11" fmla="*/ 299 h 550"/>
                <a:gd name="T12" fmla="*/ 98 w 571"/>
                <a:gd name="T13" fmla="*/ 320 h 550"/>
                <a:gd name="T14" fmla="*/ 101 w 571"/>
                <a:gd name="T15" fmla="*/ 342 h 550"/>
                <a:gd name="T16" fmla="*/ 105 w 571"/>
                <a:gd name="T17" fmla="*/ 363 h 550"/>
                <a:gd name="T18" fmla="*/ 112 w 571"/>
                <a:gd name="T19" fmla="*/ 384 h 550"/>
                <a:gd name="T20" fmla="*/ 122 w 571"/>
                <a:gd name="T21" fmla="*/ 403 h 550"/>
                <a:gd name="T22" fmla="*/ 136 w 571"/>
                <a:gd name="T23" fmla="*/ 421 h 550"/>
                <a:gd name="T24" fmla="*/ 156 w 571"/>
                <a:gd name="T25" fmla="*/ 437 h 550"/>
                <a:gd name="T26" fmla="*/ 180 w 571"/>
                <a:gd name="T27" fmla="*/ 449 h 550"/>
                <a:gd name="T28" fmla="*/ 208 w 571"/>
                <a:gd name="T29" fmla="*/ 459 h 550"/>
                <a:gd name="T30" fmla="*/ 245 w 571"/>
                <a:gd name="T31" fmla="*/ 464 h 550"/>
                <a:gd name="T32" fmla="*/ 286 w 571"/>
                <a:gd name="T33" fmla="*/ 466 h 550"/>
                <a:gd name="T34" fmla="*/ 328 w 571"/>
                <a:gd name="T35" fmla="*/ 464 h 550"/>
                <a:gd name="T36" fmla="*/ 363 w 571"/>
                <a:gd name="T37" fmla="*/ 459 h 550"/>
                <a:gd name="T38" fmla="*/ 391 w 571"/>
                <a:gd name="T39" fmla="*/ 449 h 550"/>
                <a:gd name="T40" fmla="*/ 416 w 571"/>
                <a:gd name="T41" fmla="*/ 437 h 550"/>
                <a:gd name="T42" fmla="*/ 435 w 571"/>
                <a:gd name="T43" fmla="*/ 421 h 550"/>
                <a:gd name="T44" fmla="*/ 449 w 571"/>
                <a:gd name="T45" fmla="*/ 403 h 550"/>
                <a:gd name="T46" fmla="*/ 459 w 571"/>
                <a:gd name="T47" fmla="*/ 384 h 550"/>
                <a:gd name="T48" fmla="*/ 466 w 571"/>
                <a:gd name="T49" fmla="*/ 363 h 550"/>
                <a:gd name="T50" fmla="*/ 470 w 571"/>
                <a:gd name="T51" fmla="*/ 342 h 550"/>
                <a:gd name="T52" fmla="*/ 473 w 571"/>
                <a:gd name="T53" fmla="*/ 320 h 550"/>
                <a:gd name="T54" fmla="*/ 473 w 571"/>
                <a:gd name="T55" fmla="*/ 299 h 550"/>
                <a:gd name="T56" fmla="*/ 473 w 571"/>
                <a:gd name="T57" fmla="*/ 49 h 550"/>
                <a:gd name="T58" fmla="*/ 477 w 571"/>
                <a:gd name="T59" fmla="*/ 30 h 550"/>
                <a:gd name="T60" fmla="*/ 487 w 571"/>
                <a:gd name="T61" fmla="*/ 14 h 550"/>
                <a:gd name="T62" fmla="*/ 503 w 571"/>
                <a:gd name="T63" fmla="*/ 4 h 550"/>
                <a:gd name="T64" fmla="*/ 522 w 571"/>
                <a:gd name="T65" fmla="*/ 0 h 550"/>
                <a:gd name="T66" fmla="*/ 541 w 571"/>
                <a:gd name="T67" fmla="*/ 4 h 550"/>
                <a:gd name="T68" fmla="*/ 557 w 571"/>
                <a:gd name="T69" fmla="*/ 14 h 550"/>
                <a:gd name="T70" fmla="*/ 567 w 571"/>
                <a:gd name="T71" fmla="*/ 30 h 550"/>
                <a:gd name="T72" fmla="*/ 571 w 571"/>
                <a:gd name="T73" fmla="*/ 49 h 550"/>
                <a:gd name="T74" fmla="*/ 571 w 571"/>
                <a:gd name="T75" fmla="*/ 306 h 550"/>
                <a:gd name="T76" fmla="*/ 567 w 571"/>
                <a:gd name="T77" fmla="*/ 358 h 550"/>
                <a:gd name="T78" fmla="*/ 557 w 571"/>
                <a:gd name="T79" fmla="*/ 402 h 550"/>
                <a:gd name="T80" fmla="*/ 540 w 571"/>
                <a:gd name="T81" fmla="*/ 442 h 550"/>
                <a:gd name="T82" fmla="*/ 513 w 571"/>
                <a:gd name="T83" fmla="*/ 475 h 550"/>
                <a:gd name="T84" fmla="*/ 482 w 571"/>
                <a:gd name="T85" fmla="*/ 501 h 550"/>
                <a:gd name="T86" fmla="*/ 444 w 571"/>
                <a:gd name="T87" fmla="*/ 522 h 550"/>
                <a:gd name="T88" fmla="*/ 398 w 571"/>
                <a:gd name="T89" fmla="*/ 538 h 550"/>
                <a:gd name="T90" fmla="*/ 346 w 571"/>
                <a:gd name="T91" fmla="*/ 547 h 550"/>
                <a:gd name="T92" fmla="*/ 286 w 571"/>
                <a:gd name="T93" fmla="*/ 550 h 550"/>
                <a:gd name="T94" fmla="*/ 225 w 571"/>
                <a:gd name="T95" fmla="*/ 547 h 550"/>
                <a:gd name="T96" fmla="*/ 173 w 571"/>
                <a:gd name="T97" fmla="*/ 538 h 550"/>
                <a:gd name="T98" fmla="*/ 128 w 571"/>
                <a:gd name="T99" fmla="*/ 522 h 550"/>
                <a:gd name="T100" fmla="*/ 89 w 571"/>
                <a:gd name="T101" fmla="*/ 501 h 550"/>
                <a:gd name="T102" fmla="*/ 58 w 571"/>
                <a:gd name="T103" fmla="*/ 475 h 550"/>
                <a:gd name="T104" fmla="*/ 32 w 571"/>
                <a:gd name="T105" fmla="*/ 442 h 550"/>
                <a:gd name="T106" fmla="*/ 14 w 571"/>
                <a:gd name="T107" fmla="*/ 402 h 550"/>
                <a:gd name="T108" fmla="*/ 4 w 571"/>
                <a:gd name="T109" fmla="*/ 358 h 550"/>
                <a:gd name="T110" fmla="*/ 0 w 571"/>
                <a:gd name="T111" fmla="*/ 306 h 550"/>
                <a:gd name="T112" fmla="*/ 0 w 571"/>
                <a:gd name="T113" fmla="*/ 49 h 550"/>
                <a:gd name="T114" fmla="*/ 4 w 571"/>
                <a:gd name="T115" fmla="*/ 30 h 550"/>
                <a:gd name="T116" fmla="*/ 14 w 571"/>
                <a:gd name="T117" fmla="*/ 14 h 550"/>
                <a:gd name="T118" fmla="*/ 30 w 571"/>
                <a:gd name="T119" fmla="*/ 4 h 550"/>
                <a:gd name="T120" fmla="*/ 49 w 571"/>
                <a:gd name="T121" fmla="*/ 0 h 5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571" h="550">
                  <a:moveTo>
                    <a:pt x="49" y="0"/>
                  </a:moveTo>
                  <a:lnTo>
                    <a:pt x="68" y="4"/>
                  </a:lnTo>
                  <a:lnTo>
                    <a:pt x="84" y="14"/>
                  </a:lnTo>
                  <a:lnTo>
                    <a:pt x="94" y="30"/>
                  </a:lnTo>
                  <a:lnTo>
                    <a:pt x="98" y="49"/>
                  </a:lnTo>
                  <a:lnTo>
                    <a:pt x="98" y="299"/>
                  </a:lnTo>
                  <a:lnTo>
                    <a:pt x="98" y="320"/>
                  </a:lnTo>
                  <a:lnTo>
                    <a:pt x="101" y="342"/>
                  </a:lnTo>
                  <a:lnTo>
                    <a:pt x="105" y="363"/>
                  </a:lnTo>
                  <a:lnTo>
                    <a:pt x="112" y="384"/>
                  </a:lnTo>
                  <a:lnTo>
                    <a:pt x="122" y="403"/>
                  </a:lnTo>
                  <a:lnTo>
                    <a:pt x="136" y="421"/>
                  </a:lnTo>
                  <a:lnTo>
                    <a:pt x="156" y="437"/>
                  </a:lnTo>
                  <a:lnTo>
                    <a:pt x="180" y="449"/>
                  </a:lnTo>
                  <a:lnTo>
                    <a:pt x="208" y="459"/>
                  </a:lnTo>
                  <a:lnTo>
                    <a:pt x="245" y="464"/>
                  </a:lnTo>
                  <a:lnTo>
                    <a:pt x="286" y="466"/>
                  </a:lnTo>
                  <a:lnTo>
                    <a:pt x="328" y="464"/>
                  </a:lnTo>
                  <a:lnTo>
                    <a:pt x="363" y="459"/>
                  </a:lnTo>
                  <a:lnTo>
                    <a:pt x="391" y="449"/>
                  </a:lnTo>
                  <a:lnTo>
                    <a:pt x="416" y="437"/>
                  </a:lnTo>
                  <a:lnTo>
                    <a:pt x="435" y="421"/>
                  </a:lnTo>
                  <a:lnTo>
                    <a:pt x="449" y="403"/>
                  </a:lnTo>
                  <a:lnTo>
                    <a:pt x="459" y="384"/>
                  </a:lnTo>
                  <a:lnTo>
                    <a:pt x="466" y="363"/>
                  </a:lnTo>
                  <a:lnTo>
                    <a:pt x="470" y="342"/>
                  </a:lnTo>
                  <a:lnTo>
                    <a:pt x="473" y="320"/>
                  </a:lnTo>
                  <a:lnTo>
                    <a:pt x="473" y="299"/>
                  </a:lnTo>
                  <a:lnTo>
                    <a:pt x="473" y="49"/>
                  </a:lnTo>
                  <a:lnTo>
                    <a:pt x="477" y="30"/>
                  </a:lnTo>
                  <a:lnTo>
                    <a:pt x="487" y="14"/>
                  </a:lnTo>
                  <a:lnTo>
                    <a:pt x="503" y="4"/>
                  </a:lnTo>
                  <a:lnTo>
                    <a:pt x="522" y="0"/>
                  </a:lnTo>
                  <a:lnTo>
                    <a:pt x="541" y="4"/>
                  </a:lnTo>
                  <a:lnTo>
                    <a:pt x="557" y="14"/>
                  </a:lnTo>
                  <a:lnTo>
                    <a:pt x="567" y="30"/>
                  </a:lnTo>
                  <a:lnTo>
                    <a:pt x="571" y="49"/>
                  </a:lnTo>
                  <a:lnTo>
                    <a:pt x="571" y="306"/>
                  </a:lnTo>
                  <a:lnTo>
                    <a:pt x="567" y="358"/>
                  </a:lnTo>
                  <a:lnTo>
                    <a:pt x="557" y="402"/>
                  </a:lnTo>
                  <a:lnTo>
                    <a:pt x="540" y="442"/>
                  </a:lnTo>
                  <a:lnTo>
                    <a:pt x="513" y="475"/>
                  </a:lnTo>
                  <a:lnTo>
                    <a:pt x="482" y="501"/>
                  </a:lnTo>
                  <a:lnTo>
                    <a:pt x="444" y="522"/>
                  </a:lnTo>
                  <a:lnTo>
                    <a:pt x="398" y="538"/>
                  </a:lnTo>
                  <a:lnTo>
                    <a:pt x="346" y="547"/>
                  </a:lnTo>
                  <a:lnTo>
                    <a:pt x="286" y="550"/>
                  </a:lnTo>
                  <a:lnTo>
                    <a:pt x="225" y="547"/>
                  </a:lnTo>
                  <a:lnTo>
                    <a:pt x="173" y="538"/>
                  </a:lnTo>
                  <a:lnTo>
                    <a:pt x="128" y="522"/>
                  </a:lnTo>
                  <a:lnTo>
                    <a:pt x="89" y="501"/>
                  </a:lnTo>
                  <a:lnTo>
                    <a:pt x="58" y="475"/>
                  </a:lnTo>
                  <a:lnTo>
                    <a:pt x="32" y="442"/>
                  </a:lnTo>
                  <a:lnTo>
                    <a:pt x="14" y="402"/>
                  </a:lnTo>
                  <a:lnTo>
                    <a:pt x="4" y="358"/>
                  </a:lnTo>
                  <a:lnTo>
                    <a:pt x="0" y="306"/>
                  </a:lnTo>
                  <a:lnTo>
                    <a:pt x="0" y="49"/>
                  </a:lnTo>
                  <a:lnTo>
                    <a:pt x="4" y="30"/>
                  </a:lnTo>
                  <a:lnTo>
                    <a:pt x="14" y="14"/>
                  </a:lnTo>
                  <a:lnTo>
                    <a:pt x="30" y="4"/>
                  </a:lnTo>
                  <a:lnTo>
                    <a:pt x="49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2"/>
            <p:cNvSpPr>
              <a:spLocks noEditPoints="1"/>
            </p:cNvSpPr>
            <p:nvPr/>
          </p:nvSpPr>
          <p:spPr bwMode="auto">
            <a:xfrm>
              <a:off x="6530592" y="5818063"/>
              <a:ext cx="521796" cy="508514"/>
            </a:xfrm>
            <a:custGeom>
              <a:avLst/>
              <a:gdLst>
                <a:gd name="T0" fmla="*/ 96 w 550"/>
                <a:gd name="T1" fmla="*/ 79 h 536"/>
                <a:gd name="T2" fmla="*/ 96 w 550"/>
                <a:gd name="T3" fmla="*/ 241 h 536"/>
                <a:gd name="T4" fmla="*/ 307 w 550"/>
                <a:gd name="T5" fmla="*/ 241 h 536"/>
                <a:gd name="T6" fmla="*/ 342 w 550"/>
                <a:gd name="T7" fmla="*/ 241 h 536"/>
                <a:gd name="T8" fmla="*/ 372 w 550"/>
                <a:gd name="T9" fmla="*/ 238 h 536"/>
                <a:gd name="T10" fmla="*/ 398 w 550"/>
                <a:gd name="T11" fmla="*/ 231 h 536"/>
                <a:gd name="T12" fmla="*/ 417 w 550"/>
                <a:gd name="T13" fmla="*/ 222 h 536"/>
                <a:gd name="T14" fmla="*/ 431 w 550"/>
                <a:gd name="T15" fmla="*/ 206 h 536"/>
                <a:gd name="T16" fmla="*/ 440 w 550"/>
                <a:gd name="T17" fmla="*/ 187 h 536"/>
                <a:gd name="T18" fmla="*/ 443 w 550"/>
                <a:gd name="T19" fmla="*/ 161 h 536"/>
                <a:gd name="T20" fmla="*/ 440 w 550"/>
                <a:gd name="T21" fmla="*/ 135 h 536"/>
                <a:gd name="T22" fmla="*/ 431 w 550"/>
                <a:gd name="T23" fmla="*/ 114 h 536"/>
                <a:gd name="T24" fmla="*/ 417 w 550"/>
                <a:gd name="T25" fmla="*/ 100 h 536"/>
                <a:gd name="T26" fmla="*/ 398 w 550"/>
                <a:gd name="T27" fmla="*/ 89 h 536"/>
                <a:gd name="T28" fmla="*/ 372 w 550"/>
                <a:gd name="T29" fmla="*/ 84 h 536"/>
                <a:gd name="T30" fmla="*/ 342 w 550"/>
                <a:gd name="T31" fmla="*/ 80 h 536"/>
                <a:gd name="T32" fmla="*/ 307 w 550"/>
                <a:gd name="T33" fmla="*/ 79 h 536"/>
                <a:gd name="T34" fmla="*/ 96 w 550"/>
                <a:gd name="T35" fmla="*/ 79 h 536"/>
                <a:gd name="T36" fmla="*/ 0 w 550"/>
                <a:gd name="T37" fmla="*/ 0 h 536"/>
                <a:gd name="T38" fmla="*/ 323 w 550"/>
                <a:gd name="T39" fmla="*/ 0 h 536"/>
                <a:gd name="T40" fmla="*/ 377 w 550"/>
                <a:gd name="T41" fmla="*/ 2 h 536"/>
                <a:gd name="T42" fmla="*/ 422 w 550"/>
                <a:gd name="T43" fmla="*/ 9 h 536"/>
                <a:gd name="T44" fmla="*/ 459 w 550"/>
                <a:gd name="T45" fmla="*/ 19 h 536"/>
                <a:gd name="T46" fmla="*/ 489 w 550"/>
                <a:gd name="T47" fmla="*/ 37 h 536"/>
                <a:gd name="T48" fmla="*/ 511 w 550"/>
                <a:gd name="T49" fmla="*/ 58 h 536"/>
                <a:gd name="T50" fmla="*/ 527 w 550"/>
                <a:gd name="T51" fmla="*/ 86 h 536"/>
                <a:gd name="T52" fmla="*/ 537 w 550"/>
                <a:gd name="T53" fmla="*/ 119 h 536"/>
                <a:gd name="T54" fmla="*/ 539 w 550"/>
                <a:gd name="T55" fmla="*/ 157 h 536"/>
                <a:gd name="T56" fmla="*/ 537 w 550"/>
                <a:gd name="T57" fmla="*/ 194 h 536"/>
                <a:gd name="T58" fmla="*/ 527 w 550"/>
                <a:gd name="T59" fmla="*/ 225 h 536"/>
                <a:gd name="T60" fmla="*/ 513 w 550"/>
                <a:gd name="T61" fmla="*/ 252 h 536"/>
                <a:gd name="T62" fmla="*/ 494 w 550"/>
                <a:gd name="T63" fmla="*/ 272 h 536"/>
                <a:gd name="T64" fmla="*/ 471 w 550"/>
                <a:gd name="T65" fmla="*/ 290 h 536"/>
                <a:gd name="T66" fmla="*/ 447 w 550"/>
                <a:gd name="T67" fmla="*/ 302 h 536"/>
                <a:gd name="T68" fmla="*/ 419 w 550"/>
                <a:gd name="T69" fmla="*/ 311 h 536"/>
                <a:gd name="T70" fmla="*/ 393 w 550"/>
                <a:gd name="T71" fmla="*/ 314 h 536"/>
                <a:gd name="T72" fmla="*/ 384 w 550"/>
                <a:gd name="T73" fmla="*/ 314 h 536"/>
                <a:gd name="T74" fmla="*/ 550 w 550"/>
                <a:gd name="T75" fmla="*/ 536 h 536"/>
                <a:gd name="T76" fmla="*/ 431 w 550"/>
                <a:gd name="T77" fmla="*/ 536 h 536"/>
                <a:gd name="T78" fmla="*/ 274 w 550"/>
                <a:gd name="T79" fmla="*/ 323 h 536"/>
                <a:gd name="T80" fmla="*/ 272 w 550"/>
                <a:gd name="T81" fmla="*/ 321 h 536"/>
                <a:gd name="T82" fmla="*/ 96 w 550"/>
                <a:gd name="T83" fmla="*/ 321 h 536"/>
                <a:gd name="T84" fmla="*/ 96 w 550"/>
                <a:gd name="T85" fmla="*/ 536 h 536"/>
                <a:gd name="T86" fmla="*/ 0 w 550"/>
                <a:gd name="T87" fmla="*/ 536 h 536"/>
                <a:gd name="T88" fmla="*/ 0 w 550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0" h="536">
                  <a:moveTo>
                    <a:pt x="96" y="79"/>
                  </a:moveTo>
                  <a:lnTo>
                    <a:pt x="96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2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2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6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59" y="19"/>
                  </a:lnTo>
                  <a:lnTo>
                    <a:pt x="489" y="37"/>
                  </a:lnTo>
                  <a:lnTo>
                    <a:pt x="511" y="58"/>
                  </a:lnTo>
                  <a:lnTo>
                    <a:pt x="527" y="86"/>
                  </a:lnTo>
                  <a:lnTo>
                    <a:pt x="537" y="119"/>
                  </a:lnTo>
                  <a:lnTo>
                    <a:pt x="539" y="157"/>
                  </a:lnTo>
                  <a:lnTo>
                    <a:pt x="537" y="194"/>
                  </a:lnTo>
                  <a:lnTo>
                    <a:pt x="527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1" y="290"/>
                  </a:lnTo>
                  <a:lnTo>
                    <a:pt x="447" y="302"/>
                  </a:lnTo>
                  <a:lnTo>
                    <a:pt x="419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0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2" y="321"/>
                  </a:lnTo>
                  <a:lnTo>
                    <a:pt x="96" y="321"/>
                  </a:lnTo>
                  <a:lnTo>
                    <a:pt x="9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13"/>
            <p:cNvSpPr>
              <a:spLocks/>
            </p:cNvSpPr>
            <p:nvPr/>
          </p:nvSpPr>
          <p:spPr bwMode="auto">
            <a:xfrm>
              <a:off x="7183312" y="5818063"/>
              <a:ext cx="462976" cy="508514"/>
            </a:xfrm>
            <a:custGeom>
              <a:avLst/>
              <a:gdLst>
                <a:gd name="T0" fmla="*/ 0 w 488"/>
                <a:gd name="T1" fmla="*/ 0 h 536"/>
                <a:gd name="T2" fmla="*/ 438 w 488"/>
                <a:gd name="T3" fmla="*/ 0 h 536"/>
                <a:gd name="T4" fmla="*/ 453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3 w 488"/>
                <a:gd name="T17" fmla="*/ 79 h 536"/>
                <a:gd name="T18" fmla="*/ 438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33 w 488"/>
                <a:gd name="T25" fmla="*/ 218 h 536"/>
                <a:gd name="T26" fmla="*/ 349 w 488"/>
                <a:gd name="T27" fmla="*/ 222 h 536"/>
                <a:gd name="T28" fmla="*/ 361 w 488"/>
                <a:gd name="T29" fmla="*/ 231 h 536"/>
                <a:gd name="T30" fmla="*/ 370 w 488"/>
                <a:gd name="T31" fmla="*/ 243 h 536"/>
                <a:gd name="T32" fmla="*/ 373 w 488"/>
                <a:gd name="T33" fmla="*/ 259 h 536"/>
                <a:gd name="T34" fmla="*/ 370 w 488"/>
                <a:gd name="T35" fmla="*/ 276 h 536"/>
                <a:gd name="T36" fmla="*/ 361 w 488"/>
                <a:gd name="T37" fmla="*/ 288 h 536"/>
                <a:gd name="T38" fmla="*/ 349 w 488"/>
                <a:gd name="T39" fmla="*/ 297 h 536"/>
                <a:gd name="T40" fmla="*/ 333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6 w 488"/>
                <a:gd name="T47" fmla="*/ 454 h 536"/>
                <a:gd name="T48" fmla="*/ 464 w 488"/>
                <a:gd name="T49" fmla="*/ 457 h 536"/>
                <a:gd name="T50" fmla="*/ 476 w 488"/>
                <a:gd name="T51" fmla="*/ 466 h 536"/>
                <a:gd name="T52" fmla="*/ 485 w 488"/>
                <a:gd name="T53" fmla="*/ 478 h 536"/>
                <a:gd name="T54" fmla="*/ 488 w 488"/>
                <a:gd name="T55" fmla="*/ 494 h 536"/>
                <a:gd name="T56" fmla="*/ 485 w 488"/>
                <a:gd name="T57" fmla="*/ 512 h 536"/>
                <a:gd name="T58" fmla="*/ 476 w 488"/>
                <a:gd name="T59" fmla="*/ 524 h 536"/>
                <a:gd name="T60" fmla="*/ 464 w 488"/>
                <a:gd name="T61" fmla="*/ 533 h 536"/>
                <a:gd name="T62" fmla="*/ 446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38" y="0"/>
                  </a:lnTo>
                  <a:lnTo>
                    <a:pt x="453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3" y="79"/>
                  </a:lnTo>
                  <a:lnTo>
                    <a:pt x="438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33" y="218"/>
                  </a:lnTo>
                  <a:lnTo>
                    <a:pt x="349" y="222"/>
                  </a:lnTo>
                  <a:lnTo>
                    <a:pt x="361" y="231"/>
                  </a:lnTo>
                  <a:lnTo>
                    <a:pt x="370" y="243"/>
                  </a:lnTo>
                  <a:lnTo>
                    <a:pt x="373" y="259"/>
                  </a:lnTo>
                  <a:lnTo>
                    <a:pt x="370" y="276"/>
                  </a:lnTo>
                  <a:lnTo>
                    <a:pt x="361" y="288"/>
                  </a:lnTo>
                  <a:lnTo>
                    <a:pt x="349" y="297"/>
                  </a:lnTo>
                  <a:lnTo>
                    <a:pt x="333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6" y="454"/>
                  </a:lnTo>
                  <a:lnTo>
                    <a:pt x="464" y="457"/>
                  </a:lnTo>
                  <a:lnTo>
                    <a:pt x="476" y="466"/>
                  </a:lnTo>
                  <a:lnTo>
                    <a:pt x="485" y="478"/>
                  </a:lnTo>
                  <a:lnTo>
                    <a:pt x="488" y="494"/>
                  </a:lnTo>
                  <a:lnTo>
                    <a:pt x="485" y="512"/>
                  </a:lnTo>
                  <a:lnTo>
                    <a:pt x="476" y="524"/>
                  </a:lnTo>
                  <a:lnTo>
                    <a:pt x="464" y="533"/>
                  </a:lnTo>
                  <a:lnTo>
                    <a:pt x="44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9" name="Freeform 14"/>
            <p:cNvSpPr>
              <a:spLocks/>
            </p:cNvSpPr>
            <p:nvPr/>
          </p:nvSpPr>
          <p:spPr bwMode="auto">
            <a:xfrm>
              <a:off x="4647381" y="5515421"/>
              <a:ext cx="91077" cy="87282"/>
            </a:xfrm>
            <a:custGeom>
              <a:avLst/>
              <a:gdLst>
                <a:gd name="T0" fmla="*/ 51 w 96"/>
                <a:gd name="T1" fmla="*/ 0 h 92"/>
                <a:gd name="T2" fmla="*/ 53 w 96"/>
                <a:gd name="T3" fmla="*/ 0 h 92"/>
                <a:gd name="T4" fmla="*/ 70 w 96"/>
                <a:gd name="T5" fmla="*/ 5 h 92"/>
                <a:gd name="T6" fmla="*/ 84 w 96"/>
                <a:gd name="T7" fmla="*/ 15 h 92"/>
                <a:gd name="T8" fmla="*/ 93 w 96"/>
                <a:gd name="T9" fmla="*/ 31 h 92"/>
                <a:gd name="T10" fmla="*/ 96 w 96"/>
                <a:gd name="T11" fmla="*/ 49 h 92"/>
                <a:gd name="T12" fmla="*/ 91 w 96"/>
                <a:gd name="T13" fmla="*/ 66 h 92"/>
                <a:gd name="T14" fmla="*/ 81 w 96"/>
                <a:gd name="T15" fmla="*/ 80 h 92"/>
                <a:gd name="T16" fmla="*/ 65 w 96"/>
                <a:gd name="T17" fmla="*/ 91 h 92"/>
                <a:gd name="T18" fmla="*/ 47 w 96"/>
                <a:gd name="T19" fmla="*/ 92 h 92"/>
                <a:gd name="T20" fmla="*/ 44 w 96"/>
                <a:gd name="T21" fmla="*/ 92 h 92"/>
                <a:gd name="T22" fmla="*/ 26 w 96"/>
                <a:gd name="T23" fmla="*/ 87 h 92"/>
                <a:gd name="T24" fmla="*/ 12 w 96"/>
                <a:gd name="T25" fmla="*/ 77 h 92"/>
                <a:gd name="T26" fmla="*/ 4 w 96"/>
                <a:gd name="T27" fmla="*/ 61 h 92"/>
                <a:gd name="T28" fmla="*/ 0 w 96"/>
                <a:gd name="T29" fmla="*/ 43 h 92"/>
                <a:gd name="T30" fmla="*/ 5 w 96"/>
                <a:gd name="T31" fmla="*/ 26 h 92"/>
                <a:gd name="T32" fmla="*/ 16 w 96"/>
                <a:gd name="T33" fmla="*/ 12 h 92"/>
                <a:gd name="T34" fmla="*/ 32 w 96"/>
                <a:gd name="T35" fmla="*/ 2 h 92"/>
                <a:gd name="T36" fmla="*/ 51 w 96"/>
                <a:gd name="T37" fmla="*/ 0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96" h="92">
                  <a:moveTo>
                    <a:pt x="51" y="0"/>
                  </a:moveTo>
                  <a:lnTo>
                    <a:pt x="53" y="0"/>
                  </a:lnTo>
                  <a:lnTo>
                    <a:pt x="70" y="5"/>
                  </a:lnTo>
                  <a:lnTo>
                    <a:pt x="84" y="15"/>
                  </a:lnTo>
                  <a:lnTo>
                    <a:pt x="93" y="31"/>
                  </a:lnTo>
                  <a:lnTo>
                    <a:pt x="96" y="49"/>
                  </a:lnTo>
                  <a:lnTo>
                    <a:pt x="91" y="66"/>
                  </a:lnTo>
                  <a:lnTo>
                    <a:pt x="81" y="80"/>
                  </a:lnTo>
                  <a:lnTo>
                    <a:pt x="65" y="91"/>
                  </a:lnTo>
                  <a:lnTo>
                    <a:pt x="47" y="92"/>
                  </a:lnTo>
                  <a:lnTo>
                    <a:pt x="44" y="92"/>
                  </a:lnTo>
                  <a:lnTo>
                    <a:pt x="26" y="87"/>
                  </a:lnTo>
                  <a:lnTo>
                    <a:pt x="12" y="77"/>
                  </a:lnTo>
                  <a:lnTo>
                    <a:pt x="4" y="61"/>
                  </a:lnTo>
                  <a:lnTo>
                    <a:pt x="0" y="43"/>
                  </a:lnTo>
                  <a:lnTo>
                    <a:pt x="5" y="26"/>
                  </a:lnTo>
                  <a:lnTo>
                    <a:pt x="16" y="12"/>
                  </a:lnTo>
                  <a:lnTo>
                    <a:pt x="32" y="2"/>
                  </a:lnTo>
                  <a:lnTo>
                    <a:pt x="51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0" name="Freeform 15"/>
            <p:cNvSpPr>
              <a:spLocks/>
            </p:cNvSpPr>
            <p:nvPr/>
          </p:nvSpPr>
          <p:spPr bwMode="auto">
            <a:xfrm>
              <a:off x="4937689" y="5235549"/>
              <a:ext cx="130923" cy="157487"/>
            </a:xfrm>
            <a:custGeom>
              <a:avLst/>
              <a:gdLst>
                <a:gd name="T0" fmla="*/ 40 w 138"/>
                <a:gd name="T1" fmla="*/ 0 h 166"/>
                <a:gd name="T2" fmla="*/ 57 w 138"/>
                <a:gd name="T3" fmla="*/ 2 h 166"/>
                <a:gd name="T4" fmla="*/ 73 w 138"/>
                <a:gd name="T5" fmla="*/ 9 h 166"/>
                <a:gd name="T6" fmla="*/ 85 w 138"/>
                <a:gd name="T7" fmla="*/ 22 h 166"/>
                <a:gd name="T8" fmla="*/ 132 w 138"/>
                <a:gd name="T9" fmla="*/ 96 h 166"/>
                <a:gd name="T10" fmla="*/ 138 w 138"/>
                <a:gd name="T11" fmla="*/ 113 h 166"/>
                <a:gd name="T12" fmla="*/ 138 w 138"/>
                <a:gd name="T13" fmla="*/ 131 h 166"/>
                <a:gd name="T14" fmla="*/ 129 w 138"/>
                <a:gd name="T15" fmla="*/ 146 h 166"/>
                <a:gd name="T16" fmla="*/ 115 w 138"/>
                <a:gd name="T17" fmla="*/ 159 h 166"/>
                <a:gd name="T18" fmla="*/ 99 w 138"/>
                <a:gd name="T19" fmla="*/ 166 h 166"/>
                <a:gd name="T20" fmla="*/ 80 w 138"/>
                <a:gd name="T21" fmla="*/ 164 h 166"/>
                <a:gd name="T22" fmla="*/ 64 w 138"/>
                <a:gd name="T23" fmla="*/ 157 h 166"/>
                <a:gd name="T24" fmla="*/ 52 w 138"/>
                <a:gd name="T25" fmla="*/ 143 h 166"/>
                <a:gd name="T26" fmla="*/ 5 w 138"/>
                <a:gd name="T27" fmla="*/ 70 h 166"/>
                <a:gd name="T28" fmla="*/ 0 w 138"/>
                <a:gd name="T29" fmla="*/ 52 h 166"/>
                <a:gd name="T30" fmla="*/ 0 w 138"/>
                <a:gd name="T31" fmla="*/ 35 h 166"/>
                <a:gd name="T32" fmla="*/ 8 w 138"/>
                <a:gd name="T33" fmla="*/ 17 h 166"/>
                <a:gd name="T34" fmla="*/ 22 w 138"/>
                <a:gd name="T35" fmla="*/ 7 h 166"/>
                <a:gd name="T36" fmla="*/ 40 w 138"/>
                <a:gd name="T37" fmla="*/ 0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38" h="166">
                  <a:moveTo>
                    <a:pt x="40" y="0"/>
                  </a:moveTo>
                  <a:lnTo>
                    <a:pt x="57" y="2"/>
                  </a:lnTo>
                  <a:lnTo>
                    <a:pt x="73" y="9"/>
                  </a:lnTo>
                  <a:lnTo>
                    <a:pt x="85" y="22"/>
                  </a:lnTo>
                  <a:lnTo>
                    <a:pt x="132" y="96"/>
                  </a:lnTo>
                  <a:lnTo>
                    <a:pt x="138" y="113"/>
                  </a:lnTo>
                  <a:lnTo>
                    <a:pt x="138" y="131"/>
                  </a:lnTo>
                  <a:lnTo>
                    <a:pt x="129" y="146"/>
                  </a:lnTo>
                  <a:lnTo>
                    <a:pt x="115" y="159"/>
                  </a:lnTo>
                  <a:lnTo>
                    <a:pt x="99" y="166"/>
                  </a:lnTo>
                  <a:lnTo>
                    <a:pt x="80" y="164"/>
                  </a:lnTo>
                  <a:lnTo>
                    <a:pt x="64" y="157"/>
                  </a:lnTo>
                  <a:lnTo>
                    <a:pt x="52" y="143"/>
                  </a:lnTo>
                  <a:lnTo>
                    <a:pt x="5" y="70"/>
                  </a:lnTo>
                  <a:lnTo>
                    <a:pt x="0" y="52"/>
                  </a:lnTo>
                  <a:lnTo>
                    <a:pt x="0" y="35"/>
                  </a:lnTo>
                  <a:lnTo>
                    <a:pt x="8" y="17"/>
                  </a:lnTo>
                  <a:lnTo>
                    <a:pt x="22" y="7"/>
                  </a:lnTo>
                  <a:lnTo>
                    <a:pt x="40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16"/>
            <p:cNvSpPr>
              <a:spLocks/>
            </p:cNvSpPr>
            <p:nvPr/>
          </p:nvSpPr>
          <p:spPr bwMode="auto">
            <a:xfrm>
              <a:off x="5278280" y="5018292"/>
              <a:ext cx="132821" cy="243821"/>
            </a:xfrm>
            <a:custGeom>
              <a:avLst/>
              <a:gdLst>
                <a:gd name="T0" fmla="*/ 53 w 140"/>
                <a:gd name="T1" fmla="*/ 0 h 257"/>
                <a:gd name="T2" fmla="*/ 68 w 140"/>
                <a:gd name="T3" fmla="*/ 7 h 257"/>
                <a:gd name="T4" fmla="*/ 82 w 140"/>
                <a:gd name="T5" fmla="*/ 19 h 257"/>
                <a:gd name="T6" fmla="*/ 89 w 140"/>
                <a:gd name="T7" fmla="*/ 35 h 257"/>
                <a:gd name="T8" fmla="*/ 140 w 140"/>
                <a:gd name="T9" fmla="*/ 199 h 257"/>
                <a:gd name="T10" fmla="*/ 140 w 140"/>
                <a:gd name="T11" fmla="*/ 218 h 257"/>
                <a:gd name="T12" fmla="*/ 135 w 140"/>
                <a:gd name="T13" fmla="*/ 234 h 257"/>
                <a:gd name="T14" fmla="*/ 122 w 140"/>
                <a:gd name="T15" fmla="*/ 248 h 257"/>
                <a:gd name="T16" fmla="*/ 105 w 140"/>
                <a:gd name="T17" fmla="*/ 255 h 257"/>
                <a:gd name="T18" fmla="*/ 88 w 140"/>
                <a:gd name="T19" fmla="*/ 257 h 257"/>
                <a:gd name="T20" fmla="*/ 70 w 140"/>
                <a:gd name="T21" fmla="*/ 250 h 257"/>
                <a:gd name="T22" fmla="*/ 58 w 140"/>
                <a:gd name="T23" fmla="*/ 239 h 257"/>
                <a:gd name="T24" fmla="*/ 49 w 140"/>
                <a:gd name="T25" fmla="*/ 222 h 257"/>
                <a:gd name="T26" fmla="*/ 0 w 140"/>
                <a:gd name="T27" fmla="*/ 58 h 257"/>
                <a:gd name="T28" fmla="*/ 0 w 140"/>
                <a:gd name="T29" fmla="*/ 40 h 257"/>
                <a:gd name="T30" fmla="*/ 5 w 140"/>
                <a:gd name="T31" fmla="*/ 23 h 257"/>
                <a:gd name="T32" fmla="*/ 18 w 140"/>
                <a:gd name="T33" fmla="*/ 11 h 257"/>
                <a:gd name="T34" fmla="*/ 33 w 140"/>
                <a:gd name="T35" fmla="*/ 2 h 257"/>
                <a:gd name="T36" fmla="*/ 53 w 140"/>
                <a:gd name="T37" fmla="*/ 0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40" h="257">
                  <a:moveTo>
                    <a:pt x="53" y="0"/>
                  </a:moveTo>
                  <a:lnTo>
                    <a:pt x="68" y="7"/>
                  </a:lnTo>
                  <a:lnTo>
                    <a:pt x="82" y="19"/>
                  </a:lnTo>
                  <a:lnTo>
                    <a:pt x="89" y="35"/>
                  </a:lnTo>
                  <a:lnTo>
                    <a:pt x="140" y="199"/>
                  </a:lnTo>
                  <a:lnTo>
                    <a:pt x="140" y="218"/>
                  </a:lnTo>
                  <a:lnTo>
                    <a:pt x="135" y="234"/>
                  </a:lnTo>
                  <a:lnTo>
                    <a:pt x="122" y="248"/>
                  </a:lnTo>
                  <a:lnTo>
                    <a:pt x="105" y="255"/>
                  </a:lnTo>
                  <a:lnTo>
                    <a:pt x="88" y="257"/>
                  </a:lnTo>
                  <a:lnTo>
                    <a:pt x="70" y="250"/>
                  </a:lnTo>
                  <a:lnTo>
                    <a:pt x="58" y="239"/>
                  </a:lnTo>
                  <a:lnTo>
                    <a:pt x="49" y="222"/>
                  </a:lnTo>
                  <a:lnTo>
                    <a:pt x="0" y="58"/>
                  </a:lnTo>
                  <a:lnTo>
                    <a:pt x="0" y="40"/>
                  </a:lnTo>
                  <a:lnTo>
                    <a:pt x="5" y="23"/>
                  </a:lnTo>
                  <a:lnTo>
                    <a:pt x="18" y="11"/>
                  </a:lnTo>
                  <a:lnTo>
                    <a:pt x="33" y="2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17"/>
            <p:cNvSpPr>
              <a:spLocks/>
            </p:cNvSpPr>
            <p:nvPr/>
          </p:nvSpPr>
          <p:spPr bwMode="auto">
            <a:xfrm>
              <a:off x="5649230" y="4842779"/>
              <a:ext cx="112898" cy="335847"/>
            </a:xfrm>
            <a:custGeom>
              <a:avLst/>
              <a:gdLst>
                <a:gd name="T0" fmla="*/ 44 w 119"/>
                <a:gd name="T1" fmla="*/ 0 h 354"/>
                <a:gd name="T2" fmla="*/ 63 w 119"/>
                <a:gd name="T3" fmla="*/ 4 h 354"/>
                <a:gd name="T4" fmla="*/ 77 w 119"/>
                <a:gd name="T5" fmla="*/ 12 h 354"/>
                <a:gd name="T6" fmla="*/ 87 w 119"/>
                <a:gd name="T7" fmla="*/ 26 h 354"/>
                <a:gd name="T8" fmla="*/ 93 w 119"/>
                <a:gd name="T9" fmla="*/ 44 h 354"/>
                <a:gd name="T10" fmla="*/ 119 w 119"/>
                <a:gd name="T11" fmla="*/ 306 h 354"/>
                <a:gd name="T12" fmla="*/ 115 w 119"/>
                <a:gd name="T13" fmla="*/ 323 h 354"/>
                <a:gd name="T14" fmla="*/ 107 w 119"/>
                <a:gd name="T15" fmla="*/ 339 h 354"/>
                <a:gd name="T16" fmla="*/ 93 w 119"/>
                <a:gd name="T17" fmla="*/ 349 h 354"/>
                <a:gd name="T18" fmla="*/ 75 w 119"/>
                <a:gd name="T19" fmla="*/ 354 h 354"/>
                <a:gd name="T20" fmla="*/ 58 w 119"/>
                <a:gd name="T21" fmla="*/ 351 h 354"/>
                <a:gd name="T22" fmla="*/ 42 w 119"/>
                <a:gd name="T23" fmla="*/ 342 h 354"/>
                <a:gd name="T24" fmla="*/ 32 w 119"/>
                <a:gd name="T25" fmla="*/ 328 h 354"/>
                <a:gd name="T26" fmla="*/ 26 w 119"/>
                <a:gd name="T27" fmla="*/ 311 h 354"/>
                <a:gd name="T28" fmla="*/ 0 w 119"/>
                <a:gd name="T29" fmla="*/ 49 h 354"/>
                <a:gd name="T30" fmla="*/ 4 w 119"/>
                <a:gd name="T31" fmla="*/ 32 h 354"/>
                <a:gd name="T32" fmla="*/ 12 w 119"/>
                <a:gd name="T33" fmla="*/ 16 h 354"/>
                <a:gd name="T34" fmla="*/ 26 w 119"/>
                <a:gd name="T35" fmla="*/ 5 h 354"/>
                <a:gd name="T36" fmla="*/ 44 w 119"/>
                <a:gd name="T37" fmla="*/ 0 h 3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9" h="354">
                  <a:moveTo>
                    <a:pt x="44" y="0"/>
                  </a:moveTo>
                  <a:lnTo>
                    <a:pt x="63" y="4"/>
                  </a:lnTo>
                  <a:lnTo>
                    <a:pt x="77" y="12"/>
                  </a:lnTo>
                  <a:lnTo>
                    <a:pt x="87" y="26"/>
                  </a:lnTo>
                  <a:lnTo>
                    <a:pt x="93" y="44"/>
                  </a:lnTo>
                  <a:lnTo>
                    <a:pt x="119" y="306"/>
                  </a:lnTo>
                  <a:lnTo>
                    <a:pt x="115" y="323"/>
                  </a:lnTo>
                  <a:lnTo>
                    <a:pt x="107" y="339"/>
                  </a:lnTo>
                  <a:lnTo>
                    <a:pt x="93" y="349"/>
                  </a:lnTo>
                  <a:lnTo>
                    <a:pt x="75" y="354"/>
                  </a:lnTo>
                  <a:lnTo>
                    <a:pt x="58" y="351"/>
                  </a:lnTo>
                  <a:lnTo>
                    <a:pt x="42" y="342"/>
                  </a:lnTo>
                  <a:lnTo>
                    <a:pt x="32" y="328"/>
                  </a:lnTo>
                  <a:lnTo>
                    <a:pt x="26" y="311"/>
                  </a:lnTo>
                  <a:lnTo>
                    <a:pt x="0" y="49"/>
                  </a:lnTo>
                  <a:lnTo>
                    <a:pt x="4" y="32"/>
                  </a:lnTo>
                  <a:lnTo>
                    <a:pt x="12" y="16"/>
                  </a:lnTo>
                  <a:lnTo>
                    <a:pt x="26" y="5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3" name="Freeform 18"/>
            <p:cNvSpPr>
              <a:spLocks/>
            </p:cNvSpPr>
            <p:nvPr/>
          </p:nvSpPr>
          <p:spPr bwMode="auto">
            <a:xfrm>
              <a:off x="6026821" y="4720394"/>
              <a:ext cx="104359" cy="420283"/>
            </a:xfrm>
            <a:custGeom>
              <a:avLst/>
              <a:gdLst>
                <a:gd name="T0" fmla="*/ 68 w 110"/>
                <a:gd name="T1" fmla="*/ 0 h 443"/>
                <a:gd name="T2" fmla="*/ 86 w 110"/>
                <a:gd name="T3" fmla="*/ 5 h 443"/>
                <a:gd name="T4" fmla="*/ 100 w 110"/>
                <a:gd name="T5" fmla="*/ 16 h 443"/>
                <a:gd name="T6" fmla="*/ 107 w 110"/>
                <a:gd name="T7" fmla="*/ 31 h 443"/>
                <a:gd name="T8" fmla="*/ 110 w 110"/>
                <a:gd name="T9" fmla="*/ 51 h 443"/>
                <a:gd name="T10" fmla="*/ 93 w 110"/>
                <a:gd name="T11" fmla="*/ 401 h 443"/>
                <a:gd name="T12" fmla="*/ 87 w 110"/>
                <a:gd name="T13" fmla="*/ 419 h 443"/>
                <a:gd name="T14" fmla="*/ 75 w 110"/>
                <a:gd name="T15" fmla="*/ 433 h 443"/>
                <a:gd name="T16" fmla="*/ 61 w 110"/>
                <a:gd name="T17" fmla="*/ 442 h 443"/>
                <a:gd name="T18" fmla="*/ 42 w 110"/>
                <a:gd name="T19" fmla="*/ 443 h 443"/>
                <a:gd name="T20" fmla="*/ 25 w 110"/>
                <a:gd name="T21" fmla="*/ 438 h 443"/>
                <a:gd name="T22" fmla="*/ 11 w 110"/>
                <a:gd name="T23" fmla="*/ 426 h 443"/>
                <a:gd name="T24" fmla="*/ 2 w 110"/>
                <a:gd name="T25" fmla="*/ 412 h 443"/>
                <a:gd name="T26" fmla="*/ 0 w 110"/>
                <a:gd name="T27" fmla="*/ 393 h 443"/>
                <a:gd name="T28" fmla="*/ 18 w 110"/>
                <a:gd name="T29" fmla="*/ 42 h 443"/>
                <a:gd name="T30" fmla="*/ 23 w 110"/>
                <a:gd name="T31" fmla="*/ 24 h 443"/>
                <a:gd name="T32" fmla="*/ 33 w 110"/>
                <a:gd name="T33" fmla="*/ 10 h 443"/>
                <a:gd name="T34" fmla="*/ 49 w 110"/>
                <a:gd name="T35" fmla="*/ 2 h 443"/>
                <a:gd name="T36" fmla="*/ 68 w 110"/>
                <a:gd name="T37" fmla="*/ 0 h 4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0" h="443">
                  <a:moveTo>
                    <a:pt x="68" y="0"/>
                  </a:moveTo>
                  <a:lnTo>
                    <a:pt x="86" y="5"/>
                  </a:lnTo>
                  <a:lnTo>
                    <a:pt x="100" y="16"/>
                  </a:lnTo>
                  <a:lnTo>
                    <a:pt x="107" y="31"/>
                  </a:lnTo>
                  <a:lnTo>
                    <a:pt x="110" y="51"/>
                  </a:lnTo>
                  <a:lnTo>
                    <a:pt x="93" y="401"/>
                  </a:lnTo>
                  <a:lnTo>
                    <a:pt x="87" y="419"/>
                  </a:lnTo>
                  <a:lnTo>
                    <a:pt x="75" y="433"/>
                  </a:lnTo>
                  <a:lnTo>
                    <a:pt x="61" y="442"/>
                  </a:lnTo>
                  <a:lnTo>
                    <a:pt x="42" y="443"/>
                  </a:lnTo>
                  <a:lnTo>
                    <a:pt x="25" y="438"/>
                  </a:lnTo>
                  <a:lnTo>
                    <a:pt x="11" y="426"/>
                  </a:lnTo>
                  <a:lnTo>
                    <a:pt x="2" y="412"/>
                  </a:lnTo>
                  <a:lnTo>
                    <a:pt x="0" y="393"/>
                  </a:lnTo>
                  <a:lnTo>
                    <a:pt x="18" y="42"/>
                  </a:lnTo>
                  <a:lnTo>
                    <a:pt x="23" y="24"/>
                  </a:lnTo>
                  <a:lnTo>
                    <a:pt x="33" y="10"/>
                  </a:lnTo>
                  <a:lnTo>
                    <a:pt x="49" y="2"/>
                  </a:lnTo>
                  <a:lnTo>
                    <a:pt x="68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4" name="Freeform 19"/>
            <p:cNvSpPr>
              <a:spLocks/>
            </p:cNvSpPr>
            <p:nvPr/>
          </p:nvSpPr>
          <p:spPr bwMode="auto">
            <a:xfrm>
              <a:off x="6384489" y="4647343"/>
              <a:ext cx="162232" cy="497129"/>
            </a:xfrm>
            <a:custGeom>
              <a:avLst/>
              <a:gdLst>
                <a:gd name="T0" fmla="*/ 119 w 171"/>
                <a:gd name="T1" fmla="*/ 0 h 524"/>
                <a:gd name="T2" fmla="*/ 136 w 171"/>
                <a:gd name="T3" fmla="*/ 0 h 524"/>
                <a:gd name="T4" fmla="*/ 154 w 171"/>
                <a:gd name="T5" fmla="*/ 9 h 524"/>
                <a:gd name="T6" fmla="*/ 166 w 171"/>
                <a:gd name="T7" fmla="*/ 21 h 524"/>
                <a:gd name="T8" fmla="*/ 171 w 171"/>
                <a:gd name="T9" fmla="*/ 37 h 524"/>
                <a:gd name="T10" fmla="*/ 171 w 171"/>
                <a:gd name="T11" fmla="*/ 56 h 524"/>
                <a:gd name="T12" fmla="*/ 91 w 171"/>
                <a:gd name="T13" fmla="*/ 489 h 524"/>
                <a:gd name="T14" fmla="*/ 84 w 171"/>
                <a:gd name="T15" fmla="*/ 506 h 524"/>
                <a:gd name="T16" fmla="*/ 70 w 171"/>
                <a:gd name="T17" fmla="*/ 517 h 524"/>
                <a:gd name="T18" fmla="*/ 54 w 171"/>
                <a:gd name="T19" fmla="*/ 524 h 524"/>
                <a:gd name="T20" fmla="*/ 37 w 171"/>
                <a:gd name="T21" fmla="*/ 524 h 524"/>
                <a:gd name="T22" fmla="*/ 19 w 171"/>
                <a:gd name="T23" fmla="*/ 517 h 524"/>
                <a:gd name="T24" fmla="*/ 7 w 171"/>
                <a:gd name="T25" fmla="*/ 503 h 524"/>
                <a:gd name="T26" fmla="*/ 0 w 171"/>
                <a:gd name="T27" fmla="*/ 487 h 524"/>
                <a:gd name="T28" fmla="*/ 2 w 171"/>
                <a:gd name="T29" fmla="*/ 468 h 524"/>
                <a:gd name="T30" fmla="*/ 82 w 171"/>
                <a:gd name="T31" fmla="*/ 35 h 524"/>
                <a:gd name="T32" fmla="*/ 89 w 171"/>
                <a:gd name="T33" fmla="*/ 19 h 524"/>
                <a:gd name="T34" fmla="*/ 101 w 171"/>
                <a:gd name="T35" fmla="*/ 7 h 524"/>
                <a:gd name="T36" fmla="*/ 119 w 171"/>
                <a:gd name="T37" fmla="*/ 0 h 5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71" h="524">
                  <a:moveTo>
                    <a:pt x="119" y="0"/>
                  </a:moveTo>
                  <a:lnTo>
                    <a:pt x="136" y="0"/>
                  </a:lnTo>
                  <a:lnTo>
                    <a:pt x="154" y="9"/>
                  </a:lnTo>
                  <a:lnTo>
                    <a:pt x="166" y="21"/>
                  </a:lnTo>
                  <a:lnTo>
                    <a:pt x="171" y="37"/>
                  </a:lnTo>
                  <a:lnTo>
                    <a:pt x="171" y="56"/>
                  </a:lnTo>
                  <a:lnTo>
                    <a:pt x="91" y="489"/>
                  </a:lnTo>
                  <a:lnTo>
                    <a:pt x="84" y="506"/>
                  </a:lnTo>
                  <a:lnTo>
                    <a:pt x="70" y="517"/>
                  </a:lnTo>
                  <a:lnTo>
                    <a:pt x="54" y="524"/>
                  </a:lnTo>
                  <a:lnTo>
                    <a:pt x="37" y="524"/>
                  </a:lnTo>
                  <a:lnTo>
                    <a:pt x="19" y="517"/>
                  </a:lnTo>
                  <a:lnTo>
                    <a:pt x="7" y="503"/>
                  </a:lnTo>
                  <a:lnTo>
                    <a:pt x="0" y="487"/>
                  </a:lnTo>
                  <a:lnTo>
                    <a:pt x="2" y="468"/>
                  </a:lnTo>
                  <a:lnTo>
                    <a:pt x="82" y="35"/>
                  </a:lnTo>
                  <a:lnTo>
                    <a:pt x="89" y="19"/>
                  </a:lnTo>
                  <a:lnTo>
                    <a:pt x="101" y="7"/>
                  </a:lnTo>
                  <a:lnTo>
                    <a:pt x="11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5" name="Freeform 20"/>
            <p:cNvSpPr>
              <a:spLocks/>
            </p:cNvSpPr>
            <p:nvPr/>
          </p:nvSpPr>
          <p:spPr bwMode="auto">
            <a:xfrm>
              <a:off x="6733618" y="4625522"/>
              <a:ext cx="241924" cy="568283"/>
            </a:xfrm>
            <a:custGeom>
              <a:avLst/>
              <a:gdLst>
                <a:gd name="T0" fmla="*/ 206 w 255"/>
                <a:gd name="T1" fmla="*/ 0 h 599"/>
                <a:gd name="T2" fmla="*/ 226 w 255"/>
                <a:gd name="T3" fmla="*/ 4 h 599"/>
                <a:gd name="T4" fmla="*/ 241 w 255"/>
                <a:gd name="T5" fmla="*/ 13 h 599"/>
                <a:gd name="T6" fmla="*/ 252 w 255"/>
                <a:gd name="T7" fmla="*/ 27 h 599"/>
                <a:gd name="T8" fmla="*/ 255 w 255"/>
                <a:gd name="T9" fmla="*/ 44 h 599"/>
                <a:gd name="T10" fmla="*/ 254 w 255"/>
                <a:gd name="T11" fmla="*/ 62 h 599"/>
                <a:gd name="T12" fmla="*/ 90 w 255"/>
                <a:gd name="T13" fmla="*/ 569 h 599"/>
                <a:gd name="T14" fmla="*/ 81 w 255"/>
                <a:gd name="T15" fmla="*/ 585 h 599"/>
                <a:gd name="T16" fmla="*/ 65 w 255"/>
                <a:gd name="T17" fmla="*/ 596 h 599"/>
                <a:gd name="T18" fmla="*/ 49 w 255"/>
                <a:gd name="T19" fmla="*/ 599 h 599"/>
                <a:gd name="T20" fmla="*/ 30 w 255"/>
                <a:gd name="T21" fmla="*/ 597 h 599"/>
                <a:gd name="T22" fmla="*/ 14 w 255"/>
                <a:gd name="T23" fmla="*/ 587 h 599"/>
                <a:gd name="T24" fmla="*/ 4 w 255"/>
                <a:gd name="T25" fmla="*/ 573 h 599"/>
                <a:gd name="T26" fmla="*/ 0 w 255"/>
                <a:gd name="T27" fmla="*/ 556 h 599"/>
                <a:gd name="T28" fmla="*/ 2 w 255"/>
                <a:gd name="T29" fmla="*/ 538 h 599"/>
                <a:gd name="T30" fmla="*/ 166 w 255"/>
                <a:gd name="T31" fmla="*/ 30 h 599"/>
                <a:gd name="T32" fmla="*/ 175 w 255"/>
                <a:gd name="T33" fmla="*/ 16 h 599"/>
                <a:gd name="T34" fmla="*/ 191 w 255"/>
                <a:gd name="T35" fmla="*/ 6 h 599"/>
                <a:gd name="T36" fmla="*/ 206 w 255"/>
                <a:gd name="T37" fmla="*/ 0 h 5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55" h="599">
                  <a:moveTo>
                    <a:pt x="206" y="0"/>
                  </a:moveTo>
                  <a:lnTo>
                    <a:pt x="226" y="4"/>
                  </a:lnTo>
                  <a:lnTo>
                    <a:pt x="241" y="13"/>
                  </a:lnTo>
                  <a:lnTo>
                    <a:pt x="252" y="27"/>
                  </a:lnTo>
                  <a:lnTo>
                    <a:pt x="255" y="44"/>
                  </a:lnTo>
                  <a:lnTo>
                    <a:pt x="254" y="62"/>
                  </a:lnTo>
                  <a:lnTo>
                    <a:pt x="90" y="569"/>
                  </a:lnTo>
                  <a:lnTo>
                    <a:pt x="81" y="585"/>
                  </a:lnTo>
                  <a:lnTo>
                    <a:pt x="65" y="596"/>
                  </a:lnTo>
                  <a:lnTo>
                    <a:pt x="49" y="599"/>
                  </a:lnTo>
                  <a:lnTo>
                    <a:pt x="30" y="597"/>
                  </a:lnTo>
                  <a:lnTo>
                    <a:pt x="14" y="587"/>
                  </a:lnTo>
                  <a:lnTo>
                    <a:pt x="4" y="573"/>
                  </a:lnTo>
                  <a:lnTo>
                    <a:pt x="0" y="556"/>
                  </a:lnTo>
                  <a:lnTo>
                    <a:pt x="2" y="538"/>
                  </a:lnTo>
                  <a:lnTo>
                    <a:pt x="166" y="30"/>
                  </a:lnTo>
                  <a:lnTo>
                    <a:pt x="175" y="16"/>
                  </a:lnTo>
                  <a:lnTo>
                    <a:pt x="191" y="6"/>
                  </a:lnTo>
                  <a:lnTo>
                    <a:pt x="206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6" name="Freeform 21"/>
            <p:cNvSpPr>
              <a:spLocks/>
            </p:cNvSpPr>
            <p:nvPr/>
          </p:nvSpPr>
          <p:spPr bwMode="auto">
            <a:xfrm>
              <a:off x="7077055" y="4665368"/>
              <a:ext cx="333950" cy="621412"/>
            </a:xfrm>
            <a:custGeom>
              <a:avLst/>
              <a:gdLst>
                <a:gd name="T0" fmla="*/ 309 w 352"/>
                <a:gd name="T1" fmla="*/ 0 h 655"/>
                <a:gd name="T2" fmla="*/ 326 w 352"/>
                <a:gd name="T3" fmla="*/ 6 h 655"/>
                <a:gd name="T4" fmla="*/ 342 w 352"/>
                <a:gd name="T5" fmla="*/ 18 h 655"/>
                <a:gd name="T6" fmla="*/ 349 w 352"/>
                <a:gd name="T7" fmla="*/ 32 h 655"/>
                <a:gd name="T8" fmla="*/ 352 w 352"/>
                <a:gd name="T9" fmla="*/ 49 h 655"/>
                <a:gd name="T10" fmla="*/ 347 w 352"/>
                <a:gd name="T11" fmla="*/ 68 h 655"/>
                <a:gd name="T12" fmla="*/ 87 w 352"/>
                <a:gd name="T13" fmla="*/ 630 h 655"/>
                <a:gd name="T14" fmla="*/ 77 w 352"/>
                <a:gd name="T15" fmla="*/ 644 h 655"/>
                <a:gd name="T16" fmla="*/ 61 w 352"/>
                <a:gd name="T17" fmla="*/ 653 h 655"/>
                <a:gd name="T18" fmla="*/ 43 w 352"/>
                <a:gd name="T19" fmla="*/ 655 h 655"/>
                <a:gd name="T20" fmla="*/ 26 w 352"/>
                <a:gd name="T21" fmla="*/ 650 h 655"/>
                <a:gd name="T22" fmla="*/ 10 w 352"/>
                <a:gd name="T23" fmla="*/ 639 h 655"/>
                <a:gd name="T24" fmla="*/ 3 w 352"/>
                <a:gd name="T25" fmla="*/ 623 h 655"/>
                <a:gd name="T26" fmla="*/ 0 w 352"/>
                <a:gd name="T27" fmla="*/ 606 h 655"/>
                <a:gd name="T28" fmla="*/ 5 w 352"/>
                <a:gd name="T29" fmla="*/ 589 h 655"/>
                <a:gd name="T30" fmla="*/ 265 w 352"/>
                <a:gd name="T31" fmla="*/ 27 h 655"/>
                <a:gd name="T32" fmla="*/ 276 w 352"/>
                <a:gd name="T33" fmla="*/ 11 h 655"/>
                <a:gd name="T34" fmla="*/ 291 w 352"/>
                <a:gd name="T35" fmla="*/ 4 h 655"/>
                <a:gd name="T36" fmla="*/ 309 w 352"/>
                <a:gd name="T37" fmla="*/ 0 h 6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52" h="655">
                  <a:moveTo>
                    <a:pt x="309" y="0"/>
                  </a:moveTo>
                  <a:lnTo>
                    <a:pt x="326" y="6"/>
                  </a:lnTo>
                  <a:lnTo>
                    <a:pt x="342" y="18"/>
                  </a:lnTo>
                  <a:lnTo>
                    <a:pt x="349" y="32"/>
                  </a:lnTo>
                  <a:lnTo>
                    <a:pt x="352" y="49"/>
                  </a:lnTo>
                  <a:lnTo>
                    <a:pt x="347" y="68"/>
                  </a:lnTo>
                  <a:lnTo>
                    <a:pt x="87" y="630"/>
                  </a:lnTo>
                  <a:lnTo>
                    <a:pt x="77" y="644"/>
                  </a:lnTo>
                  <a:lnTo>
                    <a:pt x="61" y="653"/>
                  </a:lnTo>
                  <a:lnTo>
                    <a:pt x="43" y="655"/>
                  </a:lnTo>
                  <a:lnTo>
                    <a:pt x="26" y="650"/>
                  </a:lnTo>
                  <a:lnTo>
                    <a:pt x="10" y="639"/>
                  </a:lnTo>
                  <a:lnTo>
                    <a:pt x="3" y="623"/>
                  </a:lnTo>
                  <a:lnTo>
                    <a:pt x="0" y="606"/>
                  </a:lnTo>
                  <a:lnTo>
                    <a:pt x="5" y="589"/>
                  </a:lnTo>
                  <a:lnTo>
                    <a:pt x="265" y="27"/>
                  </a:lnTo>
                  <a:lnTo>
                    <a:pt x="276" y="11"/>
                  </a:lnTo>
                  <a:lnTo>
                    <a:pt x="291" y="4"/>
                  </a:lnTo>
                  <a:lnTo>
                    <a:pt x="30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7" name="Freeform 22"/>
            <p:cNvSpPr>
              <a:spLocks/>
            </p:cNvSpPr>
            <p:nvPr/>
          </p:nvSpPr>
          <p:spPr bwMode="auto">
            <a:xfrm>
              <a:off x="7414800" y="4764984"/>
              <a:ext cx="430719" cy="659361"/>
            </a:xfrm>
            <a:custGeom>
              <a:avLst/>
              <a:gdLst>
                <a:gd name="T0" fmla="*/ 417 w 454"/>
                <a:gd name="T1" fmla="*/ 0 h 695"/>
                <a:gd name="T2" fmla="*/ 433 w 454"/>
                <a:gd name="T3" fmla="*/ 7 h 695"/>
                <a:gd name="T4" fmla="*/ 447 w 454"/>
                <a:gd name="T5" fmla="*/ 21 h 695"/>
                <a:gd name="T6" fmla="*/ 454 w 454"/>
                <a:gd name="T7" fmla="*/ 37 h 695"/>
                <a:gd name="T8" fmla="*/ 454 w 454"/>
                <a:gd name="T9" fmla="*/ 54 h 695"/>
                <a:gd name="T10" fmla="*/ 447 w 454"/>
                <a:gd name="T11" fmla="*/ 72 h 695"/>
                <a:gd name="T12" fmla="*/ 84 w 454"/>
                <a:gd name="T13" fmla="*/ 676 h 695"/>
                <a:gd name="T14" fmla="*/ 70 w 454"/>
                <a:gd name="T15" fmla="*/ 688 h 695"/>
                <a:gd name="T16" fmla="*/ 54 w 454"/>
                <a:gd name="T17" fmla="*/ 695 h 695"/>
                <a:gd name="T18" fmla="*/ 37 w 454"/>
                <a:gd name="T19" fmla="*/ 695 h 695"/>
                <a:gd name="T20" fmla="*/ 19 w 454"/>
                <a:gd name="T21" fmla="*/ 688 h 695"/>
                <a:gd name="T22" fmla="*/ 7 w 454"/>
                <a:gd name="T23" fmla="*/ 676 h 695"/>
                <a:gd name="T24" fmla="*/ 0 w 454"/>
                <a:gd name="T25" fmla="*/ 660 h 695"/>
                <a:gd name="T26" fmla="*/ 0 w 454"/>
                <a:gd name="T27" fmla="*/ 642 h 695"/>
                <a:gd name="T28" fmla="*/ 7 w 454"/>
                <a:gd name="T29" fmla="*/ 625 h 695"/>
                <a:gd name="T30" fmla="*/ 370 w 454"/>
                <a:gd name="T31" fmla="*/ 21 h 695"/>
                <a:gd name="T32" fmla="*/ 382 w 454"/>
                <a:gd name="T33" fmla="*/ 7 h 695"/>
                <a:gd name="T34" fmla="*/ 400 w 454"/>
                <a:gd name="T35" fmla="*/ 0 h 695"/>
                <a:gd name="T36" fmla="*/ 417 w 454"/>
                <a:gd name="T37" fmla="*/ 0 h 6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454" h="695">
                  <a:moveTo>
                    <a:pt x="417" y="0"/>
                  </a:moveTo>
                  <a:lnTo>
                    <a:pt x="433" y="7"/>
                  </a:lnTo>
                  <a:lnTo>
                    <a:pt x="447" y="21"/>
                  </a:lnTo>
                  <a:lnTo>
                    <a:pt x="454" y="37"/>
                  </a:lnTo>
                  <a:lnTo>
                    <a:pt x="454" y="54"/>
                  </a:lnTo>
                  <a:lnTo>
                    <a:pt x="447" y="72"/>
                  </a:lnTo>
                  <a:lnTo>
                    <a:pt x="84" y="676"/>
                  </a:lnTo>
                  <a:lnTo>
                    <a:pt x="70" y="688"/>
                  </a:lnTo>
                  <a:lnTo>
                    <a:pt x="54" y="695"/>
                  </a:lnTo>
                  <a:lnTo>
                    <a:pt x="37" y="695"/>
                  </a:lnTo>
                  <a:lnTo>
                    <a:pt x="19" y="688"/>
                  </a:lnTo>
                  <a:lnTo>
                    <a:pt x="7" y="676"/>
                  </a:lnTo>
                  <a:lnTo>
                    <a:pt x="0" y="660"/>
                  </a:lnTo>
                  <a:lnTo>
                    <a:pt x="0" y="642"/>
                  </a:lnTo>
                  <a:lnTo>
                    <a:pt x="7" y="625"/>
                  </a:lnTo>
                  <a:lnTo>
                    <a:pt x="370" y="21"/>
                  </a:lnTo>
                  <a:lnTo>
                    <a:pt x="382" y="7"/>
                  </a:lnTo>
                  <a:lnTo>
                    <a:pt x="400" y="0"/>
                  </a:lnTo>
                  <a:lnTo>
                    <a:pt x="417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8" name="Freeform 23"/>
            <p:cNvSpPr>
              <a:spLocks/>
            </p:cNvSpPr>
            <p:nvPr/>
          </p:nvSpPr>
          <p:spPr bwMode="auto">
            <a:xfrm>
              <a:off x="7730724" y="4924369"/>
              <a:ext cx="543617" cy="680232"/>
            </a:xfrm>
            <a:custGeom>
              <a:avLst/>
              <a:gdLst>
                <a:gd name="T0" fmla="*/ 522 w 573"/>
                <a:gd name="T1" fmla="*/ 0 h 717"/>
                <a:gd name="T2" fmla="*/ 540 w 573"/>
                <a:gd name="T3" fmla="*/ 1 h 717"/>
                <a:gd name="T4" fmla="*/ 557 w 573"/>
                <a:gd name="T5" fmla="*/ 10 h 717"/>
                <a:gd name="T6" fmla="*/ 568 w 573"/>
                <a:gd name="T7" fmla="*/ 24 h 717"/>
                <a:gd name="T8" fmla="*/ 573 w 573"/>
                <a:gd name="T9" fmla="*/ 40 h 717"/>
                <a:gd name="T10" fmla="*/ 571 w 573"/>
                <a:gd name="T11" fmla="*/ 57 h 717"/>
                <a:gd name="T12" fmla="*/ 562 w 573"/>
                <a:gd name="T13" fmla="*/ 75 h 717"/>
                <a:gd name="T14" fmla="*/ 81 w 573"/>
                <a:gd name="T15" fmla="*/ 700 h 717"/>
                <a:gd name="T16" fmla="*/ 67 w 573"/>
                <a:gd name="T17" fmla="*/ 712 h 717"/>
                <a:gd name="T18" fmla="*/ 51 w 573"/>
                <a:gd name="T19" fmla="*/ 717 h 717"/>
                <a:gd name="T20" fmla="*/ 32 w 573"/>
                <a:gd name="T21" fmla="*/ 715 h 717"/>
                <a:gd name="T22" fmla="*/ 16 w 573"/>
                <a:gd name="T23" fmla="*/ 707 h 717"/>
                <a:gd name="T24" fmla="*/ 5 w 573"/>
                <a:gd name="T25" fmla="*/ 693 h 717"/>
                <a:gd name="T26" fmla="*/ 0 w 573"/>
                <a:gd name="T27" fmla="*/ 675 h 717"/>
                <a:gd name="T28" fmla="*/ 2 w 573"/>
                <a:gd name="T29" fmla="*/ 658 h 717"/>
                <a:gd name="T30" fmla="*/ 11 w 573"/>
                <a:gd name="T31" fmla="*/ 642 h 717"/>
                <a:gd name="T32" fmla="*/ 491 w 573"/>
                <a:gd name="T33" fmla="*/ 15 h 717"/>
                <a:gd name="T34" fmla="*/ 506 w 573"/>
                <a:gd name="T35" fmla="*/ 3 h 717"/>
                <a:gd name="T36" fmla="*/ 522 w 573"/>
                <a:gd name="T37" fmla="*/ 0 h 7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73" h="717">
                  <a:moveTo>
                    <a:pt x="522" y="0"/>
                  </a:moveTo>
                  <a:lnTo>
                    <a:pt x="540" y="1"/>
                  </a:lnTo>
                  <a:lnTo>
                    <a:pt x="557" y="10"/>
                  </a:lnTo>
                  <a:lnTo>
                    <a:pt x="568" y="24"/>
                  </a:lnTo>
                  <a:lnTo>
                    <a:pt x="573" y="40"/>
                  </a:lnTo>
                  <a:lnTo>
                    <a:pt x="571" y="57"/>
                  </a:lnTo>
                  <a:lnTo>
                    <a:pt x="562" y="75"/>
                  </a:lnTo>
                  <a:lnTo>
                    <a:pt x="81" y="700"/>
                  </a:lnTo>
                  <a:lnTo>
                    <a:pt x="67" y="712"/>
                  </a:lnTo>
                  <a:lnTo>
                    <a:pt x="51" y="717"/>
                  </a:lnTo>
                  <a:lnTo>
                    <a:pt x="32" y="715"/>
                  </a:lnTo>
                  <a:lnTo>
                    <a:pt x="16" y="707"/>
                  </a:lnTo>
                  <a:lnTo>
                    <a:pt x="5" y="693"/>
                  </a:lnTo>
                  <a:lnTo>
                    <a:pt x="0" y="675"/>
                  </a:lnTo>
                  <a:lnTo>
                    <a:pt x="2" y="658"/>
                  </a:lnTo>
                  <a:lnTo>
                    <a:pt x="11" y="642"/>
                  </a:lnTo>
                  <a:lnTo>
                    <a:pt x="491" y="15"/>
                  </a:lnTo>
                  <a:lnTo>
                    <a:pt x="506" y="3"/>
                  </a:lnTo>
                  <a:lnTo>
                    <a:pt x="522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30" name="Text Placeholder 29"/>
          <p:cNvSpPr>
            <a:spLocks noGrp="1"/>
          </p:cNvSpPr>
          <p:nvPr>
            <p:ph type="body" sz="quarter" idx="13" hasCustomPrompt="1"/>
          </p:nvPr>
        </p:nvSpPr>
        <p:spPr>
          <a:xfrm>
            <a:off x="323135" y="1846263"/>
            <a:ext cx="8441453" cy="1241425"/>
          </a:xfrm>
        </p:spPr>
        <p:txBody>
          <a:bodyPr anchor="ctr" anchorCtr="0">
            <a:normAutofit/>
          </a:bodyPr>
          <a:lstStyle>
            <a:lvl1pPr marL="0" indent="0">
              <a:buNone/>
              <a:defRPr sz="4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14098916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75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75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75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75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6728BC2-ACA3-447C-A909-F3F49211C0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07022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0010" y="1481446"/>
            <a:ext cx="4009110" cy="4525963"/>
          </a:xfrm>
        </p:spPr>
        <p:txBody>
          <a:bodyPr/>
          <a:lstStyle>
            <a:lvl1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6728BC2-ACA3-447C-A909-F3F49211C06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2"/>
          <p:cNvSpPr>
            <a:spLocks noGrp="1"/>
          </p:cNvSpPr>
          <p:nvPr>
            <p:ph idx="13"/>
          </p:nvPr>
        </p:nvSpPr>
        <p:spPr>
          <a:xfrm>
            <a:off x="4644440" y="1481446"/>
            <a:ext cx="4009110" cy="4525963"/>
          </a:xfrm>
        </p:spPr>
        <p:txBody>
          <a:bodyPr/>
          <a:lstStyle>
            <a:lvl1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72272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6728BC2-ACA3-447C-A909-F3F49211C06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5"/>
          <p:cNvSpPr>
            <a:spLocks noGrp="1"/>
          </p:cNvSpPr>
          <p:nvPr>
            <p:ph sz="quarter" idx="16" hasCustomPrompt="1"/>
          </p:nvPr>
        </p:nvSpPr>
        <p:spPr>
          <a:xfrm>
            <a:off x="4708408" y="1538839"/>
            <a:ext cx="4107743" cy="2416827"/>
          </a:xfrm>
        </p:spPr>
        <p:txBody>
          <a:bodyPr/>
          <a:lstStyle>
            <a:lvl1pPr marL="176213" indent="-176213" algn="l">
              <a:buClr>
                <a:schemeClr val="accent1"/>
              </a:buClr>
              <a:defRPr sz="2000"/>
            </a:lvl1pPr>
            <a:lvl2pPr marL="396875" indent="-223838" algn="l" defTabSz="452438">
              <a:defRPr sz="1800"/>
            </a:lvl2pPr>
            <a:lvl3pPr algn="l">
              <a:defRPr sz="1600"/>
            </a:lvl3pPr>
            <a:lvl4pPr algn="l">
              <a:defRPr sz="1400"/>
            </a:lvl4pPr>
            <a:lvl5pPr algn="l"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9" name="Content Placeholder 5"/>
          <p:cNvSpPr>
            <a:spLocks noGrp="1"/>
          </p:cNvSpPr>
          <p:nvPr>
            <p:ph sz="quarter" idx="17"/>
          </p:nvPr>
        </p:nvSpPr>
        <p:spPr>
          <a:xfrm>
            <a:off x="351116" y="1540358"/>
            <a:ext cx="4113904" cy="2415307"/>
          </a:xfrm>
        </p:spPr>
        <p:txBody>
          <a:bodyPr/>
          <a:lstStyle>
            <a:lvl1pPr marL="176213" indent="-176213" algn="l">
              <a:buClr>
                <a:schemeClr val="accent1"/>
              </a:buClr>
              <a:buFont typeface="Arial" panose="020B0604020202020204" pitchFamily="34" charset="0"/>
              <a:buChar char="•"/>
              <a:defRPr sz="2000"/>
            </a:lvl1pPr>
            <a:lvl2pPr marL="396875" indent="-223838" algn="l" defTabSz="452438">
              <a:buClr>
                <a:schemeClr val="accent1"/>
              </a:buClr>
              <a:defRPr sz="1800"/>
            </a:lvl2pPr>
            <a:lvl3pPr algn="l">
              <a:defRPr sz="1600"/>
            </a:lvl3pPr>
            <a:lvl4pPr algn="l">
              <a:defRPr sz="1400"/>
            </a:lvl4pPr>
            <a:lvl5pPr algn="l"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2" name="Content Placeholder 5"/>
          <p:cNvSpPr>
            <a:spLocks noGrp="1"/>
          </p:cNvSpPr>
          <p:nvPr>
            <p:ph sz="quarter" idx="18" hasCustomPrompt="1"/>
          </p:nvPr>
        </p:nvSpPr>
        <p:spPr>
          <a:xfrm>
            <a:off x="4708408" y="4099159"/>
            <a:ext cx="4107743" cy="2416827"/>
          </a:xfrm>
        </p:spPr>
        <p:txBody>
          <a:bodyPr/>
          <a:lstStyle>
            <a:lvl1pPr marL="176213" indent="-176213" algn="l">
              <a:buClr>
                <a:schemeClr val="accent1"/>
              </a:buClr>
              <a:defRPr sz="2000"/>
            </a:lvl1pPr>
            <a:lvl2pPr marL="396875" indent="-223838" algn="l" defTabSz="452438">
              <a:defRPr sz="1800"/>
            </a:lvl2pPr>
            <a:lvl3pPr algn="l">
              <a:defRPr sz="1600"/>
            </a:lvl3pPr>
            <a:lvl4pPr algn="l">
              <a:defRPr sz="1400"/>
            </a:lvl4pPr>
            <a:lvl5pPr algn="l"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9"/>
          </p:nvPr>
        </p:nvSpPr>
        <p:spPr>
          <a:xfrm>
            <a:off x="351116" y="4100678"/>
            <a:ext cx="4113904" cy="2415307"/>
          </a:xfrm>
        </p:spPr>
        <p:txBody>
          <a:bodyPr/>
          <a:lstStyle>
            <a:lvl1pPr marL="176213" indent="-176213" algn="l">
              <a:buClr>
                <a:schemeClr val="accent1"/>
              </a:buClr>
              <a:buFont typeface="Arial" panose="020B0604020202020204" pitchFamily="34" charset="0"/>
              <a:buChar char="•"/>
              <a:defRPr sz="2000"/>
            </a:lvl1pPr>
            <a:lvl2pPr marL="396875" indent="-223838" algn="l" defTabSz="452438">
              <a:buClr>
                <a:schemeClr val="accent1"/>
              </a:buClr>
              <a:defRPr sz="1800"/>
            </a:lvl2pPr>
            <a:lvl3pPr algn="l">
              <a:defRPr sz="1600"/>
            </a:lvl3pPr>
            <a:lvl4pPr algn="l">
              <a:defRPr sz="1400"/>
            </a:lvl4pPr>
            <a:lvl5pPr algn="l"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13526771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23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1557" b="649"/>
          <a:stretch/>
        </p:blipFill>
        <p:spPr>
          <a:xfrm>
            <a:off x="-1" y="6259484"/>
            <a:ext cx="9144002" cy="598516"/>
          </a:xfrm>
          <a:prstGeom prst="rect">
            <a:avLst/>
          </a:prstGeom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6728BC2-ACA3-447C-A909-F3F49211C06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6" name="Content Placeholder 45"/>
          <p:cNvSpPr>
            <a:spLocks noGrp="1"/>
          </p:cNvSpPr>
          <p:nvPr>
            <p:ph sz="quarter" idx="13"/>
          </p:nvPr>
        </p:nvSpPr>
        <p:spPr>
          <a:xfrm>
            <a:off x="157163" y="133350"/>
            <a:ext cx="8826500" cy="5951538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268102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 -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9144000" cy="1219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>
                <a:solidFill>
                  <a:schemeClr val="accent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6728BC2-ACA3-447C-A909-F3F49211C066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7" name="Group 6"/>
          <p:cNvGrpSpPr/>
          <p:nvPr/>
        </p:nvGrpSpPr>
        <p:grpSpPr>
          <a:xfrm>
            <a:off x="7264458" y="365740"/>
            <a:ext cx="1553307" cy="487719"/>
            <a:chOff x="7264458" y="365740"/>
            <a:chExt cx="1553307" cy="487719"/>
          </a:xfrm>
        </p:grpSpPr>
        <p:sp>
          <p:nvSpPr>
            <p:cNvPr id="8" name="Freeform 6"/>
            <p:cNvSpPr>
              <a:spLocks noEditPoints="1"/>
            </p:cNvSpPr>
            <p:nvPr/>
          </p:nvSpPr>
          <p:spPr bwMode="auto">
            <a:xfrm>
              <a:off x="7264458" y="705011"/>
              <a:ext cx="148988" cy="144669"/>
            </a:xfrm>
            <a:custGeom>
              <a:avLst/>
              <a:gdLst>
                <a:gd name="T0" fmla="*/ 98 w 552"/>
                <a:gd name="T1" fmla="*/ 79 h 536"/>
                <a:gd name="T2" fmla="*/ 98 w 552"/>
                <a:gd name="T3" fmla="*/ 241 h 536"/>
                <a:gd name="T4" fmla="*/ 307 w 552"/>
                <a:gd name="T5" fmla="*/ 241 h 536"/>
                <a:gd name="T6" fmla="*/ 342 w 552"/>
                <a:gd name="T7" fmla="*/ 241 h 536"/>
                <a:gd name="T8" fmla="*/ 374 w 552"/>
                <a:gd name="T9" fmla="*/ 238 h 536"/>
                <a:gd name="T10" fmla="*/ 398 w 552"/>
                <a:gd name="T11" fmla="*/ 231 h 536"/>
                <a:gd name="T12" fmla="*/ 417 w 552"/>
                <a:gd name="T13" fmla="*/ 222 h 536"/>
                <a:gd name="T14" fmla="*/ 431 w 552"/>
                <a:gd name="T15" fmla="*/ 206 h 536"/>
                <a:gd name="T16" fmla="*/ 440 w 552"/>
                <a:gd name="T17" fmla="*/ 187 h 536"/>
                <a:gd name="T18" fmla="*/ 443 w 552"/>
                <a:gd name="T19" fmla="*/ 161 h 536"/>
                <a:gd name="T20" fmla="*/ 440 w 552"/>
                <a:gd name="T21" fmla="*/ 135 h 536"/>
                <a:gd name="T22" fmla="*/ 431 w 552"/>
                <a:gd name="T23" fmla="*/ 114 h 536"/>
                <a:gd name="T24" fmla="*/ 417 w 552"/>
                <a:gd name="T25" fmla="*/ 100 h 536"/>
                <a:gd name="T26" fmla="*/ 398 w 552"/>
                <a:gd name="T27" fmla="*/ 89 h 536"/>
                <a:gd name="T28" fmla="*/ 374 w 552"/>
                <a:gd name="T29" fmla="*/ 84 h 536"/>
                <a:gd name="T30" fmla="*/ 342 w 552"/>
                <a:gd name="T31" fmla="*/ 80 h 536"/>
                <a:gd name="T32" fmla="*/ 307 w 552"/>
                <a:gd name="T33" fmla="*/ 79 h 536"/>
                <a:gd name="T34" fmla="*/ 98 w 552"/>
                <a:gd name="T35" fmla="*/ 79 h 536"/>
                <a:gd name="T36" fmla="*/ 0 w 552"/>
                <a:gd name="T37" fmla="*/ 0 h 536"/>
                <a:gd name="T38" fmla="*/ 323 w 552"/>
                <a:gd name="T39" fmla="*/ 0 h 536"/>
                <a:gd name="T40" fmla="*/ 377 w 552"/>
                <a:gd name="T41" fmla="*/ 2 h 536"/>
                <a:gd name="T42" fmla="*/ 422 w 552"/>
                <a:gd name="T43" fmla="*/ 9 h 536"/>
                <a:gd name="T44" fmla="*/ 461 w 552"/>
                <a:gd name="T45" fmla="*/ 19 h 536"/>
                <a:gd name="T46" fmla="*/ 490 w 552"/>
                <a:gd name="T47" fmla="*/ 37 h 536"/>
                <a:gd name="T48" fmla="*/ 513 w 552"/>
                <a:gd name="T49" fmla="*/ 58 h 536"/>
                <a:gd name="T50" fmla="*/ 529 w 552"/>
                <a:gd name="T51" fmla="*/ 86 h 536"/>
                <a:gd name="T52" fmla="*/ 538 w 552"/>
                <a:gd name="T53" fmla="*/ 119 h 536"/>
                <a:gd name="T54" fmla="*/ 541 w 552"/>
                <a:gd name="T55" fmla="*/ 157 h 536"/>
                <a:gd name="T56" fmla="*/ 538 w 552"/>
                <a:gd name="T57" fmla="*/ 194 h 536"/>
                <a:gd name="T58" fmla="*/ 529 w 552"/>
                <a:gd name="T59" fmla="*/ 225 h 536"/>
                <a:gd name="T60" fmla="*/ 513 w 552"/>
                <a:gd name="T61" fmla="*/ 252 h 536"/>
                <a:gd name="T62" fmla="*/ 494 w 552"/>
                <a:gd name="T63" fmla="*/ 272 h 536"/>
                <a:gd name="T64" fmla="*/ 473 w 552"/>
                <a:gd name="T65" fmla="*/ 290 h 536"/>
                <a:gd name="T66" fmla="*/ 447 w 552"/>
                <a:gd name="T67" fmla="*/ 302 h 536"/>
                <a:gd name="T68" fmla="*/ 421 w 552"/>
                <a:gd name="T69" fmla="*/ 311 h 536"/>
                <a:gd name="T70" fmla="*/ 393 w 552"/>
                <a:gd name="T71" fmla="*/ 314 h 536"/>
                <a:gd name="T72" fmla="*/ 384 w 552"/>
                <a:gd name="T73" fmla="*/ 314 h 536"/>
                <a:gd name="T74" fmla="*/ 552 w 552"/>
                <a:gd name="T75" fmla="*/ 536 h 536"/>
                <a:gd name="T76" fmla="*/ 431 w 552"/>
                <a:gd name="T77" fmla="*/ 536 h 536"/>
                <a:gd name="T78" fmla="*/ 274 w 552"/>
                <a:gd name="T79" fmla="*/ 323 h 536"/>
                <a:gd name="T80" fmla="*/ 274 w 552"/>
                <a:gd name="T81" fmla="*/ 321 h 536"/>
                <a:gd name="T82" fmla="*/ 98 w 552"/>
                <a:gd name="T83" fmla="*/ 321 h 536"/>
                <a:gd name="T84" fmla="*/ 98 w 552"/>
                <a:gd name="T85" fmla="*/ 536 h 536"/>
                <a:gd name="T86" fmla="*/ 0 w 552"/>
                <a:gd name="T87" fmla="*/ 536 h 536"/>
                <a:gd name="T88" fmla="*/ 0 w 552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2" h="536">
                  <a:moveTo>
                    <a:pt x="98" y="79"/>
                  </a:moveTo>
                  <a:lnTo>
                    <a:pt x="98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4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4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8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61" y="19"/>
                  </a:lnTo>
                  <a:lnTo>
                    <a:pt x="490" y="37"/>
                  </a:lnTo>
                  <a:lnTo>
                    <a:pt x="513" y="58"/>
                  </a:lnTo>
                  <a:lnTo>
                    <a:pt x="529" y="86"/>
                  </a:lnTo>
                  <a:lnTo>
                    <a:pt x="538" y="119"/>
                  </a:lnTo>
                  <a:lnTo>
                    <a:pt x="541" y="157"/>
                  </a:lnTo>
                  <a:lnTo>
                    <a:pt x="538" y="194"/>
                  </a:lnTo>
                  <a:lnTo>
                    <a:pt x="529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3" y="290"/>
                  </a:lnTo>
                  <a:lnTo>
                    <a:pt x="447" y="302"/>
                  </a:lnTo>
                  <a:lnTo>
                    <a:pt x="421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2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4" y="321"/>
                  </a:lnTo>
                  <a:lnTo>
                    <a:pt x="98" y="321"/>
                  </a:lnTo>
                  <a:lnTo>
                    <a:pt x="9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9" name="Freeform 7"/>
            <p:cNvSpPr>
              <a:spLocks/>
            </p:cNvSpPr>
            <p:nvPr/>
          </p:nvSpPr>
          <p:spPr bwMode="auto">
            <a:xfrm>
              <a:off x="7450153" y="705011"/>
              <a:ext cx="131714" cy="144669"/>
            </a:xfrm>
            <a:custGeom>
              <a:avLst/>
              <a:gdLst>
                <a:gd name="T0" fmla="*/ 0 w 488"/>
                <a:gd name="T1" fmla="*/ 0 h 536"/>
                <a:gd name="T2" fmla="*/ 440 w 488"/>
                <a:gd name="T3" fmla="*/ 0 h 536"/>
                <a:gd name="T4" fmla="*/ 455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5 w 488"/>
                <a:gd name="T17" fmla="*/ 79 h 536"/>
                <a:gd name="T18" fmla="*/ 440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54 w 488"/>
                <a:gd name="T25" fmla="*/ 218 h 536"/>
                <a:gd name="T26" fmla="*/ 370 w 488"/>
                <a:gd name="T27" fmla="*/ 222 h 536"/>
                <a:gd name="T28" fmla="*/ 384 w 488"/>
                <a:gd name="T29" fmla="*/ 231 h 536"/>
                <a:gd name="T30" fmla="*/ 392 w 488"/>
                <a:gd name="T31" fmla="*/ 243 h 536"/>
                <a:gd name="T32" fmla="*/ 396 w 488"/>
                <a:gd name="T33" fmla="*/ 259 h 536"/>
                <a:gd name="T34" fmla="*/ 392 w 488"/>
                <a:gd name="T35" fmla="*/ 276 h 536"/>
                <a:gd name="T36" fmla="*/ 384 w 488"/>
                <a:gd name="T37" fmla="*/ 288 h 536"/>
                <a:gd name="T38" fmla="*/ 370 w 488"/>
                <a:gd name="T39" fmla="*/ 297 h 536"/>
                <a:gd name="T40" fmla="*/ 354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8 w 488"/>
                <a:gd name="T47" fmla="*/ 454 h 536"/>
                <a:gd name="T48" fmla="*/ 464 w 488"/>
                <a:gd name="T49" fmla="*/ 457 h 536"/>
                <a:gd name="T50" fmla="*/ 478 w 488"/>
                <a:gd name="T51" fmla="*/ 466 h 536"/>
                <a:gd name="T52" fmla="*/ 487 w 488"/>
                <a:gd name="T53" fmla="*/ 478 h 536"/>
                <a:gd name="T54" fmla="*/ 488 w 488"/>
                <a:gd name="T55" fmla="*/ 494 h 536"/>
                <a:gd name="T56" fmla="*/ 487 w 488"/>
                <a:gd name="T57" fmla="*/ 512 h 536"/>
                <a:gd name="T58" fmla="*/ 478 w 488"/>
                <a:gd name="T59" fmla="*/ 524 h 536"/>
                <a:gd name="T60" fmla="*/ 464 w 488"/>
                <a:gd name="T61" fmla="*/ 533 h 536"/>
                <a:gd name="T62" fmla="*/ 448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40" y="0"/>
                  </a:lnTo>
                  <a:lnTo>
                    <a:pt x="455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5" y="79"/>
                  </a:lnTo>
                  <a:lnTo>
                    <a:pt x="440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54" y="218"/>
                  </a:lnTo>
                  <a:lnTo>
                    <a:pt x="370" y="222"/>
                  </a:lnTo>
                  <a:lnTo>
                    <a:pt x="384" y="231"/>
                  </a:lnTo>
                  <a:lnTo>
                    <a:pt x="392" y="243"/>
                  </a:lnTo>
                  <a:lnTo>
                    <a:pt x="396" y="259"/>
                  </a:lnTo>
                  <a:lnTo>
                    <a:pt x="392" y="276"/>
                  </a:lnTo>
                  <a:lnTo>
                    <a:pt x="384" y="288"/>
                  </a:lnTo>
                  <a:lnTo>
                    <a:pt x="370" y="297"/>
                  </a:lnTo>
                  <a:lnTo>
                    <a:pt x="354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8" y="454"/>
                  </a:lnTo>
                  <a:lnTo>
                    <a:pt x="464" y="457"/>
                  </a:lnTo>
                  <a:lnTo>
                    <a:pt x="478" y="466"/>
                  </a:lnTo>
                  <a:lnTo>
                    <a:pt x="487" y="478"/>
                  </a:lnTo>
                  <a:lnTo>
                    <a:pt x="488" y="494"/>
                  </a:lnTo>
                  <a:lnTo>
                    <a:pt x="487" y="512"/>
                  </a:lnTo>
                  <a:lnTo>
                    <a:pt x="478" y="524"/>
                  </a:lnTo>
                  <a:lnTo>
                    <a:pt x="464" y="533"/>
                  </a:lnTo>
                  <a:lnTo>
                    <a:pt x="44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" name="Freeform 8"/>
            <p:cNvSpPr>
              <a:spLocks/>
            </p:cNvSpPr>
            <p:nvPr/>
          </p:nvSpPr>
          <p:spPr bwMode="auto">
            <a:xfrm>
              <a:off x="7613446" y="705011"/>
              <a:ext cx="154116" cy="144669"/>
            </a:xfrm>
            <a:custGeom>
              <a:avLst/>
              <a:gdLst>
                <a:gd name="T0" fmla="*/ 48 w 571"/>
                <a:gd name="T1" fmla="*/ 0 h 536"/>
                <a:gd name="T2" fmla="*/ 65 w 571"/>
                <a:gd name="T3" fmla="*/ 4 h 536"/>
                <a:gd name="T4" fmla="*/ 79 w 571"/>
                <a:gd name="T5" fmla="*/ 12 h 536"/>
                <a:gd name="T6" fmla="*/ 89 w 571"/>
                <a:gd name="T7" fmla="*/ 26 h 536"/>
                <a:gd name="T8" fmla="*/ 280 w 571"/>
                <a:gd name="T9" fmla="*/ 431 h 536"/>
                <a:gd name="T10" fmla="*/ 285 w 571"/>
                <a:gd name="T11" fmla="*/ 440 h 536"/>
                <a:gd name="T12" fmla="*/ 484 w 571"/>
                <a:gd name="T13" fmla="*/ 26 h 536"/>
                <a:gd name="T14" fmla="*/ 494 w 571"/>
                <a:gd name="T15" fmla="*/ 12 h 536"/>
                <a:gd name="T16" fmla="*/ 508 w 571"/>
                <a:gd name="T17" fmla="*/ 2 h 536"/>
                <a:gd name="T18" fmla="*/ 526 w 571"/>
                <a:gd name="T19" fmla="*/ 0 h 536"/>
                <a:gd name="T20" fmla="*/ 541 w 571"/>
                <a:gd name="T21" fmla="*/ 2 h 536"/>
                <a:gd name="T22" fmla="*/ 554 w 571"/>
                <a:gd name="T23" fmla="*/ 9 h 536"/>
                <a:gd name="T24" fmla="*/ 564 w 571"/>
                <a:gd name="T25" fmla="*/ 21 h 536"/>
                <a:gd name="T26" fmla="*/ 571 w 571"/>
                <a:gd name="T27" fmla="*/ 35 h 536"/>
                <a:gd name="T28" fmla="*/ 571 w 571"/>
                <a:gd name="T29" fmla="*/ 51 h 536"/>
                <a:gd name="T30" fmla="*/ 568 w 571"/>
                <a:gd name="T31" fmla="*/ 67 h 536"/>
                <a:gd name="T32" fmla="*/ 337 w 571"/>
                <a:gd name="T33" fmla="*/ 536 h 536"/>
                <a:gd name="T34" fmla="*/ 233 w 571"/>
                <a:gd name="T35" fmla="*/ 536 h 536"/>
                <a:gd name="T36" fmla="*/ 6 w 571"/>
                <a:gd name="T37" fmla="*/ 67 h 536"/>
                <a:gd name="T38" fmla="*/ 0 w 571"/>
                <a:gd name="T39" fmla="*/ 51 h 536"/>
                <a:gd name="T40" fmla="*/ 2 w 571"/>
                <a:gd name="T41" fmla="*/ 35 h 536"/>
                <a:gd name="T42" fmla="*/ 7 w 571"/>
                <a:gd name="T43" fmla="*/ 21 h 536"/>
                <a:gd name="T44" fmla="*/ 18 w 571"/>
                <a:gd name="T45" fmla="*/ 9 h 536"/>
                <a:gd name="T46" fmla="*/ 32 w 571"/>
                <a:gd name="T47" fmla="*/ 2 h 536"/>
                <a:gd name="T48" fmla="*/ 48 w 571"/>
                <a:gd name="T4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571" h="536">
                  <a:moveTo>
                    <a:pt x="48" y="0"/>
                  </a:moveTo>
                  <a:lnTo>
                    <a:pt x="65" y="4"/>
                  </a:lnTo>
                  <a:lnTo>
                    <a:pt x="79" y="12"/>
                  </a:lnTo>
                  <a:lnTo>
                    <a:pt x="89" y="26"/>
                  </a:lnTo>
                  <a:lnTo>
                    <a:pt x="280" y="431"/>
                  </a:lnTo>
                  <a:lnTo>
                    <a:pt x="285" y="440"/>
                  </a:lnTo>
                  <a:lnTo>
                    <a:pt x="484" y="26"/>
                  </a:lnTo>
                  <a:lnTo>
                    <a:pt x="494" y="12"/>
                  </a:lnTo>
                  <a:lnTo>
                    <a:pt x="508" y="2"/>
                  </a:lnTo>
                  <a:lnTo>
                    <a:pt x="526" y="0"/>
                  </a:lnTo>
                  <a:lnTo>
                    <a:pt x="541" y="2"/>
                  </a:lnTo>
                  <a:lnTo>
                    <a:pt x="554" y="9"/>
                  </a:lnTo>
                  <a:lnTo>
                    <a:pt x="564" y="21"/>
                  </a:lnTo>
                  <a:lnTo>
                    <a:pt x="571" y="35"/>
                  </a:lnTo>
                  <a:lnTo>
                    <a:pt x="571" y="51"/>
                  </a:lnTo>
                  <a:lnTo>
                    <a:pt x="568" y="67"/>
                  </a:lnTo>
                  <a:lnTo>
                    <a:pt x="337" y="536"/>
                  </a:lnTo>
                  <a:lnTo>
                    <a:pt x="233" y="536"/>
                  </a:lnTo>
                  <a:lnTo>
                    <a:pt x="6" y="67"/>
                  </a:lnTo>
                  <a:lnTo>
                    <a:pt x="0" y="51"/>
                  </a:lnTo>
                  <a:lnTo>
                    <a:pt x="2" y="35"/>
                  </a:lnTo>
                  <a:lnTo>
                    <a:pt x="7" y="21"/>
                  </a:lnTo>
                  <a:lnTo>
                    <a:pt x="18" y="9"/>
                  </a:lnTo>
                  <a:lnTo>
                    <a:pt x="32" y="2"/>
                  </a:lnTo>
                  <a:lnTo>
                    <a:pt x="48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1" name="Freeform 9"/>
            <p:cNvSpPr>
              <a:spLocks noEditPoints="1"/>
            </p:cNvSpPr>
            <p:nvPr/>
          </p:nvSpPr>
          <p:spPr bwMode="auto">
            <a:xfrm>
              <a:off x="7767562" y="705011"/>
              <a:ext cx="173010" cy="144669"/>
            </a:xfrm>
            <a:custGeom>
              <a:avLst/>
              <a:gdLst>
                <a:gd name="T0" fmla="*/ 321 w 641"/>
                <a:gd name="T1" fmla="*/ 70 h 536"/>
                <a:gd name="T2" fmla="*/ 201 w 641"/>
                <a:gd name="T3" fmla="*/ 328 h 536"/>
                <a:gd name="T4" fmla="*/ 443 w 641"/>
                <a:gd name="T5" fmla="*/ 328 h 536"/>
                <a:gd name="T6" fmla="*/ 321 w 641"/>
                <a:gd name="T7" fmla="*/ 70 h 536"/>
                <a:gd name="T8" fmla="*/ 264 w 641"/>
                <a:gd name="T9" fmla="*/ 0 h 536"/>
                <a:gd name="T10" fmla="*/ 381 w 641"/>
                <a:gd name="T11" fmla="*/ 0 h 536"/>
                <a:gd name="T12" fmla="*/ 641 w 641"/>
                <a:gd name="T13" fmla="*/ 536 h 536"/>
                <a:gd name="T14" fmla="*/ 538 w 641"/>
                <a:gd name="T15" fmla="*/ 536 h 536"/>
                <a:gd name="T16" fmla="*/ 482 w 641"/>
                <a:gd name="T17" fmla="*/ 414 h 536"/>
                <a:gd name="T18" fmla="*/ 480 w 641"/>
                <a:gd name="T19" fmla="*/ 410 h 536"/>
                <a:gd name="T20" fmla="*/ 161 w 641"/>
                <a:gd name="T21" fmla="*/ 410 h 536"/>
                <a:gd name="T22" fmla="*/ 103 w 641"/>
                <a:gd name="T23" fmla="*/ 536 h 536"/>
                <a:gd name="T24" fmla="*/ 0 w 641"/>
                <a:gd name="T25" fmla="*/ 536 h 536"/>
                <a:gd name="T26" fmla="*/ 264 w 641"/>
                <a:gd name="T2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1" h="536">
                  <a:moveTo>
                    <a:pt x="321" y="70"/>
                  </a:moveTo>
                  <a:lnTo>
                    <a:pt x="201" y="328"/>
                  </a:lnTo>
                  <a:lnTo>
                    <a:pt x="443" y="328"/>
                  </a:lnTo>
                  <a:lnTo>
                    <a:pt x="321" y="70"/>
                  </a:lnTo>
                  <a:close/>
                  <a:moveTo>
                    <a:pt x="264" y="0"/>
                  </a:moveTo>
                  <a:lnTo>
                    <a:pt x="381" y="0"/>
                  </a:lnTo>
                  <a:lnTo>
                    <a:pt x="641" y="536"/>
                  </a:lnTo>
                  <a:lnTo>
                    <a:pt x="538" y="536"/>
                  </a:lnTo>
                  <a:lnTo>
                    <a:pt x="482" y="414"/>
                  </a:lnTo>
                  <a:lnTo>
                    <a:pt x="480" y="410"/>
                  </a:lnTo>
                  <a:lnTo>
                    <a:pt x="161" y="410"/>
                  </a:lnTo>
                  <a:lnTo>
                    <a:pt x="103" y="536"/>
                  </a:lnTo>
                  <a:lnTo>
                    <a:pt x="0" y="536"/>
                  </a:lnTo>
                  <a:lnTo>
                    <a:pt x="264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10"/>
            <p:cNvSpPr>
              <a:spLocks/>
            </p:cNvSpPr>
            <p:nvPr/>
          </p:nvSpPr>
          <p:spPr bwMode="auto">
            <a:xfrm>
              <a:off x="7934364" y="705011"/>
              <a:ext cx="157895" cy="144669"/>
            </a:xfrm>
            <a:custGeom>
              <a:avLst/>
              <a:gdLst>
                <a:gd name="T0" fmla="*/ 42 w 585"/>
                <a:gd name="T1" fmla="*/ 0 h 536"/>
                <a:gd name="T2" fmla="*/ 545 w 585"/>
                <a:gd name="T3" fmla="*/ 0 h 536"/>
                <a:gd name="T4" fmla="*/ 560 w 585"/>
                <a:gd name="T5" fmla="*/ 2 h 536"/>
                <a:gd name="T6" fmla="*/ 574 w 585"/>
                <a:gd name="T7" fmla="*/ 12 h 536"/>
                <a:gd name="T8" fmla="*/ 583 w 585"/>
                <a:gd name="T9" fmla="*/ 25 h 536"/>
                <a:gd name="T10" fmla="*/ 585 w 585"/>
                <a:gd name="T11" fmla="*/ 40 h 536"/>
                <a:gd name="T12" fmla="*/ 583 w 585"/>
                <a:gd name="T13" fmla="*/ 56 h 536"/>
                <a:gd name="T14" fmla="*/ 574 w 585"/>
                <a:gd name="T15" fmla="*/ 70 h 536"/>
                <a:gd name="T16" fmla="*/ 560 w 585"/>
                <a:gd name="T17" fmla="*/ 79 h 536"/>
                <a:gd name="T18" fmla="*/ 545 w 585"/>
                <a:gd name="T19" fmla="*/ 82 h 536"/>
                <a:gd name="T20" fmla="*/ 342 w 585"/>
                <a:gd name="T21" fmla="*/ 82 h 536"/>
                <a:gd name="T22" fmla="*/ 342 w 585"/>
                <a:gd name="T23" fmla="*/ 536 h 536"/>
                <a:gd name="T24" fmla="*/ 244 w 585"/>
                <a:gd name="T25" fmla="*/ 536 h 536"/>
                <a:gd name="T26" fmla="*/ 244 w 585"/>
                <a:gd name="T27" fmla="*/ 82 h 536"/>
                <a:gd name="T28" fmla="*/ 42 w 585"/>
                <a:gd name="T29" fmla="*/ 82 h 536"/>
                <a:gd name="T30" fmla="*/ 26 w 585"/>
                <a:gd name="T31" fmla="*/ 79 h 536"/>
                <a:gd name="T32" fmla="*/ 12 w 585"/>
                <a:gd name="T33" fmla="*/ 70 h 536"/>
                <a:gd name="T34" fmla="*/ 4 w 585"/>
                <a:gd name="T35" fmla="*/ 56 h 536"/>
                <a:gd name="T36" fmla="*/ 0 w 585"/>
                <a:gd name="T37" fmla="*/ 40 h 536"/>
                <a:gd name="T38" fmla="*/ 4 w 585"/>
                <a:gd name="T39" fmla="*/ 25 h 536"/>
                <a:gd name="T40" fmla="*/ 12 w 585"/>
                <a:gd name="T41" fmla="*/ 12 h 536"/>
                <a:gd name="T42" fmla="*/ 26 w 585"/>
                <a:gd name="T43" fmla="*/ 2 h 536"/>
                <a:gd name="T44" fmla="*/ 42 w 585"/>
                <a:gd name="T45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585" h="536">
                  <a:moveTo>
                    <a:pt x="42" y="0"/>
                  </a:moveTo>
                  <a:lnTo>
                    <a:pt x="545" y="0"/>
                  </a:lnTo>
                  <a:lnTo>
                    <a:pt x="560" y="2"/>
                  </a:lnTo>
                  <a:lnTo>
                    <a:pt x="574" y="12"/>
                  </a:lnTo>
                  <a:lnTo>
                    <a:pt x="583" y="25"/>
                  </a:lnTo>
                  <a:lnTo>
                    <a:pt x="585" y="40"/>
                  </a:lnTo>
                  <a:lnTo>
                    <a:pt x="583" y="56"/>
                  </a:lnTo>
                  <a:lnTo>
                    <a:pt x="574" y="70"/>
                  </a:lnTo>
                  <a:lnTo>
                    <a:pt x="560" y="79"/>
                  </a:lnTo>
                  <a:lnTo>
                    <a:pt x="545" y="82"/>
                  </a:lnTo>
                  <a:lnTo>
                    <a:pt x="342" y="82"/>
                  </a:lnTo>
                  <a:lnTo>
                    <a:pt x="342" y="536"/>
                  </a:lnTo>
                  <a:lnTo>
                    <a:pt x="244" y="536"/>
                  </a:lnTo>
                  <a:lnTo>
                    <a:pt x="244" y="82"/>
                  </a:lnTo>
                  <a:lnTo>
                    <a:pt x="42" y="82"/>
                  </a:lnTo>
                  <a:lnTo>
                    <a:pt x="26" y="79"/>
                  </a:lnTo>
                  <a:lnTo>
                    <a:pt x="12" y="70"/>
                  </a:lnTo>
                  <a:lnTo>
                    <a:pt x="4" y="56"/>
                  </a:lnTo>
                  <a:lnTo>
                    <a:pt x="0" y="40"/>
                  </a:lnTo>
                  <a:lnTo>
                    <a:pt x="4" y="25"/>
                  </a:lnTo>
                  <a:lnTo>
                    <a:pt x="12" y="12"/>
                  </a:lnTo>
                  <a:lnTo>
                    <a:pt x="26" y="2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11"/>
            <p:cNvSpPr>
              <a:spLocks/>
            </p:cNvSpPr>
            <p:nvPr/>
          </p:nvSpPr>
          <p:spPr bwMode="auto">
            <a:xfrm>
              <a:off x="8122758" y="705011"/>
              <a:ext cx="154116" cy="148448"/>
            </a:xfrm>
            <a:custGeom>
              <a:avLst/>
              <a:gdLst>
                <a:gd name="T0" fmla="*/ 49 w 571"/>
                <a:gd name="T1" fmla="*/ 0 h 550"/>
                <a:gd name="T2" fmla="*/ 68 w 571"/>
                <a:gd name="T3" fmla="*/ 4 h 550"/>
                <a:gd name="T4" fmla="*/ 84 w 571"/>
                <a:gd name="T5" fmla="*/ 14 h 550"/>
                <a:gd name="T6" fmla="*/ 94 w 571"/>
                <a:gd name="T7" fmla="*/ 30 h 550"/>
                <a:gd name="T8" fmla="*/ 98 w 571"/>
                <a:gd name="T9" fmla="*/ 49 h 550"/>
                <a:gd name="T10" fmla="*/ 98 w 571"/>
                <a:gd name="T11" fmla="*/ 299 h 550"/>
                <a:gd name="T12" fmla="*/ 98 w 571"/>
                <a:gd name="T13" fmla="*/ 320 h 550"/>
                <a:gd name="T14" fmla="*/ 101 w 571"/>
                <a:gd name="T15" fmla="*/ 342 h 550"/>
                <a:gd name="T16" fmla="*/ 105 w 571"/>
                <a:gd name="T17" fmla="*/ 363 h 550"/>
                <a:gd name="T18" fmla="*/ 112 w 571"/>
                <a:gd name="T19" fmla="*/ 384 h 550"/>
                <a:gd name="T20" fmla="*/ 122 w 571"/>
                <a:gd name="T21" fmla="*/ 403 h 550"/>
                <a:gd name="T22" fmla="*/ 136 w 571"/>
                <a:gd name="T23" fmla="*/ 421 h 550"/>
                <a:gd name="T24" fmla="*/ 156 w 571"/>
                <a:gd name="T25" fmla="*/ 437 h 550"/>
                <a:gd name="T26" fmla="*/ 180 w 571"/>
                <a:gd name="T27" fmla="*/ 449 h 550"/>
                <a:gd name="T28" fmla="*/ 208 w 571"/>
                <a:gd name="T29" fmla="*/ 459 h 550"/>
                <a:gd name="T30" fmla="*/ 245 w 571"/>
                <a:gd name="T31" fmla="*/ 464 h 550"/>
                <a:gd name="T32" fmla="*/ 286 w 571"/>
                <a:gd name="T33" fmla="*/ 466 h 550"/>
                <a:gd name="T34" fmla="*/ 328 w 571"/>
                <a:gd name="T35" fmla="*/ 464 h 550"/>
                <a:gd name="T36" fmla="*/ 363 w 571"/>
                <a:gd name="T37" fmla="*/ 459 h 550"/>
                <a:gd name="T38" fmla="*/ 391 w 571"/>
                <a:gd name="T39" fmla="*/ 449 h 550"/>
                <a:gd name="T40" fmla="*/ 416 w 571"/>
                <a:gd name="T41" fmla="*/ 437 h 550"/>
                <a:gd name="T42" fmla="*/ 435 w 571"/>
                <a:gd name="T43" fmla="*/ 421 h 550"/>
                <a:gd name="T44" fmla="*/ 449 w 571"/>
                <a:gd name="T45" fmla="*/ 403 h 550"/>
                <a:gd name="T46" fmla="*/ 459 w 571"/>
                <a:gd name="T47" fmla="*/ 384 h 550"/>
                <a:gd name="T48" fmla="*/ 466 w 571"/>
                <a:gd name="T49" fmla="*/ 363 h 550"/>
                <a:gd name="T50" fmla="*/ 470 w 571"/>
                <a:gd name="T51" fmla="*/ 342 h 550"/>
                <a:gd name="T52" fmla="*/ 473 w 571"/>
                <a:gd name="T53" fmla="*/ 320 h 550"/>
                <a:gd name="T54" fmla="*/ 473 w 571"/>
                <a:gd name="T55" fmla="*/ 299 h 550"/>
                <a:gd name="T56" fmla="*/ 473 w 571"/>
                <a:gd name="T57" fmla="*/ 49 h 550"/>
                <a:gd name="T58" fmla="*/ 477 w 571"/>
                <a:gd name="T59" fmla="*/ 30 h 550"/>
                <a:gd name="T60" fmla="*/ 487 w 571"/>
                <a:gd name="T61" fmla="*/ 14 h 550"/>
                <a:gd name="T62" fmla="*/ 503 w 571"/>
                <a:gd name="T63" fmla="*/ 4 h 550"/>
                <a:gd name="T64" fmla="*/ 522 w 571"/>
                <a:gd name="T65" fmla="*/ 0 h 550"/>
                <a:gd name="T66" fmla="*/ 541 w 571"/>
                <a:gd name="T67" fmla="*/ 4 h 550"/>
                <a:gd name="T68" fmla="*/ 557 w 571"/>
                <a:gd name="T69" fmla="*/ 14 h 550"/>
                <a:gd name="T70" fmla="*/ 567 w 571"/>
                <a:gd name="T71" fmla="*/ 30 h 550"/>
                <a:gd name="T72" fmla="*/ 571 w 571"/>
                <a:gd name="T73" fmla="*/ 49 h 550"/>
                <a:gd name="T74" fmla="*/ 571 w 571"/>
                <a:gd name="T75" fmla="*/ 306 h 550"/>
                <a:gd name="T76" fmla="*/ 567 w 571"/>
                <a:gd name="T77" fmla="*/ 358 h 550"/>
                <a:gd name="T78" fmla="*/ 557 w 571"/>
                <a:gd name="T79" fmla="*/ 402 h 550"/>
                <a:gd name="T80" fmla="*/ 540 w 571"/>
                <a:gd name="T81" fmla="*/ 442 h 550"/>
                <a:gd name="T82" fmla="*/ 513 w 571"/>
                <a:gd name="T83" fmla="*/ 475 h 550"/>
                <a:gd name="T84" fmla="*/ 482 w 571"/>
                <a:gd name="T85" fmla="*/ 501 h 550"/>
                <a:gd name="T86" fmla="*/ 444 w 571"/>
                <a:gd name="T87" fmla="*/ 522 h 550"/>
                <a:gd name="T88" fmla="*/ 398 w 571"/>
                <a:gd name="T89" fmla="*/ 538 h 550"/>
                <a:gd name="T90" fmla="*/ 346 w 571"/>
                <a:gd name="T91" fmla="*/ 547 h 550"/>
                <a:gd name="T92" fmla="*/ 286 w 571"/>
                <a:gd name="T93" fmla="*/ 550 h 550"/>
                <a:gd name="T94" fmla="*/ 225 w 571"/>
                <a:gd name="T95" fmla="*/ 547 h 550"/>
                <a:gd name="T96" fmla="*/ 173 w 571"/>
                <a:gd name="T97" fmla="*/ 538 h 550"/>
                <a:gd name="T98" fmla="*/ 128 w 571"/>
                <a:gd name="T99" fmla="*/ 522 h 550"/>
                <a:gd name="T100" fmla="*/ 89 w 571"/>
                <a:gd name="T101" fmla="*/ 501 h 550"/>
                <a:gd name="T102" fmla="*/ 58 w 571"/>
                <a:gd name="T103" fmla="*/ 475 h 550"/>
                <a:gd name="T104" fmla="*/ 32 w 571"/>
                <a:gd name="T105" fmla="*/ 442 h 550"/>
                <a:gd name="T106" fmla="*/ 14 w 571"/>
                <a:gd name="T107" fmla="*/ 402 h 550"/>
                <a:gd name="T108" fmla="*/ 4 w 571"/>
                <a:gd name="T109" fmla="*/ 358 h 550"/>
                <a:gd name="T110" fmla="*/ 0 w 571"/>
                <a:gd name="T111" fmla="*/ 306 h 550"/>
                <a:gd name="T112" fmla="*/ 0 w 571"/>
                <a:gd name="T113" fmla="*/ 49 h 550"/>
                <a:gd name="T114" fmla="*/ 4 w 571"/>
                <a:gd name="T115" fmla="*/ 30 h 550"/>
                <a:gd name="T116" fmla="*/ 14 w 571"/>
                <a:gd name="T117" fmla="*/ 14 h 550"/>
                <a:gd name="T118" fmla="*/ 30 w 571"/>
                <a:gd name="T119" fmla="*/ 4 h 550"/>
                <a:gd name="T120" fmla="*/ 49 w 571"/>
                <a:gd name="T121" fmla="*/ 0 h 5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571" h="550">
                  <a:moveTo>
                    <a:pt x="49" y="0"/>
                  </a:moveTo>
                  <a:lnTo>
                    <a:pt x="68" y="4"/>
                  </a:lnTo>
                  <a:lnTo>
                    <a:pt x="84" y="14"/>
                  </a:lnTo>
                  <a:lnTo>
                    <a:pt x="94" y="30"/>
                  </a:lnTo>
                  <a:lnTo>
                    <a:pt x="98" y="49"/>
                  </a:lnTo>
                  <a:lnTo>
                    <a:pt x="98" y="299"/>
                  </a:lnTo>
                  <a:lnTo>
                    <a:pt x="98" y="320"/>
                  </a:lnTo>
                  <a:lnTo>
                    <a:pt x="101" y="342"/>
                  </a:lnTo>
                  <a:lnTo>
                    <a:pt x="105" y="363"/>
                  </a:lnTo>
                  <a:lnTo>
                    <a:pt x="112" y="384"/>
                  </a:lnTo>
                  <a:lnTo>
                    <a:pt x="122" y="403"/>
                  </a:lnTo>
                  <a:lnTo>
                    <a:pt x="136" y="421"/>
                  </a:lnTo>
                  <a:lnTo>
                    <a:pt x="156" y="437"/>
                  </a:lnTo>
                  <a:lnTo>
                    <a:pt x="180" y="449"/>
                  </a:lnTo>
                  <a:lnTo>
                    <a:pt x="208" y="459"/>
                  </a:lnTo>
                  <a:lnTo>
                    <a:pt x="245" y="464"/>
                  </a:lnTo>
                  <a:lnTo>
                    <a:pt x="286" y="466"/>
                  </a:lnTo>
                  <a:lnTo>
                    <a:pt x="328" y="464"/>
                  </a:lnTo>
                  <a:lnTo>
                    <a:pt x="363" y="459"/>
                  </a:lnTo>
                  <a:lnTo>
                    <a:pt x="391" y="449"/>
                  </a:lnTo>
                  <a:lnTo>
                    <a:pt x="416" y="437"/>
                  </a:lnTo>
                  <a:lnTo>
                    <a:pt x="435" y="421"/>
                  </a:lnTo>
                  <a:lnTo>
                    <a:pt x="449" y="403"/>
                  </a:lnTo>
                  <a:lnTo>
                    <a:pt x="459" y="384"/>
                  </a:lnTo>
                  <a:lnTo>
                    <a:pt x="466" y="363"/>
                  </a:lnTo>
                  <a:lnTo>
                    <a:pt x="470" y="342"/>
                  </a:lnTo>
                  <a:lnTo>
                    <a:pt x="473" y="320"/>
                  </a:lnTo>
                  <a:lnTo>
                    <a:pt x="473" y="299"/>
                  </a:lnTo>
                  <a:lnTo>
                    <a:pt x="473" y="49"/>
                  </a:lnTo>
                  <a:lnTo>
                    <a:pt x="477" y="30"/>
                  </a:lnTo>
                  <a:lnTo>
                    <a:pt x="487" y="14"/>
                  </a:lnTo>
                  <a:lnTo>
                    <a:pt x="503" y="4"/>
                  </a:lnTo>
                  <a:lnTo>
                    <a:pt x="522" y="0"/>
                  </a:lnTo>
                  <a:lnTo>
                    <a:pt x="541" y="4"/>
                  </a:lnTo>
                  <a:lnTo>
                    <a:pt x="557" y="14"/>
                  </a:lnTo>
                  <a:lnTo>
                    <a:pt x="567" y="30"/>
                  </a:lnTo>
                  <a:lnTo>
                    <a:pt x="571" y="49"/>
                  </a:lnTo>
                  <a:lnTo>
                    <a:pt x="571" y="306"/>
                  </a:lnTo>
                  <a:lnTo>
                    <a:pt x="567" y="358"/>
                  </a:lnTo>
                  <a:lnTo>
                    <a:pt x="557" y="402"/>
                  </a:lnTo>
                  <a:lnTo>
                    <a:pt x="540" y="442"/>
                  </a:lnTo>
                  <a:lnTo>
                    <a:pt x="513" y="475"/>
                  </a:lnTo>
                  <a:lnTo>
                    <a:pt x="482" y="501"/>
                  </a:lnTo>
                  <a:lnTo>
                    <a:pt x="444" y="522"/>
                  </a:lnTo>
                  <a:lnTo>
                    <a:pt x="398" y="538"/>
                  </a:lnTo>
                  <a:lnTo>
                    <a:pt x="346" y="547"/>
                  </a:lnTo>
                  <a:lnTo>
                    <a:pt x="286" y="550"/>
                  </a:lnTo>
                  <a:lnTo>
                    <a:pt x="225" y="547"/>
                  </a:lnTo>
                  <a:lnTo>
                    <a:pt x="173" y="538"/>
                  </a:lnTo>
                  <a:lnTo>
                    <a:pt x="128" y="522"/>
                  </a:lnTo>
                  <a:lnTo>
                    <a:pt x="89" y="501"/>
                  </a:lnTo>
                  <a:lnTo>
                    <a:pt x="58" y="475"/>
                  </a:lnTo>
                  <a:lnTo>
                    <a:pt x="32" y="442"/>
                  </a:lnTo>
                  <a:lnTo>
                    <a:pt x="14" y="402"/>
                  </a:lnTo>
                  <a:lnTo>
                    <a:pt x="4" y="358"/>
                  </a:lnTo>
                  <a:lnTo>
                    <a:pt x="0" y="306"/>
                  </a:lnTo>
                  <a:lnTo>
                    <a:pt x="0" y="49"/>
                  </a:lnTo>
                  <a:lnTo>
                    <a:pt x="4" y="30"/>
                  </a:lnTo>
                  <a:lnTo>
                    <a:pt x="14" y="14"/>
                  </a:lnTo>
                  <a:lnTo>
                    <a:pt x="30" y="4"/>
                  </a:lnTo>
                  <a:lnTo>
                    <a:pt x="49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12"/>
            <p:cNvSpPr>
              <a:spLocks noEditPoints="1"/>
            </p:cNvSpPr>
            <p:nvPr/>
          </p:nvSpPr>
          <p:spPr bwMode="auto">
            <a:xfrm>
              <a:off x="8321678" y="705011"/>
              <a:ext cx="148448" cy="144669"/>
            </a:xfrm>
            <a:custGeom>
              <a:avLst/>
              <a:gdLst>
                <a:gd name="T0" fmla="*/ 96 w 550"/>
                <a:gd name="T1" fmla="*/ 79 h 536"/>
                <a:gd name="T2" fmla="*/ 96 w 550"/>
                <a:gd name="T3" fmla="*/ 241 h 536"/>
                <a:gd name="T4" fmla="*/ 307 w 550"/>
                <a:gd name="T5" fmla="*/ 241 h 536"/>
                <a:gd name="T6" fmla="*/ 342 w 550"/>
                <a:gd name="T7" fmla="*/ 241 h 536"/>
                <a:gd name="T8" fmla="*/ 372 w 550"/>
                <a:gd name="T9" fmla="*/ 238 h 536"/>
                <a:gd name="T10" fmla="*/ 398 w 550"/>
                <a:gd name="T11" fmla="*/ 231 h 536"/>
                <a:gd name="T12" fmla="*/ 417 w 550"/>
                <a:gd name="T13" fmla="*/ 222 h 536"/>
                <a:gd name="T14" fmla="*/ 431 w 550"/>
                <a:gd name="T15" fmla="*/ 206 h 536"/>
                <a:gd name="T16" fmla="*/ 440 w 550"/>
                <a:gd name="T17" fmla="*/ 187 h 536"/>
                <a:gd name="T18" fmla="*/ 443 w 550"/>
                <a:gd name="T19" fmla="*/ 161 h 536"/>
                <a:gd name="T20" fmla="*/ 440 w 550"/>
                <a:gd name="T21" fmla="*/ 135 h 536"/>
                <a:gd name="T22" fmla="*/ 431 w 550"/>
                <a:gd name="T23" fmla="*/ 114 h 536"/>
                <a:gd name="T24" fmla="*/ 417 w 550"/>
                <a:gd name="T25" fmla="*/ 100 h 536"/>
                <a:gd name="T26" fmla="*/ 398 w 550"/>
                <a:gd name="T27" fmla="*/ 89 h 536"/>
                <a:gd name="T28" fmla="*/ 372 w 550"/>
                <a:gd name="T29" fmla="*/ 84 h 536"/>
                <a:gd name="T30" fmla="*/ 342 w 550"/>
                <a:gd name="T31" fmla="*/ 80 h 536"/>
                <a:gd name="T32" fmla="*/ 307 w 550"/>
                <a:gd name="T33" fmla="*/ 79 h 536"/>
                <a:gd name="T34" fmla="*/ 96 w 550"/>
                <a:gd name="T35" fmla="*/ 79 h 536"/>
                <a:gd name="T36" fmla="*/ 0 w 550"/>
                <a:gd name="T37" fmla="*/ 0 h 536"/>
                <a:gd name="T38" fmla="*/ 323 w 550"/>
                <a:gd name="T39" fmla="*/ 0 h 536"/>
                <a:gd name="T40" fmla="*/ 377 w 550"/>
                <a:gd name="T41" fmla="*/ 2 h 536"/>
                <a:gd name="T42" fmla="*/ 422 w 550"/>
                <a:gd name="T43" fmla="*/ 9 h 536"/>
                <a:gd name="T44" fmla="*/ 459 w 550"/>
                <a:gd name="T45" fmla="*/ 19 h 536"/>
                <a:gd name="T46" fmla="*/ 489 w 550"/>
                <a:gd name="T47" fmla="*/ 37 h 536"/>
                <a:gd name="T48" fmla="*/ 511 w 550"/>
                <a:gd name="T49" fmla="*/ 58 h 536"/>
                <a:gd name="T50" fmla="*/ 527 w 550"/>
                <a:gd name="T51" fmla="*/ 86 h 536"/>
                <a:gd name="T52" fmla="*/ 537 w 550"/>
                <a:gd name="T53" fmla="*/ 119 h 536"/>
                <a:gd name="T54" fmla="*/ 539 w 550"/>
                <a:gd name="T55" fmla="*/ 157 h 536"/>
                <a:gd name="T56" fmla="*/ 537 w 550"/>
                <a:gd name="T57" fmla="*/ 194 h 536"/>
                <a:gd name="T58" fmla="*/ 527 w 550"/>
                <a:gd name="T59" fmla="*/ 225 h 536"/>
                <a:gd name="T60" fmla="*/ 513 w 550"/>
                <a:gd name="T61" fmla="*/ 252 h 536"/>
                <a:gd name="T62" fmla="*/ 494 w 550"/>
                <a:gd name="T63" fmla="*/ 272 h 536"/>
                <a:gd name="T64" fmla="*/ 471 w 550"/>
                <a:gd name="T65" fmla="*/ 290 h 536"/>
                <a:gd name="T66" fmla="*/ 447 w 550"/>
                <a:gd name="T67" fmla="*/ 302 h 536"/>
                <a:gd name="T68" fmla="*/ 419 w 550"/>
                <a:gd name="T69" fmla="*/ 311 h 536"/>
                <a:gd name="T70" fmla="*/ 393 w 550"/>
                <a:gd name="T71" fmla="*/ 314 h 536"/>
                <a:gd name="T72" fmla="*/ 384 w 550"/>
                <a:gd name="T73" fmla="*/ 314 h 536"/>
                <a:gd name="T74" fmla="*/ 550 w 550"/>
                <a:gd name="T75" fmla="*/ 536 h 536"/>
                <a:gd name="T76" fmla="*/ 431 w 550"/>
                <a:gd name="T77" fmla="*/ 536 h 536"/>
                <a:gd name="T78" fmla="*/ 274 w 550"/>
                <a:gd name="T79" fmla="*/ 323 h 536"/>
                <a:gd name="T80" fmla="*/ 272 w 550"/>
                <a:gd name="T81" fmla="*/ 321 h 536"/>
                <a:gd name="T82" fmla="*/ 96 w 550"/>
                <a:gd name="T83" fmla="*/ 321 h 536"/>
                <a:gd name="T84" fmla="*/ 96 w 550"/>
                <a:gd name="T85" fmla="*/ 536 h 536"/>
                <a:gd name="T86" fmla="*/ 0 w 550"/>
                <a:gd name="T87" fmla="*/ 536 h 536"/>
                <a:gd name="T88" fmla="*/ 0 w 550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0" h="536">
                  <a:moveTo>
                    <a:pt x="96" y="79"/>
                  </a:moveTo>
                  <a:lnTo>
                    <a:pt x="96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2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2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6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59" y="19"/>
                  </a:lnTo>
                  <a:lnTo>
                    <a:pt x="489" y="37"/>
                  </a:lnTo>
                  <a:lnTo>
                    <a:pt x="511" y="58"/>
                  </a:lnTo>
                  <a:lnTo>
                    <a:pt x="527" y="86"/>
                  </a:lnTo>
                  <a:lnTo>
                    <a:pt x="537" y="119"/>
                  </a:lnTo>
                  <a:lnTo>
                    <a:pt x="539" y="157"/>
                  </a:lnTo>
                  <a:lnTo>
                    <a:pt x="537" y="194"/>
                  </a:lnTo>
                  <a:lnTo>
                    <a:pt x="527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1" y="290"/>
                  </a:lnTo>
                  <a:lnTo>
                    <a:pt x="447" y="302"/>
                  </a:lnTo>
                  <a:lnTo>
                    <a:pt x="419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0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2" y="321"/>
                  </a:lnTo>
                  <a:lnTo>
                    <a:pt x="96" y="321"/>
                  </a:lnTo>
                  <a:lnTo>
                    <a:pt x="9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3"/>
            <p:cNvSpPr>
              <a:spLocks/>
            </p:cNvSpPr>
            <p:nvPr/>
          </p:nvSpPr>
          <p:spPr bwMode="auto">
            <a:xfrm>
              <a:off x="8507374" y="705011"/>
              <a:ext cx="131714" cy="144669"/>
            </a:xfrm>
            <a:custGeom>
              <a:avLst/>
              <a:gdLst>
                <a:gd name="T0" fmla="*/ 0 w 488"/>
                <a:gd name="T1" fmla="*/ 0 h 536"/>
                <a:gd name="T2" fmla="*/ 438 w 488"/>
                <a:gd name="T3" fmla="*/ 0 h 536"/>
                <a:gd name="T4" fmla="*/ 453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3 w 488"/>
                <a:gd name="T17" fmla="*/ 79 h 536"/>
                <a:gd name="T18" fmla="*/ 438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33 w 488"/>
                <a:gd name="T25" fmla="*/ 218 h 536"/>
                <a:gd name="T26" fmla="*/ 349 w 488"/>
                <a:gd name="T27" fmla="*/ 222 h 536"/>
                <a:gd name="T28" fmla="*/ 361 w 488"/>
                <a:gd name="T29" fmla="*/ 231 h 536"/>
                <a:gd name="T30" fmla="*/ 370 w 488"/>
                <a:gd name="T31" fmla="*/ 243 h 536"/>
                <a:gd name="T32" fmla="*/ 373 w 488"/>
                <a:gd name="T33" fmla="*/ 259 h 536"/>
                <a:gd name="T34" fmla="*/ 370 w 488"/>
                <a:gd name="T35" fmla="*/ 276 h 536"/>
                <a:gd name="T36" fmla="*/ 361 w 488"/>
                <a:gd name="T37" fmla="*/ 288 h 536"/>
                <a:gd name="T38" fmla="*/ 349 w 488"/>
                <a:gd name="T39" fmla="*/ 297 h 536"/>
                <a:gd name="T40" fmla="*/ 333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6 w 488"/>
                <a:gd name="T47" fmla="*/ 454 h 536"/>
                <a:gd name="T48" fmla="*/ 464 w 488"/>
                <a:gd name="T49" fmla="*/ 457 h 536"/>
                <a:gd name="T50" fmla="*/ 476 w 488"/>
                <a:gd name="T51" fmla="*/ 466 h 536"/>
                <a:gd name="T52" fmla="*/ 485 w 488"/>
                <a:gd name="T53" fmla="*/ 478 h 536"/>
                <a:gd name="T54" fmla="*/ 488 w 488"/>
                <a:gd name="T55" fmla="*/ 494 h 536"/>
                <a:gd name="T56" fmla="*/ 485 w 488"/>
                <a:gd name="T57" fmla="*/ 512 h 536"/>
                <a:gd name="T58" fmla="*/ 476 w 488"/>
                <a:gd name="T59" fmla="*/ 524 h 536"/>
                <a:gd name="T60" fmla="*/ 464 w 488"/>
                <a:gd name="T61" fmla="*/ 533 h 536"/>
                <a:gd name="T62" fmla="*/ 446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38" y="0"/>
                  </a:lnTo>
                  <a:lnTo>
                    <a:pt x="453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3" y="79"/>
                  </a:lnTo>
                  <a:lnTo>
                    <a:pt x="438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33" y="218"/>
                  </a:lnTo>
                  <a:lnTo>
                    <a:pt x="349" y="222"/>
                  </a:lnTo>
                  <a:lnTo>
                    <a:pt x="361" y="231"/>
                  </a:lnTo>
                  <a:lnTo>
                    <a:pt x="370" y="243"/>
                  </a:lnTo>
                  <a:lnTo>
                    <a:pt x="373" y="259"/>
                  </a:lnTo>
                  <a:lnTo>
                    <a:pt x="370" y="276"/>
                  </a:lnTo>
                  <a:lnTo>
                    <a:pt x="361" y="288"/>
                  </a:lnTo>
                  <a:lnTo>
                    <a:pt x="349" y="297"/>
                  </a:lnTo>
                  <a:lnTo>
                    <a:pt x="333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6" y="454"/>
                  </a:lnTo>
                  <a:lnTo>
                    <a:pt x="464" y="457"/>
                  </a:lnTo>
                  <a:lnTo>
                    <a:pt x="476" y="466"/>
                  </a:lnTo>
                  <a:lnTo>
                    <a:pt x="485" y="478"/>
                  </a:lnTo>
                  <a:lnTo>
                    <a:pt x="488" y="494"/>
                  </a:lnTo>
                  <a:lnTo>
                    <a:pt x="485" y="512"/>
                  </a:lnTo>
                  <a:lnTo>
                    <a:pt x="476" y="524"/>
                  </a:lnTo>
                  <a:lnTo>
                    <a:pt x="464" y="533"/>
                  </a:lnTo>
                  <a:lnTo>
                    <a:pt x="44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14"/>
            <p:cNvSpPr>
              <a:spLocks/>
            </p:cNvSpPr>
            <p:nvPr/>
          </p:nvSpPr>
          <p:spPr bwMode="auto">
            <a:xfrm>
              <a:off x="7785916" y="618911"/>
              <a:ext cx="25911" cy="24831"/>
            </a:xfrm>
            <a:custGeom>
              <a:avLst/>
              <a:gdLst>
                <a:gd name="T0" fmla="*/ 51 w 96"/>
                <a:gd name="T1" fmla="*/ 0 h 92"/>
                <a:gd name="T2" fmla="*/ 53 w 96"/>
                <a:gd name="T3" fmla="*/ 0 h 92"/>
                <a:gd name="T4" fmla="*/ 70 w 96"/>
                <a:gd name="T5" fmla="*/ 5 h 92"/>
                <a:gd name="T6" fmla="*/ 84 w 96"/>
                <a:gd name="T7" fmla="*/ 15 h 92"/>
                <a:gd name="T8" fmla="*/ 93 w 96"/>
                <a:gd name="T9" fmla="*/ 31 h 92"/>
                <a:gd name="T10" fmla="*/ 96 w 96"/>
                <a:gd name="T11" fmla="*/ 49 h 92"/>
                <a:gd name="T12" fmla="*/ 91 w 96"/>
                <a:gd name="T13" fmla="*/ 66 h 92"/>
                <a:gd name="T14" fmla="*/ 81 w 96"/>
                <a:gd name="T15" fmla="*/ 80 h 92"/>
                <a:gd name="T16" fmla="*/ 65 w 96"/>
                <a:gd name="T17" fmla="*/ 91 h 92"/>
                <a:gd name="T18" fmla="*/ 47 w 96"/>
                <a:gd name="T19" fmla="*/ 92 h 92"/>
                <a:gd name="T20" fmla="*/ 44 w 96"/>
                <a:gd name="T21" fmla="*/ 92 h 92"/>
                <a:gd name="T22" fmla="*/ 26 w 96"/>
                <a:gd name="T23" fmla="*/ 87 h 92"/>
                <a:gd name="T24" fmla="*/ 12 w 96"/>
                <a:gd name="T25" fmla="*/ 77 h 92"/>
                <a:gd name="T26" fmla="*/ 4 w 96"/>
                <a:gd name="T27" fmla="*/ 61 h 92"/>
                <a:gd name="T28" fmla="*/ 0 w 96"/>
                <a:gd name="T29" fmla="*/ 43 h 92"/>
                <a:gd name="T30" fmla="*/ 5 w 96"/>
                <a:gd name="T31" fmla="*/ 26 h 92"/>
                <a:gd name="T32" fmla="*/ 16 w 96"/>
                <a:gd name="T33" fmla="*/ 12 h 92"/>
                <a:gd name="T34" fmla="*/ 32 w 96"/>
                <a:gd name="T35" fmla="*/ 2 h 92"/>
                <a:gd name="T36" fmla="*/ 51 w 96"/>
                <a:gd name="T37" fmla="*/ 0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96" h="92">
                  <a:moveTo>
                    <a:pt x="51" y="0"/>
                  </a:moveTo>
                  <a:lnTo>
                    <a:pt x="53" y="0"/>
                  </a:lnTo>
                  <a:lnTo>
                    <a:pt x="70" y="5"/>
                  </a:lnTo>
                  <a:lnTo>
                    <a:pt x="84" y="15"/>
                  </a:lnTo>
                  <a:lnTo>
                    <a:pt x="93" y="31"/>
                  </a:lnTo>
                  <a:lnTo>
                    <a:pt x="96" y="49"/>
                  </a:lnTo>
                  <a:lnTo>
                    <a:pt x="91" y="66"/>
                  </a:lnTo>
                  <a:lnTo>
                    <a:pt x="81" y="80"/>
                  </a:lnTo>
                  <a:lnTo>
                    <a:pt x="65" y="91"/>
                  </a:lnTo>
                  <a:lnTo>
                    <a:pt x="47" y="92"/>
                  </a:lnTo>
                  <a:lnTo>
                    <a:pt x="44" y="92"/>
                  </a:lnTo>
                  <a:lnTo>
                    <a:pt x="26" y="87"/>
                  </a:lnTo>
                  <a:lnTo>
                    <a:pt x="12" y="77"/>
                  </a:lnTo>
                  <a:lnTo>
                    <a:pt x="4" y="61"/>
                  </a:lnTo>
                  <a:lnTo>
                    <a:pt x="0" y="43"/>
                  </a:lnTo>
                  <a:lnTo>
                    <a:pt x="5" y="26"/>
                  </a:lnTo>
                  <a:lnTo>
                    <a:pt x="16" y="12"/>
                  </a:lnTo>
                  <a:lnTo>
                    <a:pt x="32" y="2"/>
                  </a:lnTo>
                  <a:lnTo>
                    <a:pt x="51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5"/>
            <p:cNvSpPr>
              <a:spLocks/>
            </p:cNvSpPr>
            <p:nvPr/>
          </p:nvSpPr>
          <p:spPr bwMode="auto">
            <a:xfrm>
              <a:off x="7868507" y="539289"/>
              <a:ext cx="37247" cy="44804"/>
            </a:xfrm>
            <a:custGeom>
              <a:avLst/>
              <a:gdLst>
                <a:gd name="T0" fmla="*/ 40 w 138"/>
                <a:gd name="T1" fmla="*/ 0 h 166"/>
                <a:gd name="T2" fmla="*/ 57 w 138"/>
                <a:gd name="T3" fmla="*/ 2 h 166"/>
                <a:gd name="T4" fmla="*/ 73 w 138"/>
                <a:gd name="T5" fmla="*/ 9 h 166"/>
                <a:gd name="T6" fmla="*/ 85 w 138"/>
                <a:gd name="T7" fmla="*/ 22 h 166"/>
                <a:gd name="T8" fmla="*/ 132 w 138"/>
                <a:gd name="T9" fmla="*/ 96 h 166"/>
                <a:gd name="T10" fmla="*/ 138 w 138"/>
                <a:gd name="T11" fmla="*/ 113 h 166"/>
                <a:gd name="T12" fmla="*/ 138 w 138"/>
                <a:gd name="T13" fmla="*/ 131 h 166"/>
                <a:gd name="T14" fmla="*/ 129 w 138"/>
                <a:gd name="T15" fmla="*/ 146 h 166"/>
                <a:gd name="T16" fmla="*/ 115 w 138"/>
                <a:gd name="T17" fmla="*/ 159 h 166"/>
                <a:gd name="T18" fmla="*/ 99 w 138"/>
                <a:gd name="T19" fmla="*/ 166 h 166"/>
                <a:gd name="T20" fmla="*/ 80 w 138"/>
                <a:gd name="T21" fmla="*/ 164 h 166"/>
                <a:gd name="T22" fmla="*/ 64 w 138"/>
                <a:gd name="T23" fmla="*/ 157 h 166"/>
                <a:gd name="T24" fmla="*/ 52 w 138"/>
                <a:gd name="T25" fmla="*/ 143 h 166"/>
                <a:gd name="T26" fmla="*/ 5 w 138"/>
                <a:gd name="T27" fmla="*/ 70 h 166"/>
                <a:gd name="T28" fmla="*/ 0 w 138"/>
                <a:gd name="T29" fmla="*/ 52 h 166"/>
                <a:gd name="T30" fmla="*/ 0 w 138"/>
                <a:gd name="T31" fmla="*/ 35 h 166"/>
                <a:gd name="T32" fmla="*/ 8 w 138"/>
                <a:gd name="T33" fmla="*/ 17 h 166"/>
                <a:gd name="T34" fmla="*/ 22 w 138"/>
                <a:gd name="T35" fmla="*/ 7 h 166"/>
                <a:gd name="T36" fmla="*/ 40 w 138"/>
                <a:gd name="T37" fmla="*/ 0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38" h="166">
                  <a:moveTo>
                    <a:pt x="40" y="0"/>
                  </a:moveTo>
                  <a:lnTo>
                    <a:pt x="57" y="2"/>
                  </a:lnTo>
                  <a:lnTo>
                    <a:pt x="73" y="9"/>
                  </a:lnTo>
                  <a:lnTo>
                    <a:pt x="85" y="22"/>
                  </a:lnTo>
                  <a:lnTo>
                    <a:pt x="132" y="96"/>
                  </a:lnTo>
                  <a:lnTo>
                    <a:pt x="138" y="113"/>
                  </a:lnTo>
                  <a:lnTo>
                    <a:pt x="138" y="131"/>
                  </a:lnTo>
                  <a:lnTo>
                    <a:pt x="129" y="146"/>
                  </a:lnTo>
                  <a:lnTo>
                    <a:pt x="115" y="159"/>
                  </a:lnTo>
                  <a:lnTo>
                    <a:pt x="99" y="166"/>
                  </a:lnTo>
                  <a:lnTo>
                    <a:pt x="80" y="164"/>
                  </a:lnTo>
                  <a:lnTo>
                    <a:pt x="64" y="157"/>
                  </a:lnTo>
                  <a:lnTo>
                    <a:pt x="52" y="143"/>
                  </a:lnTo>
                  <a:lnTo>
                    <a:pt x="5" y="70"/>
                  </a:lnTo>
                  <a:lnTo>
                    <a:pt x="0" y="52"/>
                  </a:lnTo>
                  <a:lnTo>
                    <a:pt x="0" y="35"/>
                  </a:lnTo>
                  <a:lnTo>
                    <a:pt x="8" y="17"/>
                  </a:lnTo>
                  <a:lnTo>
                    <a:pt x="22" y="7"/>
                  </a:lnTo>
                  <a:lnTo>
                    <a:pt x="40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16"/>
            <p:cNvSpPr>
              <a:spLocks/>
            </p:cNvSpPr>
            <p:nvPr/>
          </p:nvSpPr>
          <p:spPr bwMode="auto">
            <a:xfrm>
              <a:off x="7965403" y="477481"/>
              <a:ext cx="37787" cy="69366"/>
            </a:xfrm>
            <a:custGeom>
              <a:avLst/>
              <a:gdLst>
                <a:gd name="T0" fmla="*/ 53 w 140"/>
                <a:gd name="T1" fmla="*/ 0 h 257"/>
                <a:gd name="T2" fmla="*/ 68 w 140"/>
                <a:gd name="T3" fmla="*/ 7 h 257"/>
                <a:gd name="T4" fmla="*/ 82 w 140"/>
                <a:gd name="T5" fmla="*/ 19 h 257"/>
                <a:gd name="T6" fmla="*/ 89 w 140"/>
                <a:gd name="T7" fmla="*/ 35 h 257"/>
                <a:gd name="T8" fmla="*/ 140 w 140"/>
                <a:gd name="T9" fmla="*/ 199 h 257"/>
                <a:gd name="T10" fmla="*/ 140 w 140"/>
                <a:gd name="T11" fmla="*/ 218 h 257"/>
                <a:gd name="T12" fmla="*/ 135 w 140"/>
                <a:gd name="T13" fmla="*/ 234 h 257"/>
                <a:gd name="T14" fmla="*/ 122 w 140"/>
                <a:gd name="T15" fmla="*/ 248 h 257"/>
                <a:gd name="T16" fmla="*/ 105 w 140"/>
                <a:gd name="T17" fmla="*/ 255 h 257"/>
                <a:gd name="T18" fmla="*/ 88 w 140"/>
                <a:gd name="T19" fmla="*/ 257 h 257"/>
                <a:gd name="T20" fmla="*/ 70 w 140"/>
                <a:gd name="T21" fmla="*/ 250 h 257"/>
                <a:gd name="T22" fmla="*/ 58 w 140"/>
                <a:gd name="T23" fmla="*/ 239 h 257"/>
                <a:gd name="T24" fmla="*/ 49 w 140"/>
                <a:gd name="T25" fmla="*/ 222 h 257"/>
                <a:gd name="T26" fmla="*/ 0 w 140"/>
                <a:gd name="T27" fmla="*/ 58 h 257"/>
                <a:gd name="T28" fmla="*/ 0 w 140"/>
                <a:gd name="T29" fmla="*/ 40 h 257"/>
                <a:gd name="T30" fmla="*/ 5 w 140"/>
                <a:gd name="T31" fmla="*/ 23 h 257"/>
                <a:gd name="T32" fmla="*/ 18 w 140"/>
                <a:gd name="T33" fmla="*/ 11 h 257"/>
                <a:gd name="T34" fmla="*/ 33 w 140"/>
                <a:gd name="T35" fmla="*/ 2 h 257"/>
                <a:gd name="T36" fmla="*/ 53 w 140"/>
                <a:gd name="T37" fmla="*/ 0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40" h="257">
                  <a:moveTo>
                    <a:pt x="53" y="0"/>
                  </a:moveTo>
                  <a:lnTo>
                    <a:pt x="68" y="7"/>
                  </a:lnTo>
                  <a:lnTo>
                    <a:pt x="82" y="19"/>
                  </a:lnTo>
                  <a:lnTo>
                    <a:pt x="89" y="35"/>
                  </a:lnTo>
                  <a:lnTo>
                    <a:pt x="140" y="199"/>
                  </a:lnTo>
                  <a:lnTo>
                    <a:pt x="140" y="218"/>
                  </a:lnTo>
                  <a:lnTo>
                    <a:pt x="135" y="234"/>
                  </a:lnTo>
                  <a:lnTo>
                    <a:pt x="122" y="248"/>
                  </a:lnTo>
                  <a:lnTo>
                    <a:pt x="105" y="255"/>
                  </a:lnTo>
                  <a:lnTo>
                    <a:pt x="88" y="257"/>
                  </a:lnTo>
                  <a:lnTo>
                    <a:pt x="70" y="250"/>
                  </a:lnTo>
                  <a:lnTo>
                    <a:pt x="58" y="239"/>
                  </a:lnTo>
                  <a:lnTo>
                    <a:pt x="49" y="222"/>
                  </a:lnTo>
                  <a:lnTo>
                    <a:pt x="0" y="58"/>
                  </a:lnTo>
                  <a:lnTo>
                    <a:pt x="0" y="40"/>
                  </a:lnTo>
                  <a:lnTo>
                    <a:pt x="5" y="23"/>
                  </a:lnTo>
                  <a:lnTo>
                    <a:pt x="18" y="11"/>
                  </a:lnTo>
                  <a:lnTo>
                    <a:pt x="33" y="2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9" name="Freeform 17"/>
            <p:cNvSpPr>
              <a:spLocks/>
            </p:cNvSpPr>
            <p:nvPr/>
          </p:nvSpPr>
          <p:spPr bwMode="auto">
            <a:xfrm>
              <a:off x="8070936" y="427548"/>
              <a:ext cx="32119" cy="95546"/>
            </a:xfrm>
            <a:custGeom>
              <a:avLst/>
              <a:gdLst>
                <a:gd name="T0" fmla="*/ 44 w 119"/>
                <a:gd name="T1" fmla="*/ 0 h 354"/>
                <a:gd name="T2" fmla="*/ 63 w 119"/>
                <a:gd name="T3" fmla="*/ 4 h 354"/>
                <a:gd name="T4" fmla="*/ 77 w 119"/>
                <a:gd name="T5" fmla="*/ 12 h 354"/>
                <a:gd name="T6" fmla="*/ 87 w 119"/>
                <a:gd name="T7" fmla="*/ 26 h 354"/>
                <a:gd name="T8" fmla="*/ 93 w 119"/>
                <a:gd name="T9" fmla="*/ 44 h 354"/>
                <a:gd name="T10" fmla="*/ 119 w 119"/>
                <a:gd name="T11" fmla="*/ 306 h 354"/>
                <a:gd name="T12" fmla="*/ 115 w 119"/>
                <a:gd name="T13" fmla="*/ 323 h 354"/>
                <a:gd name="T14" fmla="*/ 107 w 119"/>
                <a:gd name="T15" fmla="*/ 339 h 354"/>
                <a:gd name="T16" fmla="*/ 93 w 119"/>
                <a:gd name="T17" fmla="*/ 349 h 354"/>
                <a:gd name="T18" fmla="*/ 75 w 119"/>
                <a:gd name="T19" fmla="*/ 354 h 354"/>
                <a:gd name="T20" fmla="*/ 58 w 119"/>
                <a:gd name="T21" fmla="*/ 351 h 354"/>
                <a:gd name="T22" fmla="*/ 42 w 119"/>
                <a:gd name="T23" fmla="*/ 342 h 354"/>
                <a:gd name="T24" fmla="*/ 32 w 119"/>
                <a:gd name="T25" fmla="*/ 328 h 354"/>
                <a:gd name="T26" fmla="*/ 26 w 119"/>
                <a:gd name="T27" fmla="*/ 311 h 354"/>
                <a:gd name="T28" fmla="*/ 0 w 119"/>
                <a:gd name="T29" fmla="*/ 49 h 354"/>
                <a:gd name="T30" fmla="*/ 4 w 119"/>
                <a:gd name="T31" fmla="*/ 32 h 354"/>
                <a:gd name="T32" fmla="*/ 12 w 119"/>
                <a:gd name="T33" fmla="*/ 16 h 354"/>
                <a:gd name="T34" fmla="*/ 26 w 119"/>
                <a:gd name="T35" fmla="*/ 5 h 354"/>
                <a:gd name="T36" fmla="*/ 44 w 119"/>
                <a:gd name="T37" fmla="*/ 0 h 3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9" h="354">
                  <a:moveTo>
                    <a:pt x="44" y="0"/>
                  </a:moveTo>
                  <a:lnTo>
                    <a:pt x="63" y="4"/>
                  </a:lnTo>
                  <a:lnTo>
                    <a:pt x="77" y="12"/>
                  </a:lnTo>
                  <a:lnTo>
                    <a:pt x="87" y="26"/>
                  </a:lnTo>
                  <a:lnTo>
                    <a:pt x="93" y="44"/>
                  </a:lnTo>
                  <a:lnTo>
                    <a:pt x="119" y="306"/>
                  </a:lnTo>
                  <a:lnTo>
                    <a:pt x="115" y="323"/>
                  </a:lnTo>
                  <a:lnTo>
                    <a:pt x="107" y="339"/>
                  </a:lnTo>
                  <a:lnTo>
                    <a:pt x="93" y="349"/>
                  </a:lnTo>
                  <a:lnTo>
                    <a:pt x="75" y="354"/>
                  </a:lnTo>
                  <a:lnTo>
                    <a:pt x="58" y="351"/>
                  </a:lnTo>
                  <a:lnTo>
                    <a:pt x="42" y="342"/>
                  </a:lnTo>
                  <a:lnTo>
                    <a:pt x="32" y="328"/>
                  </a:lnTo>
                  <a:lnTo>
                    <a:pt x="26" y="311"/>
                  </a:lnTo>
                  <a:lnTo>
                    <a:pt x="0" y="49"/>
                  </a:lnTo>
                  <a:lnTo>
                    <a:pt x="4" y="32"/>
                  </a:lnTo>
                  <a:lnTo>
                    <a:pt x="12" y="16"/>
                  </a:lnTo>
                  <a:lnTo>
                    <a:pt x="26" y="5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0" name="Freeform 18"/>
            <p:cNvSpPr>
              <a:spLocks/>
            </p:cNvSpPr>
            <p:nvPr/>
          </p:nvSpPr>
          <p:spPr bwMode="auto">
            <a:xfrm>
              <a:off x="8178358" y="392731"/>
              <a:ext cx="29690" cy="119568"/>
            </a:xfrm>
            <a:custGeom>
              <a:avLst/>
              <a:gdLst>
                <a:gd name="T0" fmla="*/ 68 w 110"/>
                <a:gd name="T1" fmla="*/ 0 h 443"/>
                <a:gd name="T2" fmla="*/ 86 w 110"/>
                <a:gd name="T3" fmla="*/ 5 h 443"/>
                <a:gd name="T4" fmla="*/ 100 w 110"/>
                <a:gd name="T5" fmla="*/ 16 h 443"/>
                <a:gd name="T6" fmla="*/ 107 w 110"/>
                <a:gd name="T7" fmla="*/ 31 h 443"/>
                <a:gd name="T8" fmla="*/ 110 w 110"/>
                <a:gd name="T9" fmla="*/ 51 h 443"/>
                <a:gd name="T10" fmla="*/ 93 w 110"/>
                <a:gd name="T11" fmla="*/ 401 h 443"/>
                <a:gd name="T12" fmla="*/ 87 w 110"/>
                <a:gd name="T13" fmla="*/ 419 h 443"/>
                <a:gd name="T14" fmla="*/ 75 w 110"/>
                <a:gd name="T15" fmla="*/ 433 h 443"/>
                <a:gd name="T16" fmla="*/ 61 w 110"/>
                <a:gd name="T17" fmla="*/ 442 h 443"/>
                <a:gd name="T18" fmla="*/ 42 w 110"/>
                <a:gd name="T19" fmla="*/ 443 h 443"/>
                <a:gd name="T20" fmla="*/ 25 w 110"/>
                <a:gd name="T21" fmla="*/ 438 h 443"/>
                <a:gd name="T22" fmla="*/ 11 w 110"/>
                <a:gd name="T23" fmla="*/ 426 h 443"/>
                <a:gd name="T24" fmla="*/ 2 w 110"/>
                <a:gd name="T25" fmla="*/ 412 h 443"/>
                <a:gd name="T26" fmla="*/ 0 w 110"/>
                <a:gd name="T27" fmla="*/ 393 h 443"/>
                <a:gd name="T28" fmla="*/ 18 w 110"/>
                <a:gd name="T29" fmla="*/ 42 h 443"/>
                <a:gd name="T30" fmla="*/ 23 w 110"/>
                <a:gd name="T31" fmla="*/ 24 h 443"/>
                <a:gd name="T32" fmla="*/ 33 w 110"/>
                <a:gd name="T33" fmla="*/ 10 h 443"/>
                <a:gd name="T34" fmla="*/ 49 w 110"/>
                <a:gd name="T35" fmla="*/ 2 h 443"/>
                <a:gd name="T36" fmla="*/ 68 w 110"/>
                <a:gd name="T37" fmla="*/ 0 h 4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0" h="443">
                  <a:moveTo>
                    <a:pt x="68" y="0"/>
                  </a:moveTo>
                  <a:lnTo>
                    <a:pt x="86" y="5"/>
                  </a:lnTo>
                  <a:lnTo>
                    <a:pt x="100" y="16"/>
                  </a:lnTo>
                  <a:lnTo>
                    <a:pt x="107" y="31"/>
                  </a:lnTo>
                  <a:lnTo>
                    <a:pt x="110" y="51"/>
                  </a:lnTo>
                  <a:lnTo>
                    <a:pt x="93" y="401"/>
                  </a:lnTo>
                  <a:lnTo>
                    <a:pt x="87" y="419"/>
                  </a:lnTo>
                  <a:lnTo>
                    <a:pt x="75" y="433"/>
                  </a:lnTo>
                  <a:lnTo>
                    <a:pt x="61" y="442"/>
                  </a:lnTo>
                  <a:lnTo>
                    <a:pt x="42" y="443"/>
                  </a:lnTo>
                  <a:lnTo>
                    <a:pt x="25" y="438"/>
                  </a:lnTo>
                  <a:lnTo>
                    <a:pt x="11" y="426"/>
                  </a:lnTo>
                  <a:lnTo>
                    <a:pt x="2" y="412"/>
                  </a:lnTo>
                  <a:lnTo>
                    <a:pt x="0" y="393"/>
                  </a:lnTo>
                  <a:lnTo>
                    <a:pt x="18" y="42"/>
                  </a:lnTo>
                  <a:lnTo>
                    <a:pt x="23" y="24"/>
                  </a:lnTo>
                  <a:lnTo>
                    <a:pt x="33" y="10"/>
                  </a:lnTo>
                  <a:lnTo>
                    <a:pt x="49" y="2"/>
                  </a:lnTo>
                  <a:lnTo>
                    <a:pt x="68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19"/>
            <p:cNvSpPr>
              <a:spLocks/>
            </p:cNvSpPr>
            <p:nvPr/>
          </p:nvSpPr>
          <p:spPr bwMode="auto">
            <a:xfrm>
              <a:off x="8280113" y="371948"/>
              <a:ext cx="46154" cy="141430"/>
            </a:xfrm>
            <a:custGeom>
              <a:avLst/>
              <a:gdLst>
                <a:gd name="T0" fmla="*/ 119 w 171"/>
                <a:gd name="T1" fmla="*/ 0 h 524"/>
                <a:gd name="T2" fmla="*/ 136 w 171"/>
                <a:gd name="T3" fmla="*/ 0 h 524"/>
                <a:gd name="T4" fmla="*/ 154 w 171"/>
                <a:gd name="T5" fmla="*/ 9 h 524"/>
                <a:gd name="T6" fmla="*/ 166 w 171"/>
                <a:gd name="T7" fmla="*/ 21 h 524"/>
                <a:gd name="T8" fmla="*/ 171 w 171"/>
                <a:gd name="T9" fmla="*/ 37 h 524"/>
                <a:gd name="T10" fmla="*/ 171 w 171"/>
                <a:gd name="T11" fmla="*/ 56 h 524"/>
                <a:gd name="T12" fmla="*/ 91 w 171"/>
                <a:gd name="T13" fmla="*/ 489 h 524"/>
                <a:gd name="T14" fmla="*/ 84 w 171"/>
                <a:gd name="T15" fmla="*/ 506 h 524"/>
                <a:gd name="T16" fmla="*/ 70 w 171"/>
                <a:gd name="T17" fmla="*/ 517 h 524"/>
                <a:gd name="T18" fmla="*/ 54 w 171"/>
                <a:gd name="T19" fmla="*/ 524 h 524"/>
                <a:gd name="T20" fmla="*/ 37 w 171"/>
                <a:gd name="T21" fmla="*/ 524 h 524"/>
                <a:gd name="T22" fmla="*/ 19 w 171"/>
                <a:gd name="T23" fmla="*/ 517 h 524"/>
                <a:gd name="T24" fmla="*/ 7 w 171"/>
                <a:gd name="T25" fmla="*/ 503 h 524"/>
                <a:gd name="T26" fmla="*/ 0 w 171"/>
                <a:gd name="T27" fmla="*/ 487 h 524"/>
                <a:gd name="T28" fmla="*/ 2 w 171"/>
                <a:gd name="T29" fmla="*/ 468 h 524"/>
                <a:gd name="T30" fmla="*/ 82 w 171"/>
                <a:gd name="T31" fmla="*/ 35 h 524"/>
                <a:gd name="T32" fmla="*/ 89 w 171"/>
                <a:gd name="T33" fmla="*/ 19 h 524"/>
                <a:gd name="T34" fmla="*/ 101 w 171"/>
                <a:gd name="T35" fmla="*/ 7 h 524"/>
                <a:gd name="T36" fmla="*/ 119 w 171"/>
                <a:gd name="T37" fmla="*/ 0 h 5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71" h="524">
                  <a:moveTo>
                    <a:pt x="119" y="0"/>
                  </a:moveTo>
                  <a:lnTo>
                    <a:pt x="136" y="0"/>
                  </a:lnTo>
                  <a:lnTo>
                    <a:pt x="154" y="9"/>
                  </a:lnTo>
                  <a:lnTo>
                    <a:pt x="166" y="21"/>
                  </a:lnTo>
                  <a:lnTo>
                    <a:pt x="171" y="37"/>
                  </a:lnTo>
                  <a:lnTo>
                    <a:pt x="171" y="56"/>
                  </a:lnTo>
                  <a:lnTo>
                    <a:pt x="91" y="489"/>
                  </a:lnTo>
                  <a:lnTo>
                    <a:pt x="84" y="506"/>
                  </a:lnTo>
                  <a:lnTo>
                    <a:pt x="70" y="517"/>
                  </a:lnTo>
                  <a:lnTo>
                    <a:pt x="54" y="524"/>
                  </a:lnTo>
                  <a:lnTo>
                    <a:pt x="37" y="524"/>
                  </a:lnTo>
                  <a:lnTo>
                    <a:pt x="19" y="517"/>
                  </a:lnTo>
                  <a:lnTo>
                    <a:pt x="7" y="503"/>
                  </a:lnTo>
                  <a:lnTo>
                    <a:pt x="0" y="487"/>
                  </a:lnTo>
                  <a:lnTo>
                    <a:pt x="2" y="468"/>
                  </a:lnTo>
                  <a:lnTo>
                    <a:pt x="82" y="35"/>
                  </a:lnTo>
                  <a:lnTo>
                    <a:pt x="89" y="19"/>
                  </a:lnTo>
                  <a:lnTo>
                    <a:pt x="101" y="7"/>
                  </a:lnTo>
                  <a:lnTo>
                    <a:pt x="11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20"/>
            <p:cNvSpPr>
              <a:spLocks/>
            </p:cNvSpPr>
            <p:nvPr/>
          </p:nvSpPr>
          <p:spPr bwMode="auto">
            <a:xfrm>
              <a:off x="8379438" y="365740"/>
              <a:ext cx="68826" cy="161673"/>
            </a:xfrm>
            <a:custGeom>
              <a:avLst/>
              <a:gdLst>
                <a:gd name="T0" fmla="*/ 206 w 255"/>
                <a:gd name="T1" fmla="*/ 0 h 599"/>
                <a:gd name="T2" fmla="*/ 226 w 255"/>
                <a:gd name="T3" fmla="*/ 4 h 599"/>
                <a:gd name="T4" fmla="*/ 241 w 255"/>
                <a:gd name="T5" fmla="*/ 13 h 599"/>
                <a:gd name="T6" fmla="*/ 252 w 255"/>
                <a:gd name="T7" fmla="*/ 27 h 599"/>
                <a:gd name="T8" fmla="*/ 255 w 255"/>
                <a:gd name="T9" fmla="*/ 44 h 599"/>
                <a:gd name="T10" fmla="*/ 254 w 255"/>
                <a:gd name="T11" fmla="*/ 62 h 599"/>
                <a:gd name="T12" fmla="*/ 90 w 255"/>
                <a:gd name="T13" fmla="*/ 569 h 599"/>
                <a:gd name="T14" fmla="*/ 81 w 255"/>
                <a:gd name="T15" fmla="*/ 585 h 599"/>
                <a:gd name="T16" fmla="*/ 65 w 255"/>
                <a:gd name="T17" fmla="*/ 596 h 599"/>
                <a:gd name="T18" fmla="*/ 49 w 255"/>
                <a:gd name="T19" fmla="*/ 599 h 599"/>
                <a:gd name="T20" fmla="*/ 30 w 255"/>
                <a:gd name="T21" fmla="*/ 597 h 599"/>
                <a:gd name="T22" fmla="*/ 14 w 255"/>
                <a:gd name="T23" fmla="*/ 587 h 599"/>
                <a:gd name="T24" fmla="*/ 4 w 255"/>
                <a:gd name="T25" fmla="*/ 573 h 599"/>
                <a:gd name="T26" fmla="*/ 0 w 255"/>
                <a:gd name="T27" fmla="*/ 556 h 599"/>
                <a:gd name="T28" fmla="*/ 2 w 255"/>
                <a:gd name="T29" fmla="*/ 538 h 599"/>
                <a:gd name="T30" fmla="*/ 166 w 255"/>
                <a:gd name="T31" fmla="*/ 30 h 599"/>
                <a:gd name="T32" fmla="*/ 175 w 255"/>
                <a:gd name="T33" fmla="*/ 16 h 599"/>
                <a:gd name="T34" fmla="*/ 191 w 255"/>
                <a:gd name="T35" fmla="*/ 6 h 599"/>
                <a:gd name="T36" fmla="*/ 206 w 255"/>
                <a:gd name="T37" fmla="*/ 0 h 5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55" h="599">
                  <a:moveTo>
                    <a:pt x="206" y="0"/>
                  </a:moveTo>
                  <a:lnTo>
                    <a:pt x="226" y="4"/>
                  </a:lnTo>
                  <a:lnTo>
                    <a:pt x="241" y="13"/>
                  </a:lnTo>
                  <a:lnTo>
                    <a:pt x="252" y="27"/>
                  </a:lnTo>
                  <a:lnTo>
                    <a:pt x="255" y="44"/>
                  </a:lnTo>
                  <a:lnTo>
                    <a:pt x="254" y="62"/>
                  </a:lnTo>
                  <a:lnTo>
                    <a:pt x="90" y="569"/>
                  </a:lnTo>
                  <a:lnTo>
                    <a:pt x="81" y="585"/>
                  </a:lnTo>
                  <a:lnTo>
                    <a:pt x="65" y="596"/>
                  </a:lnTo>
                  <a:lnTo>
                    <a:pt x="49" y="599"/>
                  </a:lnTo>
                  <a:lnTo>
                    <a:pt x="30" y="597"/>
                  </a:lnTo>
                  <a:lnTo>
                    <a:pt x="14" y="587"/>
                  </a:lnTo>
                  <a:lnTo>
                    <a:pt x="4" y="573"/>
                  </a:lnTo>
                  <a:lnTo>
                    <a:pt x="0" y="556"/>
                  </a:lnTo>
                  <a:lnTo>
                    <a:pt x="2" y="538"/>
                  </a:lnTo>
                  <a:lnTo>
                    <a:pt x="166" y="30"/>
                  </a:lnTo>
                  <a:lnTo>
                    <a:pt x="175" y="16"/>
                  </a:lnTo>
                  <a:lnTo>
                    <a:pt x="191" y="6"/>
                  </a:lnTo>
                  <a:lnTo>
                    <a:pt x="206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3" name="Freeform 21"/>
            <p:cNvSpPr>
              <a:spLocks/>
            </p:cNvSpPr>
            <p:nvPr/>
          </p:nvSpPr>
          <p:spPr bwMode="auto">
            <a:xfrm>
              <a:off x="8477144" y="377076"/>
              <a:ext cx="95007" cy="176788"/>
            </a:xfrm>
            <a:custGeom>
              <a:avLst/>
              <a:gdLst>
                <a:gd name="T0" fmla="*/ 309 w 352"/>
                <a:gd name="T1" fmla="*/ 0 h 655"/>
                <a:gd name="T2" fmla="*/ 326 w 352"/>
                <a:gd name="T3" fmla="*/ 6 h 655"/>
                <a:gd name="T4" fmla="*/ 342 w 352"/>
                <a:gd name="T5" fmla="*/ 18 h 655"/>
                <a:gd name="T6" fmla="*/ 349 w 352"/>
                <a:gd name="T7" fmla="*/ 32 h 655"/>
                <a:gd name="T8" fmla="*/ 352 w 352"/>
                <a:gd name="T9" fmla="*/ 49 h 655"/>
                <a:gd name="T10" fmla="*/ 347 w 352"/>
                <a:gd name="T11" fmla="*/ 68 h 655"/>
                <a:gd name="T12" fmla="*/ 87 w 352"/>
                <a:gd name="T13" fmla="*/ 630 h 655"/>
                <a:gd name="T14" fmla="*/ 77 w 352"/>
                <a:gd name="T15" fmla="*/ 644 h 655"/>
                <a:gd name="T16" fmla="*/ 61 w 352"/>
                <a:gd name="T17" fmla="*/ 653 h 655"/>
                <a:gd name="T18" fmla="*/ 43 w 352"/>
                <a:gd name="T19" fmla="*/ 655 h 655"/>
                <a:gd name="T20" fmla="*/ 26 w 352"/>
                <a:gd name="T21" fmla="*/ 650 h 655"/>
                <a:gd name="T22" fmla="*/ 10 w 352"/>
                <a:gd name="T23" fmla="*/ 639 h 655"/>
                <a:gd name="T24" fmla="*/ 3 w 352"/>
                <a:gd name="T25" fmla="*/ 623 h 655"/>
                <a:gd name="T26" fmla="*/ 0 w 352"/>
                <a:gd name="T27" fmla="*/ 606 h 655"/>
                <a:gd name="T28" fmla="*/ 5 w 352"/>
                <a:gd name="T29" fmla="*/ 589 h 655"/>
                <a:gd name="T30" fmla="*/ 265 w 352"/>
                <a:gd name="T31" fmla="*/ 27 h 655"/>
                <a:gd name="T32" fmla="*/ 276 w 352"/>
                <a:gd name="T33" fmla="*/ 11 h 655"/>
                <a:gd name="T34" fmla="*/ 291 w 352"/>
                <a:gd name="T35" fmla="*/ 4 h 655"/>
                <a:gd name="T36" fmla="*/ 309 w 352"/>
                <a:gd name="T37" fmla="*/ 0 h 6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52" h="655">
                  <a:moveTo>
                    <a:pt x="309" y="0"/>
                  </a:moveTo>
                  <a:lnTo>
                    <a:pt x="326" y="6"/>
                  </a:lnTo>
                  <a:lnTo>
                    <a:pt x="342" y="18"/>
                  </a:lnTo>
                  <a:lnTo>
                    <a:pt x="349" y="32"/>
                  </a:lnTo>
                  <a:lnTo>
                    <a:pt x="352" y="49"/>
                  </a:lnTo>
                  <a:lnTo>
                    <a:pt x="347" y="68"/>
                  </a:lnTo>
                  <a:lnTo>
                    <a:pt x="87" y="630"/>
                  </a:lnTo>
                  <a:lnTo>
                    <a:pt x="77" y="644"/>
                  </a:lnTo>
                  <a:lnTo>
                    <a:pt x="61" y="653"/>
                  </a:lnTo>
                  <a:lnTo>
                    <a:pt x="43" y="655"/>
                  </a:lnTo>
                  <a:lnTo>
                    <a:pt x="26" y="650"/>
                  </a:lnTo>
                  <a:lnTo>
                    <a:pt x="10" y="639"/>
                  </a:lnTo>
                  <a:lnTo>
                    <a:pt x="3" y="623"/>
                  </a:lnTo>
                  <a:lnTo>
                    <a:pt x="0" y="606"/>
                  </a:lnTo>
                  <a:lnTo>
                    <a:pt x="5" y="589"/>
                  </a:lnTo>
                  <a:lnTo>
                    <a:pt x="265" y="27"/>
                  </a:lnTo>
                  <a:lnTo>
                    <a:pt x="276" y="11"/>
                  </a:lnTo>
                  <a:lnTo>
                    <a:pt x="291" y="4"/>
                  </a:lnTo>
                  <a:lnTo>
                    <a:pt x="30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4" name="Freeform 22"/>
            <p:cNvSpPr>
              <a:spLocks/>
            </p:cNvSpPr>
            <p:nvPr/>
          </p:nvSpPr>
          <p:spPr bwMode="auto">
            <a:xfrm>
              <a:off x="8573230" y="405416"/>
              <a:ext cx="122537" cy="187584"/>
            </a:xfrm>
            <a:custGeom>
              <a:avLst/>
              <a:gdLst>
                <a:gd name="T0" fmla="*/ 417 w 454"/>
                <a:gd name="T1" fmla="*/ 0 h 695"/>
                <a:gd name="T2" fmla="*/ 433 w 454"/>
                <a:gd name="T3" fmla="*/ 7 h 695"/>
                <a:gd name="T4" fmla="*/ 447 w 454"/>
                <a:gd name="T5" fmla="*/ 21 h 695"/>
                <a:gd name="T6" fmla="*/ 454 w 454"/>
                <a:gd name="T7" fmla="*/ 37 h 695"/>
                <a:gd name="T8" fmla="*/ 454 w 454"/>
                <a:gd name="T9" fmla="*/ 54 h 695"/>
                <a:gd name="T10" fmla="*/ 447 w 454"/>
                <a:gd name="T11" fmla="*/ 72 h 695"/>
                <a:gd name="T12" fmla="*/ 84 w 454"/>
                <a:gd name="T13" fmla="*/ 676 h 695"/>
                <a:gd name="T14" fmla="*/ 70 w 454"/>
                <a:gd name="T15" fmla="*/ 688 h 695"/>
                <a:gd name="T16" fmla="*/ 54 w 454"/>
                <a:gd name="T17" fmla="*/ 695 h 695"/>
                <a:gd name="T18" fmla="*/ 37 w 454"/>
                <a:gd name="T19" fmla="*/ 695 h 695"/>
                <a:gd name="T20" fmla="*/ 19 w 454"/>
                <a:gd name="T21" fmla="*/ 688 h 695"/>
                <a:gd name="T22" fmla="*/ 7 w 454"/>
                <a:gd name="T23" fmla="*/ 676 h 695"/>
                <a:gd name="T24" fmla="*/ 0 w 454"/>
                <a:gd name="T25" fmla="*/ 660 h 695"/>
                <a:gd name="T26" fmla="*/ 0 w 454"/>
                <a:gd name="T27" fmla="*/ 642 h 695"/>
                <a:gd name="T28" fmla="*/ 7 w 454"/>
                <a:gd name="T29" fmla="*/ 625 h 695"/>
                <a:gd name="T30" fmla="*/ 370 w 454"/>
                <a:gd name="T31" fmla="*/ 21 h 695"/>
                <a:gd name="T32" fmla="*/ 382 w 454"/>
                <a:gd name="T33" fmla="*/ 7 h 695"/>
                <a:gd name="T34" fmla="*/ 400 w 454"/>
                <a:gd name="T35" fmla="*/ 0 h 695"/>
                <a:gd name="T36" fmla="*/ 417 w 454"/>
                <a:gd name="T37" fmla="*/ 0 h 6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454" h="695">
                  <a:moveTo>
                    <a:pt x="417" y="0"/>
                  </a:moveTo>
                  <a:lnTo>
                    <a:pt x="433" y="7"/>
                  </a:lnTo>
                  <a:lnTo>
                    <a:pt x="447" y="21"/>
                  </a:lnTo>
                  <a:lnTo>
                    <a:pt x="454" y="37"/>
                  </a:lnTo>
                  <a:lnTo>
                    <a:pt x="454" y="54"/>
                  </a:lnTo>
                  <a:lnTo>
                    <a:pt x="447" y="72"/>
                  </a:lnTo>
                  <a:lnTo>
                    <a:pt x="84" y="676"/>
                  </a:lnTo>
                  <a:lnTo>
                    <a:pt x="70" y="688"/>
                  </a:lnTo>
                  <a:lnTo>
                    <a:pt x="54" y="695"/>
                  </a:lnTo>
                  <a:lnTo>
                    <a:pt x="37" y="695"/>
                  </a:lnTo>
                  <a:lnTo>
                    <a:pt x="19" y="688"/>
                  </a:lnTo>
                  <a:lnTo>
                    <a:pt x="7" y="676"/>
                  </a:lnTo>
                  <a:lnTo>
                    <a:pt x="0" y="660"/>
                  </a:lnTo>
                  <a:lnTo>
                    <a:pt x="0" y="642"/>
                  </a:lnTo>
                  <a:lnTo>
                    <a:pt x="7" y="625"/>
                  </a:lnTo>
                  <a:lnTo>
                    <a:pt x="370" y="21"/>
                  </a:lnTo>
                  <a:lnTo>
                    <a:pt x="382" y="7"/>
                  </a:lnTo>
                  <a:lnTo>
                    <a:pt x="400" y="0"/>
                  </a:lnTo>
                  <a:lnTo>
                    <a:pt x="417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5" name="Freeform 23"/>
            <p:cNvSpPr>
              <a:spLocks/>
            </p:cNvSpPr>
            <p:nvPr/>
          </p:nvSpPr>
          <p:spPr bwMode="auto">
            <a:xfrm>
              <a:off x="8663109" y="450760"/>
              <a:ext cx="154656" cy="193522"/>
            </a:xfrm>
            <a:custGeom>
              <a:avLst/>
              <a:gdLst>
                <a:gd name="T0" fmla="*/ 522 w 573"/>
                <a:gd name="T1" fmla="*/ 0 h 717"/>
                <a:gd name="T2" fmla="*/ 540 w 573"/>
                <a:gd name="T3" fmla="*/ 1 h 717"/>
                <a:gd name="T4" fmla="*/ 557 w 573"/>
                <a:gd name="T5" fmla="*/ 10 h 717"/>
                <a:gd name="T6" fmla="*/ 568 w 573"/>
                <a:gd name="T7" fmla="*/ 24 h 717"/>
                <a:gd name="T8" fmla="*/ 573 w 573"/>
                <a:gd name="T9" fmla="*/ 40 h 717"/>
                <a:gd name="T10" fmla="*/ 571 w 573"/>
                <a:gd name="T11" fmla="*/ 57 h 717"/>
                <a:gd name="T12" fmla="*/ 562 w 573"/>
                <a:gd name="T13" fmla="*/ 75 h 717"/>
                <a:gd name="T14" fmla="*/ 81 w 573"/>
                <a:gd name="T15" fmla="*/ 700 h 717"/>
                <a:gd name="T16" fmla="*/ 67 w 573"/>
                <a:gd name="T17" fmla="*/ 712 h 717"/>
                <a:gd name="T18" fmla="*/ 51 w 573"/>
                <a:gd name="T19" fmla="*/ 717 h 717"/>
                <a:gd name="T20" fmla="*/ 32 w 573"/>
                <a:gd name="T21" fmla="*/ 715 h 717"/>
                <a:gd name="T22" fmla="*/ 16 w 573"/>
                <a:gd name="T23" fmla="*/ 707 h 717"/>
                <a:gd name="T24" fmla="*/ 5 w 573"/>
                <a:gd name="T25" fmla="*/ 693 h 717"/>
                <a:gd name="T26" fmla="*/ 0 w 573"/>
                <a:gd name="T27" fmla="*/ 675 h 717"/>
                <a:gd name="T28" fmla="*/ 2 w 573"/>
                <a:gd name="T29" fmla="*/ 658 h 717"/>
                <a:gd name="T30" fmla="*/ 11 w 573"/>
                <a:gd name="T31" fmla="*/ 642 h 717"/>
                <a:gd name="T32" fmla="*/ 491 w 573"/>
                <a:gd name="T33" fmla="*/ 15 h 717"/>
                <a:gd name="T34" fmla="*/ 506 w 573"/>
                <a:gd name="T35" fmla="*/ 3 h 717"/>
                <a:gd name="T36" fmla="*/ 522 w 573"/>
                <a:gd name="T37" fmla="*/ 0 h 7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73" h="717">
                  <a:moveTo>
                    <a:pt x="522" y="0"/>
                  </a:moveTo>
                  <a:lnTo>
                    <a:pt x="540" y="1"/>
                  </a:lnTo>
                  <a:lnTo>
                    <a:pt x="557" y="10"/>
                  </a:lnTo>
                  <a:lnTo>
                    <a:pt x="568" y="24"/>
                  </a:lnTo>
                  <a:lnTo>
                    <a:pt x="573" y="40"/>
                  </a:lnTo>
                  <a:lnTo>
                    <a:pt x="571" y="57"/>
                  </a:lnTo>
                  <a:lnTo>
                    <a:pt x="562" y="75"/>
                  </a:lnTo>
                  <a:lnTo>
                    <a:pt x="81" y="700"/>
                  </a:lnTo>
                  <a:lnTo>
                    <a:pt x="67" y="712"/>
                  </a:lnTo>
                  <a:lnTo>
                    <a:pt x="51" y="717"/>
                  </a:lnTo>
                  <a:lnTo>
                    <a:pt x="32" y="715"/>
                  </a:lnTo>
                  <a:lnTo>
                    <a:pt x="16" y="707"/>
                  </a:lnTo>
                  <a:lnTo>
                    <a:pt x="5" y="693"/>
                  </a:lnTo>
                  <a:lnTo>
                    <a:pt x="0" y="675"/>
                  </a:lnTo>
                  <a:lnTo>
                    <a:pt x="2" y="658"/>
                  </a:lnTo>
                  <a:lnTo>
                    <a:pt x="11" y="642"/>
                  </a:lnTo>
                  <a:lnTo>
                    <a:pt x="491" y="15"/>
                  </a:lnTo>
                  <a:lnTo>
                    <a:pt x="506" y="3"/>
                  </a:lnTo>
                  <a:lnTo>
                    <a:pt x="522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9641375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3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23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1557" b="649"/>
          <a:stretch/>
        </p:blipFill>
        <p:spPr>
          <a:xfrm>
            <a:off x="-1" y="6259484"/>
            <a:ext cx="9144002" cy="598516"/>
          </a:xfrm>
          <a:prstGeom prst="rect">
            <a:avLst/>
          </a:prstGeom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6728BC2-ACA3-447C-A909-F3F49211C06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SmartArt Placeholder 2"/>
          <p:cNvSpPr>
            <a:spLocks noGrp="1"/>
          </p:cNvSpPr>
          <p:nvPr>
            <p:ph type="dgm" sz="quarter" idx="13"/>
          </p:nvPr>
        </p:nvSpPr>
        <p:spPr>
          <a:xfrm>
            <a:off x="133350" y="125413"/>
            <a:ext cx="8850313" cy="6008687"/>
          </a:xfrm>
        </p:spPr>
        <p:txBody>
          <a:bodyPr/>
          <a:lstStyle/>
          <a:p>
            <a:r>
              <a:rPr lang="en-US"/>
              <a:t>Click icon to add SmartArt graphic</a:t>
            </a:r>
          </a:p>
        </p:txBody>
      </p:sp>
    </p:spTree>
    <p:extLst>
      <p:ext uri="{BB962C8B-B14F-4D97-AF65-F5344CB8AC3E}">
        <p14:creationId xmlns:p14="http://schemas.microsoft.com/office/powerpoint/2010/main" val="29985618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6251171"/>
            <a:ext cx="9144000" cy="60682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6728BC2-ACA3-447C-A909-F3F49211C066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7765" y="6367323"/>
            <a:ext cx="1260213" cy="394766"/>
          </a:xfrm>
          <a:prstGeom prst="rect">
            <a:avLst/>
          </a:prstGeom>
        </p:spPr>
      </p:pic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380010" y="-4950"/>
            <a:ext cx="8383980" cy="844535"/>
          </a:xfrm>
        </p:spPr>
        <p:txBody>
          <a:bodyPr/>
          <a:lstStyle>
            <a:lvl1pPr>
              <a:defRPr baseline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2"/>
          <p:cNvSpPr>
            <a:spLocks noGrp="1"/>
          </p:cNvSpPr>
          <p:nvPr>
            <p:ph idx="1"/>
          </p:nvPr>
        </p:nvSpPr>
        <p:spPr>
          <a:xfrm>
            <a:off x="380010" y="1097280"/>
            <a:ext cx="8383980" cy="4910129"/>
          </a:xfrm>
        </p:spPr>
        <p:txBody>
          <a:bodyPr/>
          <a:lstStyle>
            <a:lvl1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025133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 flipV="1">
            <a:off x="0" y="1219200"/>
            <a:ext cx="9144000" cy="56388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9144000" cy="1219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6728BC2-ACA3-447C-A909-F3F49211C066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3" name="Group 2"/>
          <p:cNvGrpSpPr/>
          <p:nvPr/>
        </p:nvGrpSpPr>
        <p:grpSpPr>
          <a:xfrm>
            <a:off x="7264458" y="365740"/>
            <a:ext cx="1553307" cy="487719"/>
            <a:chOff x="7264458" y="365740"/>
            <a:chExt cx="1553307" cy="487719"/>
          </a:xfrm>
        </p:grpSpPr>
        <p:sp>
          <p:nvSpPr>
            <p:cNvPr id="8" name="Freeform 6"/>
            <p:cNvSpPr>
              <a:spLocks noEditPoints="1"/>
            </p:cNvSpPr>
            <p:nvPr/>
          </p:nvSpPr>
          <p:spPr bwMode="auto">
            <a:xfrm>
              <a:off x="7264458" y="705011"/>
              <a:ext cx="148988" cy="144669"/>
            </a:xfrm>
            <a:custGeom>
              <a:avLst/>
              <a:gdLst>
                <a:gd name="T0" fmla="*/ 98 w 552"/>
                <a:gd name="T1" fmla="*/ 79 h 536"/>
                <a:gd name="T2" fmla="*/ 98 w 552"/>
                <a:gd name="T3" fmla="*/ 241 h 536"/>
                <a:gd name="T4" fmla="*/ 307 w 552"/>
                <a:gd name="T5" fmla="*/ 241 h 536"/>
                <a:gd name="T6" fmla="*/ 342 w 552"/>
                <a:gd name="T7" fmla="*/ 241 h 536"/>
                <a:gd name="T8" fmla="*/ 374 w 552"/>
                <a:gd name="T9" fmla="*/ 238 h 536"/>
                <a:gd name="T10" fmla="*/ 398 w 552"/>
                <a:gd name="T11" fmla="*/ 231 h 536"/>
                <a:gd name="T12" fmla="*/ 417 w 552"/>
                <a:gd name="T13" fmla="*/ 222 h 536"/>
                <a:gd name="T14" fmla="*/ 431 w 552"/>
                <a:gd name="T15" fmla="*/ 206 h 536"/>
                <a:gd name="T16" fmla="*/ 440 w 552"/>
                <a:gd name="T17" fmla="*/ 187 h 536"/>
                <a:gd name="T18" fmla="*/ 443 w 552"/>
                <a:gd name="T19" fmla="*/ 161 h 536"/>
                <a:gd name="T20" fmla="*/ 440 w 552"/>
                <a:gd name="T21" fmla="*/ 135 h 536"/>
                <a:gd name="T22" fmla="*/ 431 w 552"/>
                <a:gd name="T23" fmla="*/ 114 h 536"/>
                <a:gd name="T24" fmla="*/ 417 w 552"/>
                <a:gd name="T25" fmla="*/ 100 h 536"/>
                <a:gd name="T26" fmla="*/ 398 w 552"/>
                <a:gd name="T27" fmla="*/ 89 h 536"/>
                <a:gd name="T28" fmla="*/ 374 w 552"/>
                <a:gd name="T29" fmla="*/ 84 h 536"/>
                <a:gd name="T30" fmla="*/ 342 w 552"/>
                <a:gd name="T31" fmla="*/ 80 h 536"/>
                <a:gd name="T32" fmla="*/ 307 w 552"/>
                <a:gd name="T33" fmla="*/ 79 h 536"/>
                <a:gd name="T34" fmla="*/ 98 w 552"/>
                <a:gd name="T35" fmla="*/ 79 h 536"/>
                <a:gd name="T36" fmla="*/ 0 w 552"/>
                <a:gd name="T37" fmla="*/ 0 h 536"/>
                <a:gd name="T38" fmla="*/ 323 w 552"/>
                <a:gd name="T39" fmla="*/ 0 h 536"/>
                <a:gd name="T40" fmla="*/ 377 w 552"/>
                <a:gd name="T41" fmla="*/ 2 h 536"/>
                <a:gd name="T42" fmla="*/ 422 w 552"/>
                <a:gd name="T43" fmla="*/ 9 h 536"/>
                <a:gd name="T44" fmla="*/ 461 w 552"/>
                <a:gd name="T45" fmla="*/ 19 h 536"/>
                <a:gd name="T46" fmla="*/ 490 w 552"/>
                <a:gd name="T47" fmla="*/ 37 h 536"/>
                <a:gd name="T48" fmla="*/ 513 w 552"/>
                <a:gd name="T49" fmla="*/ 58 h 536"/>
                <a:gd name="T50" fmla="*/ 529 w 552"/>
                <a:gd name="T51" fmla="*/ 86 h 536"/>
                <a:gd name="T52" fmla="*/ 538 w 552"/>
                <a:gd name="T53" fmla="*/ 119 h 536"/>
                <a:gd name="T54" fmla="*/ 541 w 552"/>
                <a:gd name="T55" fmla="*/ 157 h 536"/>
                <a:gd name="T56" fmla="*/ 538 w 552"/>
                <a:gd name="T57" fmla="*/ 194 h 536"/>
                <a:gd name="T58" fmla="*/ 529 w 552"/>
                <a:gd name="T59" fmla="*/ 225 h 536"/>
                <a:gd name="T60" fmla="*/ 513 w 552"/>
                <a:gd name="T61" fmla="*/ 252 h 536"/>
                <a:gd name="T62" fmla="*/ 494 w 552"/>
                <a:gd name="T63" fmla="*/ 272 h 536"/>
                <a:gd name="T64" fmla="*/ 473 w 552"/>
                <a:gd name="T65" fmla="*/ 290 h 536"/>
                <a:gd name="T66" fmla="*/ 447 w 552"/>
                <a:gd name="T67" fmla="*/ 302 h 536"/>
                <a:gd name="T68" fmla="*/ 421 w 552"/>
                <a:gd name="T69" fmla="*/ 311 h 536"/>
                <a:gd name="T70" fmla="*/ 393 w 552"/>
                <a:gd name="T71" fmla="*/ 314 h 536"/>
                <a:gd name="T72" fmla="*/ 384 w 552"/>
                <a:gd name="T73" fmla="*/ 314 h 536"/>
                <a:gd name="T74" fmla="*/ 552 w 552"/>
                <a:gd name="T75" fmla="*/ 536 h 536"/>
                <a:gd name="T76" fmla="*/ 431 w 552"/>
                <a:gd name="T77" fmla="*/ 536 h 536"/>
                <a:gd name="T78" fmla="*/ 274 w 552"/>
                <a:gd name="T79" fmla="*/ 323 h 536"/>
                <a:gd name="T80" fmla="*/ 274 w 552"/>
                <a:gd name="T81" fmla="*/ 321 h 536"/>
                <a:gd name="T82" fmla="*/ 98 w 552"/>
                <a:gd name="T83" fmla="*/ 321 h 536"/>
                <a:gd name="T84" fmla="*/ 98 w 552"/>
                <a:gd name="T85" fmla="*/ 536 h 536"/>
                <a:gd name="T86" fmla="*/ 0 w 552"/>
                <a:gd name="T87" fmla="*/ 536 h 536"/>
                <a:gd name="T88" fmla="*/ 0 w 552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2" h="536">
                  <a:moveTo>
                    <a:pt x="98" y="79"/>
                  </a:moveTo>
                  <a:lnTo>
                    <a:pt x="98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4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4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8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61" y="19"/>
                  </a:lnTo>
                  <a:lnTo>
                    <a:pt x="490" y="37"/>
                  </a:lnTo>
                  <a:lnTo>
                    <a:pt x="513" y="58"/>
                  </a:lnTo>
                  <a:lnTo>
                    <a:pt x="529" y="86"/>
                  </a:lnTo>
                  <a:lnTo>
                    <a:pt x="538" y="119"/>
                  </a:lnTo>
                  <a:lnTo>
                    <a:pt x="541" y="157"/>
                  </a:lnTo>
                  <a:lnTo>
                    <a:pt x="538" y="194"/>
                  </a:lnTo>
                  <a:lnTo>
                    <a:pt x="529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3" y="290"/>
                  </a:lnTo>
                  <a:lnTo>
                    <a:pt x="447" y="302"/>
                  </a:lnTo>
                  <a:lnTo>
                    <a:pt x="421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2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4" y="321"/>
                  </a:lnTo>
                  <a:lnTo>
                    <a:pt x="98" y="321"/>
                  </a:lnTo>
                  <a:lnTo>
                    <a:pt x="9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9" name="Freeform 7"/>
            <p:cNvSpPr>
              <a:spLocks/>
            </p:cNvSpPr>
            <p:nvPr/>
          </p:nvSpPr>
          <p:spPr bwMode="auto">
            <a:xfrm>
              <a:off x="7450153" y="705011"/>
              <a:ext cx="131714" cy="144669"/>
            </a:xfrm>
            <a:custGeom>
              <a:avLst/>
              <a:gdLst>
                <a:gd name="T0" fmla="*/ 0 w 488"/>
                <a:gd name="T1" fmla="*/ 0 h 536"/>
                <a:gd name="T2" fmla="*/ 440 w 488"/>
                <a:gd name="T3" fmla="*/ 0 h 536"/>
                <a:gd name="T4" fmla="*/ 455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5 w 488"/>
                <a:gd name="T17" fmla="*/ 79 h 536"/>
                <a:gd name="T18" fmla="*/ 440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54 w 488"/>
                <a:gd name="T25" fmla="*/ 218 h 536"/>
                <a:gd name="T26" fmla="*/ 370 w 488"/>
                <a:gd name="T27" fmla="*/ 222 h 536"/>
                <a:gd name="T28" fmla="*/ 384 w 488"/>
                <a:gd name="T29" fmla="*/ 231 h 536"/>
                <a:gd name="T30" fmla="*/ 392 w 488"/>
                <a:gd name="T31" fmla="*/ 243 h 536"/>
                <a:gd name="T32" fmla="*/ 396 w 488"/>
                <a:gd name="T33" fmla="*/ 259 h 536"/>
                <a:gd name="T34" fmla="*/ 392 w 488"/>
                <a:gd name="T35" fmla="*/ 276 h 536"/>
                <a:gd name="T36" fmla="*/ 384 w 488"/>
                <a:gd name="T37" fmla="*/ 288 h 536"/>
                <a:gd name="T38" fmla="*/ 370 w 488"/>
                <a:gd name="T39" fmla="*/ 297 h 536"/>
                <a:gd name="T40" fmla="*/ 354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8 w 488"/>
                <a:gd name="T47" fmla="*/ 454 h 536"/>
                <a:gd name="T48" fmla="*/ 464 w 488"/>
                <a:gd name="T49" fmla="*/ 457 h 536"/>
                <a:gd name="T50" fmla="*/ 478 w 488"/>
                <a:gd name="T51" fmla="*/ 466 h 536"/>
                <a:gd name="T52" fmla="*/ 487 w 488"/>
                <a:gd name="T53" fmla="*/ 478 h 536"/>
                <a:gd name="T54" fmla="*/ 488 w 488"/>
                <a:gd name="T55" fmla="*/ 494 h 536"/>
                <a:gd name="T56" fmla="*/ 487 w 488"/>
                <a:gd name="T57" fmla="*/ 512 h 536"/>
                <a:gd name="T58" fmla="*/ 478 w 488"/>
                <a:gd name="T59" fmla="*/ 524 h 536"/>
                <a:gd name="T60" fmla="*/ 464 w 488"/>
                <a:gd name="T61" fmla="*/ 533 h 536"/>
                <a:gd name="T62" fmla="*/ 448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40" y="0"/>
                  </a:lnTo>
                  <a:lnTo>
                    <a:pt x="455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5" y="79"/>
                  </a:lnTo>
                  <a:lnTo>
                    <a:pt x="440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54" y="218"/>
                  </a:lnTo>
                  <a:lnTo>
                    <a:pt x="370" y="222"/>
                  </a:lnTo>
                  <a:lnTo>
                    <a:pt x="384" y="231"/>
                  </a:lnTo>
                  <a:lnTo>
                    <a:pt x="392" y="243"/>
                  </a:lnTo>
                  <a:lnTo>
                    <a:pt x="396" y="259"/>
                  </a:lnTo>
                  <a:lnTo>
                    <a:pt x="392" y="276"/>
                  </a:lnTo>
                  <a:lnTo>
                    <a:pt x="384" y="288"/>
                  </a:lnTo>
                  <a:lnTo>
                    <a:pt x="370" y="297"/>
                  </a:lnTo>
                  <a:lnTo>
                    <a:pt x="354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8" y="454"/>
                  </a:lnTo>
                  <a:lnTo>
                    <a:pt x="464" y="457"/>
                  </a:lnTo>
                  <a:lnTo>
                    <a:pt x="478" y="466"/>
                  </a:lnTo>
                  <a:lnTo>
                    <a:pt x="487" y="478"/>
                  </a:lnTo>
                  <a:lnTo>
                    <a:pt x="488" y="494"/>
                  </a:lnTo>
                  <a:lnTo>
                    <a:pt x="487" y="512"/>
                  </a:lnTo>
                  <a:lnTo>
                    <a:pt x="478" y="524"/>
                  </a:lnTo>
                  <a:lnTo>
                    <a:pt x="464" y="533"/>
                  </a:lnTo>
                  <a:lnTo>
                    <a:pt x="44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" name="Freeform 8"/>
            <p:cNvSpPr>
              <a:spLocks/>
            </p:cNvSpPr>
            <p:nvPr/>
          </p:nvSpPr>
          <p:spPr bwMode="auto">
            <a:xfrm>
              <a:off x="7613446" y="705011"/>
              <a:ext cx="154116" cy="144669"/>
            </a:xfrm>
            <a:custGeom>
              <a:avLst/>
              <a:gdLst>
                <a:gd name="T0" fmla="*/ 48 w 571"/>
                <a:gd name="T1" fmla="*/ 0 h 536"/>
                <a:gd name="T2" fmla="*/ 65 w 571"/>
                <a:gd name="T3" fmla="*/ 4 h 536"/>
                <a:gd name="T4" fmla="*/ 79 w 571"/>
                <a:gd name="T5" fmla="*/ 12 h 536"/>
                <a:gd name="T6" fmla="*/ 89 w 571"/>
                <a:gd name="T7" fmla="*/ 26 h 536"/>
                <a:gd name="T8" fmla="*/ 280 w 571"/>
                <a:gd name="T9" fmla="*/ 431 h 536"/>
                <a:gd name="T10" fmla="*/ 285 w 571"/>
                <a:gd name="T11" fmla="*/ 440 h 536"/>
                <a:gd name="T12" fmla="*/ 484 w 571"/>
                <a:gd name="T13" fmla="*/ 26 h 536"/>
                <a:gd name="T14" fmla="*/ 494 w 571"/>
                <a:gd name="T15" fmla="*/ 12 h 536"/>
                <a:gd name="T16" fmla="*/ 508 w 571"/>
                <a:gd name="T17" fmla="*/ 2 h 536"/>
                <a:gd name="T18" fmla="*/ 526 w 571"/>
                <a:gd name="T19" fmla="*/ 0 h 536"/>
                <a:gd name="T20" fmla="*/ 541 w 571"/>
                <a:gd name="T21" fmla="*/ 2 h 536"/>
                <a:gd name="T22" fmla="*/ 554 w 571"/>
                <a:gd name="T23" fmla="*/ 9 h 536"/>
                <a:gd name="T24" fmla="*/ 564 w 571"/>
                <a:gd name="T25" fmla="*/ 21 h 536"/>
                <a:gd name="T26" fmla="*/ 571 w 571"/>
                <a:gd name="T27" fmla="*/ 35 h 536"/>
                <a:gd name="T28" fmla="*/ 571 w 571"/>
                <a:gd name="T29" fmla="*/ 51 h 536"/>
                <a:gd name="T30" fmla="*/ 568 w 571"/>
                <a:gd name="T31" fmla="*/ 67 h 536"/>
                <a:gd name="T32" fmla="*/ 337 w 571"/>
                <a:gd name="T33" fmla="*/ 536 h 536"/>
                <a:gd name="T34" fmla="*/ 233 w 571"/>
                <a:gd name="T35" fmla="*/ 536 h 536"/>
                <a:gd name="T36" fmla="*/ 6 w 571"/>
                <a:gd name="T37" fmla="*/ 67 h 536"/>
                <a:gd name="T38" fmla="*/ 0 w 571"/>
                <a:gd name="T39" fmla="*/ 51 h 536"/>
                <a:gd name="T40" fmla="*/ 2 w 571"/>
                <a:gd name="T41" fmla="*/ 35 h 536"/>
                <a:gd name="T42" fmla="*/ 7 w 571"/>
                <a:gd name="T43" fmla="*/ 21 h 536"/>
                <a:gd name="T44" fmla="*/ 18 w 571"/>
                <a:gd name="T45" fmla="*/ 9 h 536"/>
                <a:gd name="T46" fmla="*/ 32 w 571"/>
                <a:gd name="T47" fmla="*/ 2 h 536"/>
                <a:gd name="T48" fmla="*/ 48 w 571"/>
                <a:gd name="T4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571" h="536">
                  <a:moveTo>
                    <a:pt x="48" y="0"/>
                  </a:moveTo>
                  <a:lnTo>
                    <a:pt x="65" y="4"/>
                  </a:lnTo>
                  <a:lnTo>
                    <a:pt x="79" y="12"/>
                  </a:lnTo>
                  <a:lnTo>
                    <a:pt x="89" y="26"/>
                  </a:lnTo>
                  <a:lnTo>
                    <a:pt x="280" y="431"/>
                  </a:lnTo>
                  <a:lnTo>
                    <a:pt x="285" y="440"/>
                  </a:lnTo>
                  <a:lnTo>
                    <a:pt x="484" y="26"/>
                  </a:lnTo>
                  <a:lnTo>
                    <a:pt x="494" y="12"/>
                  </a:lnTo>
                  <a:lnTo>
                    <a:pt x="508" y="2"/>
                  </a:lnTo>
                  <a:lnTo>
                    <a:pt x="526" y="0"/>
                  </a:lnTo>
                  <a:lnTo>
                    <a:pt x="541" y="2"/>
                  </a:lnTo>
                  <a:lnTo>
                    <a:pt x="554" y="9"/>
                  </a:lnTo>
                  <a:lnTo>
                    <a:pt x="564" y="21"/>
                  </a:lnTo>
                  <a:lnTo>
                    <a:pt x="571" y="35"/>
                  </a:lnTo>
                  <a:lnTo>
                    <a:pt x="571" y="51"/>
                  </a:lnTo>
                  <a:lnTo>
                    <a:pt x="568" y="67"/>
                  </a:lnTo>
                  <a:lnTo>
                    <a:pt x="337" y="536"/>
                  </a:lnTo>
                  <a:lnTo>
                    <a:pt x="233" y="536"/>
                  </a:lnTo>
                  <a:lnTo>
                    <a:pt x="6" y="67"/>
                  </a:lnTo>
                  <a:lnTo>
                    <a:pt x="0" y="51"/>
                  </a:lnTo>
                  <a:lnTo>
                    <a:pt x="2" y="35"/>
                  </a:lnTo>
                  <a:lnTo>
                    <a:pt x="7" y="21"/>
                  </a:lnTo>
                  <a:lnTo>
                    <a:pt x="18" y="9"/>
                  </a:lnTo>
                  <a:lnTo>
                    <a:pt x="32" y="2"/>
                  </a:lnTo>
                  <a:lnTo>
                    <a:pt x="48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1" name="Freeform 9"/>
            <p:cNvSpPr>
              <a:spLocks noEditPoints="1"/>
            </p:cNvSpPr>
            <p:nvPr/>
          </p:nvSpPr>
          <p:spPr bwMode="auto">
            <a:xfrm>
              <a:off x="7767562" y="705011"/>
              <a:ext cx="173010" cy="144669"/>
            </a:xfrm>
            <a:custGeom>
              <a:avLst/>
              <a:gdLst>
                <a:gd name="T0" fmla="*/ 321 w 641"/>
                <a:gd name="T1" fmla="*/ 70 h 536"/>
                <a:gd name="T2" fmla="*/ 201 w 641"/>
                <a:gd name="T3" fmla="*/ 328 h 536"/>
                <a:gd name="T4" fmla="*/ 443 w 641"/>
                <a:gd name="T5" fmla="*/ 328 h 536"/>
                <a:gd name="T6" fmla="*/ 321 w 641"/>
                <a:gd name="T7" fmla="*/ 70 h 536"/>
                <a:gd name="T8" fmla="*/ 264 w 641"/>
                <a:gd name="T9" fmla="*/ 0 h 536"/>
                <a:gd name="T10" fmla="*/ 381 w 641"/>
                <a:gd name="T11" fmla="*/ 0 h 536"/>
                <a:gd name="T12" fmla="*/ 641 w 641"/>
                <a:gd name="T13" fmla="*/ 536 h 536"/>
                <a:gd name="T14" fmla="*/ 538 w 641"/>
                <a:gd name="T15" fmla="*/ 536 h 536"/>
                <a:gd name="T16" fmla="*/ 482 w 641"/>
                <a:gd name="T17" fmla="*/ 414 h 536"/>
                <a:gd name="T18" fmla="*/ 480 w 641"/>
                <a:gd name="T19" fmla="*/ 410 h 536"/>
                <a:gd name="T20" fmla="*/ 161 w 641"/>
                <a:gd name="T21" fmla="*/ 410 h 536"/>
                <a:gd name="T22" fmla="*/ 103 w 641"/>
                <a:gd name="T23" fmla="*/ 536 h 536"/>
                <a:gd name="T24" fmla="*/ 0 w 641"/>
                <a:gd name="T25" fmla="*/ 536 h 536"/>
                <a:gd name="T26" fmla="*/ 264 w 641"/>
                <a:gd name="T2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1" h="536">
                  <a:moveTo>
                    <a:pt x="321" y="70"/>
                  </a:moveTo>
                  <a:lnTo>
                    <a:pt x="201" y="328"/>
                  </a:lnTo>
                  <a:lnTo>
                    <a:pt x="443" y="328"/>
                  </a:lnTo>
                  <a:lnTo>
                    <a:pt x="321" y="70"/>
                  </a:lnTo>
                  <a:close/>
                  <a:moveTo>
                    <a:pt x="264" y="0"/>
                  </a:moveTo>
                  <a:lnTo>
                    <a:pt x="381" y="0"/>
                  </a:lnTo>
                  <a:lnTo>
                    <a:pt x="641" y="536"/>
                  </a:lnTo>
                  <a:lnTo>
                    <a:pt x="538" y="536"/>
                  </a:lnTo>
                  <a:lnTo>
                    <a:pt x="482" y="414"/>
                  </a:lnTo>
                  <a:lnTo>
                    <a:pt x="480" y="410"/>
                  </a:lnTo>
                  <a:lnTo>
                    <a:pt x="161" y="410"/>
                  </a:lnTo>
                  <a:lnTo>
                    <a:pt x="103" y="536"/>
                  </a:lnTo>
                  <a:lnTo>
                    <a:pt x="0" y="536"/>
                  </a:lnTo>
                  <a:lnTo>
                    <a:pt x="264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10"/>
            <p:cNvSpPr>
              <a:spLocks/>
            </p:cNvSpPr>
            <p:nvPr/>
          </p:nvSpPr>
          <p:spPr bwMode="auto">
            <a:xfrm>
              <a:off x="7934364" y="705011"/>
              <a:ext cx="157895" cy="144669"/>
            </a:xfrm>
            <a:custGeom>
              <a:avLst/>
              <a:gdLst>
                <a:gd name="T0" fmla="*/ 42 w 585"/>
                <a:gd name="T1" fmla="*/ 0 h 536"/>
                <a:gd name="T2" fmla="*/ 545 w 585"/>
                <a:gd name="T3" fmla="*/ 0 h 536"/>
                <a:gd name="T4" fmla="*/ 560 w 585"/>
                <a:gd name="T5" fmla="*/ 2 h 536"/>
                <a:gd name="T6" fmla="*/ 574 w 585"/>
                <a:gd name="T7" fmla="*/ 12 h 536"/>
                <a:gd name="T8" fmla="*/ 583 w 585"/>
                <a:gd name="T9" fmla="*/ 25 h 536"/>
                <a:gd name="T10" fmla="*/ 585 w 585"/>
                <a:gd name="T11" fmla="*/ 40 h 536"/>
                <a:gd name="T12" fmla="*/ 583 w 585"/>
                <a:gd name="T13" fmla="*/ 56 h 536"/>
                <a:gd name="T14" fmla="*/ 574 w 585"/>
                <a:gd name="T15" fmla="*/ 70 h 536"/>
                <a:gd name="T16" fmla="*/ 560 w 585"/>
                <a:gd name="T17" fmla="*/ 79 h 536"/>
                <a:gd name="T18" fmla="*/ 545 w 585"/>
                <a:gd name="T19" fmla="*/ 82 h 536"/>
                <a:gd name="T20" fmla="*/ 342 w 585"/>
                <a:gd name="T21" fmla="*/ 82 h 536"/>
                <a:gd name="T22" fmla="*/ 342 w 585"/>
                <a:gd name="T23" fmla="*/ 536 h 536"/>
                <a:gd name="T24" fmla="*/ 244 w 585"/>
                <a:gd name="T25" fmla="*/ 536 h 536"/>
                <a:gd name="T26" fmla="*/ 244 w 585"/>
                <a:gd name="T27" fmla="*/ 82 h 536"/>
                <a:gd name="T28" fmla="*/ 42 w 585"/>
                <a:gd name="T29" fmla="*/ 82 h 536"/>
                <a:gd name="T30" fmla="*/ 26 w 585"/>
                <a:gd name="T31" fmla="*/ 79 h 536"/>
                <a:gd name="T32" fmla="*/ 12 w 585"/>
                <a:gd name="T33" fmla="*/ 70 h 536"/>
                <a:gd name="T34" fmla="*/ 4 w 585"/>
                <a:gd name="T35" fmla="*/ 56 h 536"/>
                <a:gd name="T36" fmla="*/ 0 w 585"/>
                <a:gd name="T37" fmla="*/ 40 h 536"/>
                <a:gd name="T38" fmla="*/ 4 w 585"/>
                <a:gd name="T39" fmla="*/ 25 h 536"/>
                <a:gd name="T40" fmla="*/ 12 w 585"/>
                <a:gd name="T41" fmla="*/ 12 h 536"/>
                <a:gd name="T42" fmla="*/ 26 w 585"/>
                <a:gd name="T43" fmla="*/ 2 h 536"/>
                <a:gd name="T44" fmla="*/ 42 w 585"/>
                <a:gd name="T45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585" h="536">
                  <a:moveTo>
                    <a:pt x="42" y="0"/>
                  </a:moveTo>
                  <a:lnTo>
                    <a:pt x="545" y="0"/>
                  </a:lnTo>
                  <a:lnTo>
                    <a:pt x="560" y="2"/>
                  </a:lnTo>
                  <a:lnTo>
                    <a:pt x="574" y="12"/>
                  </a:lnTo>
                  <a:lnTo>
                    <a:pt x="583" y="25"/>
                  </a:lnTo>
                  <a:lnTo>
                    <a:pt x="585" y="40"/>
                  </a:lnTo>
                  <a:lnTo>
                    <a:pt x="583" y="56"/>
                  </a:lnTo>
                  <a:lnTo>
                    <a:pt x="574" y="70"/>
                  </a:lnTo>
                  <a:lnTo>
                    <a:pt x="560" y="79"/>
                  </a:lnTo>
                  <a:lnTo>
                    <a:pt x="545" y="82"/>
                  </a:lnTo>
                  <a:lnTo>
                    <a:pt x="342" y="82"/>
                  </a:lnTo>
                  <a:lnTo>
                    <a:pt x="342" y="536"/>
                  </a:lnTo>
                  <a:lnTo>
                    <a:pt x="244" y="536"/>
                  </a:lnTo>
                  <a:lnTo>
                    <a:pt x="244" y="82"/>
                  </a:lnTo>
                  <a:lnTo>
                    <a:pt x="42" y="82"/>
                  </a:lnTo>
                  <a:lnTo>
                    <a:pt x="26" y="79"/>
                  </a:lnTo>
                  <a:lnTo>
                    <a:pt x="12" y="70"/>
                  </a:lnTo>
                  <a:lnTo>
                    <a:pt x="4" y="56"/>
                  </a:lnTo>
                  <a:lnTo>
                    <a:pt x="0" y="40"/>
                  </a:lnTo>
                  <a:lnTo>
                    <a:pt x="4" y="25"/>
                  </a:lnTo>
                  <a:lnTo>
                    <a:pt x="12" y="12"/>
                  </a:lnTo>
                  <a:lnTo>
                    <a:pt x="26" y="2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11"/>
            <p:cNvSpPr>
              <a:spLocks/>
            </p:cNvSpPr>
            <p:nvPr/>
          </p:nvSpPr>
          <p:spPr bwMode="auto">
            <a:xfrm>
              <a:off x="8122758" y="705011"/>
              <a:ext cx="154116" cy="148448"/>
            </a:xfrm>
            <a:custGeom>
              <a:avLst/>
              <a:gdLst>
                <a:gd name="T0" fmla="*/ 49 w 571"/>
                <a:gd name="T1" fmla="*/ 0 h 550"/>
                <a:gd name="T2" fmla="*/ 68 w 571"/>
                <a:gd name="T3" fmla="*/ 4 h 550"/>
                <a:gd name="T4" fmla="*/ 84 w 571"/>
                <a:gd name="T5" fmla="*/ 14 h 550"/>
                <a:gd name="T6" fmla="*/ 94 w 571"/>
                <a:gd name="T7" fmla="*/ 30 h 550"/>
                <a:gd name="T8" fmla="*/ 98 w 571"/>
                <a:gd name="T9" fmla="*/ 49 h 550"/>
                <a:gd name="T10" fmla="*/ 98 w 571"/>
                <a:gd name="T11" fmla="*/ 299 h 550"/>
                <a:gd name="T12" fmla="*/ 98 w 571"/>
                <a:gd name="T13" fmla="*/ 320 h 550"/>
                <a:gd name="T14" fmla="*/ 101 w 571"/>
                <a:gd name="T15" fmla="*/ 342 h 550"/>
                <a:gd name="T16" fmla="*/ 105 w 571"/>
                <a:gd name="T17" fmla="*/ 363 h 550"/>
                <a:gd name="T18" fmla="*/ 112 w 571"/>
                <a:gd name="T19" fmla="*/ 384 h 550"/>
                <a:gd name="T20" fmla="*/ 122 w 571"/>
                <a:gd name="T21" fmla="*/ 403 h 550"/>
                <a:gd name="T22" fmla="*/ 136 w 571"/>
                <a:gd name="T23" fmla="*/ 421 h 550"/>
                <a:gd name="T24" fmla="*/ 156 w 571"/>
                <a:gd name="T25" fmla="*/ 437 h 550"/>
                <a:gd name="T26" fmla="*/ 180 w 571"/>
                <a:gd name="T27" fmla="*/ 449 h 550"/>
                <a:gd name="T28" fmla="*/ 208 w 571"/>
                <a:gd name="T29" fmla="*/ 459 h 550"/>
                <a:gd name="T30" fmla="*/ 245 w 571"/>
                <a:gd name="T31" fmla="*/ 464 h 550"/>
                <a:gd name="T32" fmla="*/ 286 w 571"/>
                <a:gd name="T33" fmla="*/ 466 h 550"/>
                <a:gd name="T34" fmla="*/ 328 w 571"/>
                <a:gd name="T35" fmla="*/ 464 h 550"/>
                <a:gd name="T36" fmla="*/ 363 w 571"/>
                <a:gd name="T37" fmla="*/ 459 h 550"/>
                <a:gd name="T38" fmla="*/ 391 w 571"/>
                <a:gd name="T39" fmla="*/ 449 h 550"/>
                <a:gd name="T40" fmla="*/ 416 w 571"/>
                <a:gd name="T41" fmla="*/ 437 h 550"/>
                <a:gd name="T42" fmla="*/ 435 w 571"/>
                <a:gd name="T43" fmla="*/ 421 h 550"/>
                <a:gd name="T44" fmla="*/ 449 w 571"/>
                <a:gd name="T45" fmla="*/ 403 h 550"/>
                <a:gd name="T46" fmla="*/ 459 w 571"/>
                <a:gd name="T47" fmla="*/ 384 h 550"/>
                <a:gd name="T48" fmla="*/ 466 w 571"/>
                <a:gd name="T49" fmla="*/ 363 h 550"/>
                <a:gd name="T50" fmla="*/ 470 w 571"/>
                <a:gd name="T51" fmla="*/ 342 h 550"/>
                <a:gd name="T52" fmla="*/ 473 w 571"/>
                <a:gd name="T53" fmla="*/ 320 h 550"/>
                <a:gd name="T54" fmla="*/ 473 w 571"/>
                <a:gd name="T55" fmla="*/ 299 h 550"/>
                <a:gd name="T56" fmla="*/ 473 w 571"/>
                <a:gd name="T57" fmla="*/ 49 h 550"/>
                <a:gd name="T58" fmla="*/ 477 w 571"/>
                <a:gd name="T59" fmla="*/ 30 h 550"/>
                <a:gd name="T60" fmla="*/ 487 w 571"/>
                <a:gd name="T61" fmla="*/ 14 h 550"/>
                <a:gd name="T62" fmla="*/ 503 w 571"/>
                <a:gd name="T63" fmla="*/ 4 h 550"/>
                <a:gd name="T64" fmla="*/ 522 w 571"/>
                <a:gd name="T65" fmla="*/ 0 h 550"/>
                <a:gd name="T66" fmla="*/ 541 w 571"/>
                <a:gd name="T67" fmla="*/ 4 h 550"/>
                <a:gd name="T68" fmla="*/ 557 w 571"/>
                <a:gd name="T69" fmla="*/ 14 h 550"/>
                <a:gd name="T70" fmla="*/ 567 w 571"/>
                <a:gd name="T71" fmla="*/ 30 h 550"/>
                <a:gd name="T72" fmla="*/ 571 w 571"/>
                <a:gd name="T73" fmla="*/ 49 h 550"/>
                <a:gd name="T74" fmla="*/ 571 w 571"/>
                <a:gd name="T75" fmla="*/ 306 h 550"/>
                <a:gd name="T76" fmla="*/ 567 w 571"/>
                <a:gd name="T77" fmla="*/ 358 h 550"/>
                <a:gd name="T78" fmla="*/ 557 w 571"/>
                <a:gd name="T79" fmla="*/ 402 h 550"/>
                <a:gd name="T80" fmla="*/ 540 w 571"/>
                <a:gd name="T81" fmla="*/ 442 h 550"/>
                <a:gd name="T82" fmla="*/ 513 w 571"/>
                <a:gd name="T83" fmla="*/ 475 h 550"/>
                <a:gd name="T84" fmla="*/ 482 w 571"/>
                <a:gd name="T85" fmla="*/ 501 h 550"/>
                <a:gd name="T86" fmla="*/ 444 w 571"/>
                <a:gd name="T87" fmla="*/ 522 h 550"/>
                <a:gd name="T88" fmla="*/ 398 w 571"/>
                <a:gd name="T89" fmla="*/ 538 h 550"/>
                <a:gd name="T90" fmla="*/ 346 w 571"/>
                <a:gd name="T91" fmla="*/ 547 h 550"/>
                <a:gd name="T92" fmla="*/ 286 w 571"/>
                <a:gd name="T93" fmla="*/ 550 h 550"/>
                <a:gd name="T94" fmla="*/ 225 w 571"/>
                <a:gd name="T95" fmla="*/ 547 h 550"/>
                <a:gd name="T96" fmla="*/ 173 w 571"/>
                <a:gd name="T97" fmla="*/ 538 h 550"/>
                <a:gd name="T98" fmla="*/ 128 w 571"/>
                <a:gd name="T99" fmla="*/ 522 h 550"/>
                <a:gd name="T100" fmla="*/ 89 w 571"/>
                <a:gd name="T101" fmla="*/ 501 h 550"/>
                <a:gd name="T102" fmla="*/ 58 w 571"/>
                <a:gd name="T103" fmla="*/ 475 h 550"/>
                <a:gd name="T104" fmla="*/ 32 w 571"/>
                <a:gd name="T105" fmla="*/ 442 h 550"/>
                <a:gd name="T106" fmla="*/ 14 w 571"/>
                <a:gd name="T107" fmla="*/ 402 h 550"/>
                <a:gd name="T108" fmla="*/ 4 w 571"/>
                <a:gd name="T109" fmla="*/ 358 h 550"/>
                <a:gd name="T110" fmla="*/ 0 w 571"/>
                <a:gd name="T111" fmla="*/ 306 h 550"/>
                <a:gd name="T112" fmla="*/ 0 w 571"/>
                <a:gd name="T113" fmla="*/ 49 h 550"/>
                <a:gd name="T114" fmla="*/ 4 w 571"/>
                <a:gd name="T115" fmla="*/ 30 h 550"/>
                <a:gd name="T116" fmla="*/ 14 w 571"/>
                <a:gd name="T117" fmla="*/ 14 h 550"/>
                <a:gd name="T118" fmla="*/ 30 w 571"/>
                <a:gd name="T119" fmla="*/ 4 h 550"/>
                <a:gd name="T120" fmla="*/ 49 w 571"/>
                <a:gd name="T121" fmla="*/ 0 h 5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571" h="550">
                  <a:moveTo>
                    <a:pt x="49" y="0"/>
                  </a:moveTo>
                  <a:lnTo>
                    <a:pt x="68" y="4"/>
                  </a:lnTo>
                  <a:lnTo>
                    <a:pt x="84" y="14"/>
                  </a:lnTo>
                  <a:lnTo>
                    <a:pt x="94" y="30"/>
                  </a:lnTo>
                  <a:lnTo>
                    <a:pt x="98" y="49"/>
                  </a:lnTo>
                  <a:lnTo>
                    <a:pt x="98" y="299"/>
                  </a:lnTo>
                  <a:lnTo>
                    <a:pt x="98" y="320"/>
                  </a:lnTo>
                  <a:lnTo>
                    <a:pt x="101" y="342"/>
                  </a:lnTo>
                  <a:lnTo>
                    <a:pt x="105" y="363"/>
                  </a:lnTo>
                  <a:lnTo>
                    <a:pt x="112" y="384"/>
                  </a:lnTo>
                  <a:lnTo>
                    <a:pt x="122" y="403"/>
                  </a:lnTo>
                  <a:lnTo>
                    <a:pt x="136" y="421"/>
                  </a:lnTo>
                  <a:lnTo>
                    <a:pt x="156" y="437"/>
                  </a:lnTo>
                  <a:lnTo>
                    <a:pt x="180" y="449"/>
                  </a:lnTo>
                  <a:lnTo>
                    <a:pt x="208" y="459"/>
                  </a:lnTo>
                  <a:lnTo>
                    <a:pt x="245" y="464"/>
                  </a:lnTo>
                  <a:lnTo>
                    <a:pt x="286" y="466"/>
                  </a:lnTo>
                  <a:lnTo>
                    <a:pt x="328" y="464"/>
                  </a:lnTo>
                  <a:lnTo>
                    <a:pt x="363" y="459"/>
                  </a:lnTo>
                  <a:lnTo>
                    <a:pt x="391" y="449"/>
                  </a:lnTo>
                  <a:lnTo>
                    <a:pt x="416" y="437"/>
                  </a:lnTo>
                  <a:lnTo>
                    <a:pt x="435" y="421"/>
                  </a:lnTo>
                  <a:lnTo>
                    <a:pt x="449" y="403"/>
                  </a:lnTo>
                  <a:lnTo>
                    <a:pt x="459" y="384"/>
                  </a:lnTo>
                  <a:lnTo>
                    <a:pt x="466" y="363"/>
                  </a:lnTo>
                  <a:lnTo>
                    <a:pt x="470" y="342"/>
                  </a:lnTo>
                  <a:lnTo>
                    <a:pt x="473" y="320"/>
                  </a:lnTo>
                  <a:lnTo>
                    <a:pt x="473" y="299"/>
                  </a:lnTo>
                  <a:lnTo>
                    <a:pt x="473" y="49"/>
                  </a:lnTo>
                  <a:lnTo>
                    <a:pt x="477" y="30"/>
                  </a:lnTo>
                  <a:lnTo>
                    <a:pt x="487" y="14"/>
                  </a:lnTo>
                  <a:lnTo>
                    <a:pt x="503" y="4"/>
                  </a:lnTo>
                  <a:lnTo>
                    <a:pt x="522" y="0"/>
                  </a:lnTo>
                  <a:lnTo>
                    <a:pt x="541" y="4"/>
                  </a:lnTo>
                  <a:lnTo>
                    <a:pt x="557" y="14"/>
                  </a:lnTo>
                  <a:lnTo>
                    <a:pt x="567" y="30"/>
                  </a:lnTo>
                  <a:lnTo>
                    <a:pt x="571" y="49"/>
                  </a:lnTo>
                  <a:lnTo>
                    <a:pt x="571" y="306"/>
                  </a:lnTo>
                  <a:lnTo>
                    <a:pt x="567" y="358"/>
                  </a:lnTo>
                  <a:lnTo>
                    <a:pt x="557" y="402"/>
                  </a:lnTo>
                  <a:lnTo>
                    <a:pt x="540" y="442"/>
                  </a:lnTo>
                  <a:lnTo>
                    <a:pt x="513" y="475"/>
                  </a:lnTo>
                  <a:lnTo>
                    <a:pt x="482" y="501"/>
                  </a:lnTo>
                  <a:lnTo>
                    <a:pt x="444" y="522"/>
                  </a:lnTo>
                  <a:lnTo>
                    <a:pt x="398" y="538"/>
                  </a:lnTo>
                  <a:lnTo>
                    <a:pt x="346" y="547"/>
                  </a:lnTo>
                  <a:lnTo>
                    <a:pt x="286" y="550"/>
                  </a:lnTo>
                  <a:lnTo>
                    <a:pt x="225" y="547"/>
                  </a:lnTo>
                  <a:lnTo>
                    <a:pt x="173" y="538"/>
                  </a:lnTo>
                  <a:lnTo>
                    <a:pt x="128" y="522"/>
                  </a:lnTo>
                  <a:lnTo>
                    <a:pt x="89" y="501"/>
                  </a:lnTo>
                  <a:lnTo>
                    <a:pt x="58" y="475"/>
                  </a:lnTo>
                  <a:lnTo>
                    <a:pt x="32" y="442"/>
                  </a:lnTo>
                  <a:lnTo>
                    <a:pt x="14" y="402"/>
                  </a:lnTo>
                  <a:lnTo>
                    <a:pt x="4" y="358"/>
                  </a:lnTo>
                  <a:lnTo>
                    <a:pt x="0" y="306"/>
                  </a:lnTo>
                  <a:lnTo>
                    <a:pt x="0" y="49"/>
                  </a:lnTo>
                  <a:lnTo>
                    <a:pt x="4" y="30"/>
                  </a:lnTo>
                  <a:lnTo>
                    <a:pt x="14" y="14"/>
                  </a:lnTo>
                  <a:lnTo>
                    <a:pt x="30" y="4"/>
                  </a:lnTo>
                  <a:lnTo>
                    <a:pt x="49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12"/>
            <p:cNvSpPr>
              <a:spLocks noEditPoints="1"/>
            </p:cNvSpPr>
            <p:nvPr/>
          </p:nvSpPr>
          <p:spPr bwMode="auto">
            <a:xfrm>
              <a:off x="8321678" y="705011"/>
              <a:ext cx="148448" cy="144669"/>
            </a:xfrm>
            <a:custGeom>
              <a:avLst/>
              <a:gdLst>
                <a:gd name="T0" fmla="*/ 96 w 550"/>
                <a:gd name="T1" fmla="*/ 79 h 536"/>
                <a:gd name="T2" fmla="*/ 96 w 550"/>
                <a:gd name="T3" fmla="*/ 241 h 536"/>
                <a:gd name="T4" fmla="*/ 307 w 550"/>
                <a:gd name="T5" fmla="*/ 241 h 536"/>
                <a:gd name="T6" fmla="*/ 342 w 550"/>
                <a:gd name="T7" fmla="*/ 241 h 536"/>
                <a:gd name="T8" fmla="*/ 372 w 550"/>
                <a:gd name="T9" fmla="*/ 238 h 536"/>
                <a:gd name="T10" fmla="*/ 398 w 550"/>
                <a:gd name="T11" fmla="*/ 231 h 536"/>
                <a:gd name="T12" fmla="*/ 417 w 550"/>
                <a:gd name="T13" fmla="*/ 222 h 536"/>
                <a:gd name="T14" fmla="*/ 431 w 550"/>
                <a:gd name="T15" fmla="*/ 206 h 536"/>
                <a:gd name="T16" fmla="*/ 440 w 550"/>
                <a:gd name="T17" fmla="*/ 187 h 536"/>
                <a:gd name="T18" fmla="*/ 443 w 550"/>
                <a:gd name="T19" fmla="*/ 161 h 536"/>
                <a:gd name="T20" fmla="*/ 440 w 550"/>
                <a:gd name="T21" fmla="*/ 135 h 536"/>
                <a:gd name="T22" fmla="*/ 431 w 550"/>
                <a:gd name="T23" fmla="*/ 114 h 536"/>
                <a:gd name="T24" fmla="*/ 417 w 550"/>
                <a:gd name="T25" fmla="*/ 100 h 536"/>
                <a:gd name="T26" fmla="*/ 398 w 550"/>
                <a:gd name="T27" fmla="*/ 89 h 536"/>
                <a:gd name="T28" fmla="*/ 372 w 550"/>
                <a:gd name="T29" fmla="*/ 84 h 536"/>
                <a:gd name="T30" fmla="*/ 342 w 550"/>
                <a:gd name="T31" fmla="*/ 80 h 536"/>
                <a:gd name="T32" fmla="*/ 307 w 550"/>
                <a:gd name="T33" fmla="*/ 79 h 536"/>
                <a:gd name="T34" fmla="*/ 96 w 550"/>
                <a:gd name="T35" fmla="*/ 79 h 536"/>
                <a:gd name="T36" fmla="*/ 0 w 550"/>
                <a:gd name="T37" fmla="*/ 0 h 536"/>
                <a:gd name="T38" fmla="*/ 323 w 550"/>
                <a:gd name="T39" fmla="*/ 0 h 536"/>
                <a:gd name="T40" fmla="*/ 377 w 550"/>
                <a:gd name="T41" fmla="*/ 2 h 536"/>
                <a:gd name="T42" fmla="*/ 422 w 550"/>
                <a:gd name="T43" fmla="*/ 9 h 536"/>
                <a:gd name="T44" fmla="*/ 459 w 550"/>
                <a:gd name="T45" fmla="*/ 19 h 536"/>
                <a:gd name="T46" fmla="*/ 489 w 550"/>
                <a:gd name="T47" fmla="*/ 37 h 536"/>
                <a:gd name="T48" fmla="*/ 511 w 550"/>
                <a:gd name="T49" fmla="*/ 58 h 536"/>
                <a:gd name="T50" fmla="*/ 527 w 550"/>
                <a:gd name="T51" fmla="*/ 86 h 536"/>
                <a:gd name="T52" fmla="*/ 537 w 550"/>
                <a:gd name="T53" fmla="*/ 119 h 536"/>
                <a:gd name="T54" fmla="*/ 539 w 550"/>
                <a:gd name="T55" fmla="*/ 157 h 536"/>
                <a:gd name="T56" fmla="*/ 537 w 550"/>
                <a:gd name="T57" fmla="*/ 194 h 536"/>
                <a:gd name="T58" fmla="*/ 527 w 550"/>
                <a:gd name="T59" fmla="*/ 225 h 536"/>
                <a:gd name="T60" fmla="*/ 513 w 550"/>
                <a:gd name="T61" fmla="*/ 252 h 536"/>
                <a:gd name="T62" fmla="*/ 494 w 550"/>
                <a:gd name="T63" fmla="*/ 272 h 536"/>
                <a:gd name="T64" fmla="*/ 471 w 550"/>
                <a:gd name="T65" fmla="*/ 290 h 536"/>
                <a:gd name="T66" fmla="*/ 447 w 550"/>
                <a:gd name="T67" fmla="*/ 302 h 536"/>
                <a:gd name="T68" fmla="*/ 419 w 550"/>
                <a:gd name="T69" fmla="*/ 311 h 536"/>
                <a:gd name="T70" fmla="*/ 393 w 550"/>
                <a:gd name="T71" fmla="*/ 314 h 536"/>
                <a:gd name="T72" fmla="*/ 384 w 550"/>
                <a:gd name="T73" fmla="*/ 314 h 536"/>
                <a:gd name="T74" fmla="*/ 550 w 550"/>
                <a:gd name="T75" fmla="*/ 536 h 536"/>
                <a:gd name="T76" fmla="*/ 431 w 550"/>
                <a:gd name="T77" fmla="*/ 536 h 536"/>
                <a:gd name="T78" fmla="*/ 274 w 550"/>
                <a:gd name="T79" fmla="*/ 323 h 536"/>
                <a:gd name="T80" fmla="*/ 272 w 550"/>
                <a:gd name="T81" fmla="*/ 321 h 536"/>
                <a:gd name="T82" fmla="*/ 96 w 550"/>
                <a:gd name="T83" fmla="*/ 321 h 536"/>
                <a:gd name="T84" fmla="*/ 96 w 550"/>
                <a:gd name="T85" fmla="*/ 536 h 536"/>
                <a:gd name="T86" fmla="*/ 0 w 550"/>
                <a:gd name="T87" fmla="*/ 536 h 536"/>
                <a:gd name="T88" fmla="*/ 0 w 550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0" h="536">
                  <a:moveTo>
                    <a:pt x="96" y="79"/>
                  </a:moveTo>
                  <a:lnTo>
                    <a:pt x="96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2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2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6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59" y="19"/>
                  </a:lnTo>
                  <a:lnTo>
                    <a:pt x="489" y="37"/>
                  </a:lnTo>
                  <a:lnTo>
                    <a:pt x="511" y="58"/>
                  </a:lnTo>
                  <a:lnTo>
                    <a:pt x="527" y="86"/>
                  </a:lnTo>
                  <a:lnTo>
                    <a:pt x="537" y="119"/>
                  </a:lnTo>
                  <a:lnTo>
                    <a:pt x="539" y="157"/>
                  </a:lnTo>
                  <a:lnTo>
                    <a:pt x="537" y="194"/>
                  </a:lnTo>
                  <a:lnTo>
                    <a:pt x="527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1" y="290"/>
                  </a:lnTo>
                  <a:lnTo>
                    <a:pt x="447" y="302"/>
                  </a:lnTo>
                  <a:lnTo>
                    <a:pt x="419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0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2" y="321"/>
                  </a:lnTo>
                  <a:lnTo>
                    <a:pt x="96" y="321"/>
                  </a:lnTo>
                  <a:lnTo>
                    <a:pt x="9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3"/>
            <p:cNvSpPr>
              <a:spLocks/>
            </p:cNvSpPr>
            <p:nvPr/>
          </p:nvSpPr>
          <p:spPr bwMode="auto">
            <a:xfrm>
              <a:off x="8507374" y="705011"/>
              <a:ext cx="131714" cy="144669"/>
            </a:xfrm>
            <a:custGeom>
              <a:avLst/>
              <a:gdLst>
                <a:gd name="T0" fmla="*/ 0 w 488"/>
                <a:gd name="T1" fmla="*/ 0 h 536"/>
                <a:gd name="T2" fmla="*/ 438 w 488"/>
                <a:gd name="T3" fmla="*/ 0 h 536"/>
                <a:gd name="T4" fmla="*/ 453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3 w 488"/>
                <a:gd name="T17" fmla="*/ 79 h 536"/>
                <a:gd name="T18" fmla="*/ 438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33 w 488"/>
                <a:gd name="T25" fmla="*/ 218 h 536"/>
                <a:gd name="T26" fmla="*/ 349 w 488"/>
                <a:gd name="T27" fmla="*/ 222 h 536"/>
                <a:gd name="T28" fmla="*/ 361 w 488"/>
                <a:gd name="T29" fmla="*/ 231 h 536"/>
                <a:gd name="T30" fmla="*/ 370 w 488"/>
                <a:gd name="T31" fmla="*/ 243 h 536"/>
                <a:gd name="T32" fmla="*/ 373 w 488"/>
                <a:gd name="T33" fmla="*/ 259 h 536"/>
                <a:gd name="T34" fmla="*/ 370 w 488"/>
                <a:gd name="T35" fmla="*/ 276 h 536"/>
                <a:gd name="T36" fmla="*/ 361 w 488"/>
                <a:gd name="T37" fmla="*/ 288 h 536"/>
                <a:gd name="T38" fmla="*/ 349 w 488"/>
                <a:gd name="T39" fmla="*/ 297 h 536"/>
                <a:gd name="T40" fmla="*/ 333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6 w 488"/>
                <a:gd name="T47" fmla="*/ 454 h 536"/>
                <a:gd name="T48" fmla="*/ 464 w 488"/>
                <a:gd name="T49" fmla="*/ 457 h 536"/>
                <a:gd name="T50" fmla="*/ 476 w 488"/>
                <a:gd name="T51" fmla="*/ 466 h 536"/>
                <a:gd name="T52" fmla="*/ 485 w 488"/>
                <a:gd name="T53" fmla="*/ 478 h 536"/>
                <a:gd name="T54" fmla="*/ 488 w 488"/>
                <a:gd name="T55" fmla="*/ 494 h 536"/>
                <a:gd name="T56" fmla="*/ 485 w 488"/>
                <a:gd name="T57" fmla="*/ 512 h 536"/>
                <a:gd name="T58" fmla="*/ 476 w 488"/>
                <a:gd name="T59" fmla="*/ 524 h 536"/>
                <a:gd name="T60" fmla="*/ 464 w 488"/>
                <a:gd name="T61" fmla="*/ 533 h 536"/>
                <a:gd name="T62" fmla="*/ 446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38" y="0"/>
                  </a:lnTo>
                  <a:lnTo>
                    <a:pt x="453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3" y="79"/>
                  </a:lnTo>
                  <a:lnTo>
                    <a:pt x="438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33" y="218"/>
                  </a:lnTo>
                  <a:lnTo>
                    <a:pt x="349" y="222"/>
                  </a:lnTo>
                  <a:lnTo>
                    <a:pt x="361" y="231"/>
                  </a:lnTo>
                  <a:lnTo>
                    <a:pt x="370" y="243"/>
                  </a:lnTo>
                  <a:lnTo>
                    <a:pt x="373" y="259"/>
                  </a:lnTo>
                  <a:lnTo>
                    <a:pt x="370" y="276"/>
                  </a:lnTo>
                  <a:lnTo>
                    <a:pt x="361" y="288"/>
                  </a:lnTo>
                  <a:lnTo>
                    <a:pt x="349" y="297"/>
                  </a:lnTo>
                  <a:lnTo>
                    <a:pt x="333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6" y="454"/>
                  </a:lnTo>
                  <a:lnTo>
                    <a:pt x="464" y="457"/>
                  </a:lnTo>
                  <a:lnTo>
                    <a:pt x="476" y="466"/>
                  </a:lnTo>
                  <a:lnTo>
                    <a:pt x="485" y="478"/>
                  </a:lnTo>
                  <a:lnTo>
                    <a:pt x="488" y="494"/>
                  </a:lnTo>
                  <a:lnTo>
                    <a:pt x="485" y="512"/>
                  </a:lnTo>
                  <a:lnTo>
                    <a:pt x="476" y="524"/>
                  </a:lnTo>
                  <a:lnTo>
                    <a:pt x="464" y="533"/>
                  </a:lnTo>
                  <a:lnTo>
                    <a:pt x="44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14"/>
            <p:cNvSpPr>
              <a:spLocks/>
            </p:cNvSpPr>
            <p:nvPr/>
          </p:nvSpPr>
          <p:spPr bwMode="auto">
            <a:xfrm>
              <a:off x="7785916" y="618911"/>
              <a:ext cx="25911" cy="24831"/>
            </a:xfrm>
            <a:custGeom>
              <a:avLst/>
              <a:gdLst>
                <a:gd name="T0" fmla="*/ 51 w 96"/>
                <a:gd name="T1" fmla="*/ 0 h 92"/>
                <a:gd name="T2" fmla="*/ 53 w 96"/>
                <a:gd name="T3" fmla="*/ 0 h 92"/>
                <a:gd name="T4" fmla="*/ 70 w 96"/>
                <a:gd name="T5" fmla="*/ 5 h 92"/>
                <a:gd name="T6" fmla="*/ 84 w 96"/>
                <a:gd name="T7" fmla="*/ 15 h 92"/>
                <a:gd name="T8" fmla="*/ 93 w 96"/>
                <a:gd name="T9" fmla="*/ 31 h 92"/>
                <a:gd name="T10" fmla="*/ 96 w 96"/>
                <a:gd name="T11" fmla="*/ 49 h 92"/>
                <a:gd name="T12" fmla="*/ 91 w 96"/>
                <a:gd name="T13" fmla="*/ 66 h 92"/>
                <a:gd name="T14" fmla="*/ 81 w 96"/>
                <a:gd name="T15" fmla="*/ 80 h 92"/>
                <a:gd name="T16" fmla="*/ 65 w 96"/>
                <a:gd name="T17" fmla="*/ 91 h 92"/>
                <a:gd name="T18" fmla="*/ 47 w 96"/>
                <a:gd name="T19" fmla="*/ 92 h 92"/>
                <a:gd name="T20" fmla="*/ 44 w 96"/>
                <a:gd name="T21" fmla="*/ 92 h 92"/>
                <a:gd name="T22" fmla="*/ 26 w 96"/>
                <a:gd name="T23" fmla="*/ 87 h 92"/>
                <a:gd name="T24" fmla="*/ 12 w 96"/>
                <a:gd name="T25" fmla="*/ 77 h 92"/>
                <a:gd name="T26" fmla="*/ 4 w 96"/>
                <a:gd name="T27" fmla="*/ 61 h 92"/>
                <a:gd name="T28" fmla="*/ 0 w 96"/>
                <a:gd name="T29" fmla="*/ 43 h 92"/>
                <a:gd name="T30" fmla="*/ 5 w 96"/>
                <a:gd name="T31" fmla="*/ 26 h 92"/>
                <a:gd name="T32" fmla="*/ 16 w 96"/>
                <a:gd name="T33" fmla="*/ 12 h 92"/>
                <a:gd name="T34" fmla="*/ 32 w 96"/>
                <a:gd name="T35" fmla="*/ 2 h 92"/>
                <a:gd name="T36" fmla="*/ 51 w 96"/>
                <a:gd name="T37" fmla="*/ 0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96" h="92">
                  <a:moveTo>
                    <a:pt x="51" y="0"/>
                  </a:moveTo>
                  <a:lnTo>
                    <a:pt x="53" y="0"/>
                  </a:lnTo>
                  <a:lnTo>
                    <a:pt x="70" y="5"/>
                  </a:lnTo>
                  <a:lnTo>
                    <a:pt x="84" y="15"/>
                  </a:lnTo>
                  <a:lnTo>
                    <a:pt x="93" y="31"/>
                  </a:lnTo>
                  <a:lnTo>
                    <a:pt x="96" y="49"/>
                  </a:lnTo>
                  <a:lnTo>
                    <a:pt x="91" y="66"/>
                  </a:lnTo>
                  <a:lnTo>
                    <a:pt x="81" y="80"/>
                  </a:lnTo>
                  <a:lnTo>
                    <a:pt x="65" y="91"/>
                  </a:lnTo>
                  <a:lnTo>
                    <a:pt x="47" y="92"/>
                  </a:lnTo>
                  <a:lnTo>
                    <a:pt x="44" y="92"/>
                  </a:lnTo>
                  <a:lnTo>
                    <a:pt x="26" y="87"/>
                  </a:lnTo>
                  <a:lnTo>
                    <a:pt x="12" y="77"/>
                  </a:lnTo>
                  <a:lnTo>
                    <a:pt x="4" y="61"/>
                  </a:lnTo>
                  <a:lnTo>
                    <a:pt x="0" y="43"/>
                  </a:lnTo>
                  <a:lnTo>
                    <a:pt x="5" y="26"/>
                  </a:lnTo>
                  <a:lnTo>
                    <a:pt x="16" y="12"/>
                  </a:lnTo>
                  <a:lnTo>
                    <a:pt x="32" y="2"/>
                  </a:lnTo>
                  <a:lnTo>
                    <a:pt x="51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5"/>
            <p:cNvSpPr>
              <a:spLocks/>
            </p:cNvSpPr>
            <p:nvPr/>
          </p:nvSpPr>
          <p:spPr bwMode="auto">
            <a:xfrm>
              <a:off x="7868507" y="539289"/>
              <a:ext cx="37247" cy="44804"/>
            </a:xfrm>
            <a:custGeom>
              <a:avLst/>
              <a:gdLst>
                <a:gd name="T0" fmla="*/ 40 w 138"/>
                <a:gd name="T1" fmla="*/ 0 h 166"/>
                <a:gd name="T2" fmla="*/ 57 w 138"/>
                <a:gd name="T3" fmla="*/ 2 h 166"/>
                <a:gd name="T4" fmla="*/ 73 w 138"/>
                <a:gd name="T5" fmla="*/ 9 h 166"/>
                <a:gd name="T6" fmla="*/ 85 w 138"/>
                <a:gd name="T7" fmla="*/ 22 h 166"/>
                <a:gd name="T8" fmla="*/ 132 w 138"/>
                <a:gd name="T9" fmla="*/ 96 h 166"/>
                <a:gd name="T10" fmla="*/ 138 w 138"/>
                <a:gd name="T11" fmla="*/ 113 h 166"/>
                <a:gd name="T12" fmla="*/ 138 w 138"/>
                <a:gd name="T13" fmla="*/ 131 h 166"/>
                <a:gd name="T14" fmla="*/ 129 w 138"/>
                <a:gd name="T15" fmla="*/ 146 h 166"/>
                <a:gd name="T16" fmla="*/ 115 w 138"/>
                <a:gd name="T17" fmla="*/ 159 h 166"/>
                <a:gd name="T18" fmla="*/ 99 w 138"/>
                <a:gd name="T19" fmla="*/ 166 h 166"/>
                <a:gd name="T20" fmla="*/ 80 w 138"/>
                <a:gd name="T21" fmla="*/ 164 h 166"/>
                <a:gd name="T22" fmla="*/ 64 w 138"/>
                <a:gd name="T23" fmla="*/ 157 h 166"/>
                <a:gd name="T24" fmla="*/ 52 w 138"/>
                <a:gd name="T25" fmla="*/ 143 h 166"/>
                <a:gd name="T26" fmla="*/ 5 w 138"/>
                <a:gd name="T27" fmla="*/ 70 h 166"/>
                <a:gd name="T28" fmla="*/ 0 w 138"/>
                <a:gd name="T29" fmla="*/ 52 h 166"/>
                <a:gd name="T30" fmla="*/ 0 w 138"/>
                <a:gd name="T31" fmla="*/ 35 h 166"/>
                <a:gd name="T32" fmla="*/ 8 w 138"/>
                <a:gd name="T33" fmla="*/ 17 h 166"/>
                <a:gd name="T34" fmla="*/ 22 w 138"/>
                <a:gd name="T35" fmla="*/ 7 h 166"/>
                <a:gd name="T36" fmla="*/ 40 w 138"/>
                <a:gd name="T37" fmla="*/ 0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38" h="166">
                  <a:moveTo>
                    <a:pt x="40" y="0"/>
                  </a:moveTo>
                  <a:lnTo>
                    <a:pt x="57" y="2"/>
                  </a:lnTo>
                  <a:lnTo>
                    <a:pt x="73" y="9"/>
                  </a:lnTo>
                  <a:lnTo>
                    <a:pt x="85" y="22"/>
                  </a:lnTo>
                  <a:lnTo>
                    <a:pt x="132" y="96"/>
                  </a:lnTo>
                  <a:lnTo>
                    <a:pt x="138" y="113"/>
                  </a:lnTo>
                  <a:lnTo>
                    <a:pt x="138" y="131"/>
                  </a:lnTo>
                  <a:lnTo>
                    <a:pt x="129" y="146"/>
                  </a:lnTo>
                  <a:lnTo>
                    <a:pt x="115" y="159"/>
                  </a:lnTo>
                  <a:lnTo>
                    <a:pt x="99" y="166"/>
                  </a:lnTo>
                  <a:lnTo>
                    <a:pt x="80" y="164"/>
                  </a:lnTo>
                  <a:lnTo>
                    <a:pt x="64" y="157"/>
                  </a:lnTo>
                  <a:lnTo>
                    <a:pt x="52" y="143"/>
                  </a:lnTo>
                  <a:lnTo>
                    <a:pt x="5" y="70"/>
                  </a:lnTo>
                  <a:lnTo>
                    <a:pt x="0" y="52"/>
                  </a:lnTo>
                  <a:lnTo>
                    <a:pt x="0" y="35"/>
                  </a:lnTo>
                  <a:lnTo>
                    <a:pt x="8" y="17"/>
                  </a:lnTo>
                  <a:lnTo>
                    <a:pt x="22" y="7"/>
                  </a:lnTo>
                  <a:lnTo>
                    <a:pt x="40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16"/>
            <p:cNvSpPr>
              <a:spLocks/>
            </p:cNvSpPr>
            <p:nvPr/>
          </p:nvSpPr>
          <p:spPr bwMode="auto">
            <a:xfrm>
              <a:off x="7965403" y="477481"/>
              <a:ext cx="37787" cy="69366"/>
            </a:xfrm>
            <a:custGeom>
              <a:avLst/>
              <a:gdLst>
                <a:gd name="T0" fmla="*/ 53 w 140"/>
                <a:gd name="T1" fmla="*/ 0 h 257"/>
                <a:gd name="T2" fmla="*/ 68 w 140"/>
                <a:gd name="T3" fmla="*/ 7 h 257"/>
                <a:gd name="T4" fmla="*/ 82 w 140"/>
                <a:gd name="T5" fmla="*/ 19 h 257"/>
                <a:gd name="T6" fmla="*/ 89 w 140"/>
                <a:gd name="T7" fmla="*/ 35 h 257"/>
                <a:gd name="T8" fmla="*/ 140 w 140"/>
                <a:gd name="T9" fmla="*/ 199 h 257"/>
                <a:gd name="T10" fmla="*/ 140 w 140"/>
                <a:gd name="T11" fmla="*/ 218 h 257"/>
                <a:gd name="T12" fmla="*/ 135 w 140"/>
                <a:gd name="T13" fmla="*/ 234 h 257"/>
                <a:gd name="T14" fmla="*/ 122 w 140"/>
                <a:gd name="T15" fmla="*/ 248 h 257"/>
                <a:gd name="T16" fmla="*/ 105 w 140"/>
                <a:gd name="T17" fmla="*/ 255 h 257"/>
                <a:gd name="T18" fmla="*/ 88 w 140"/>
                <a:gd name="T19" fmla="*/ 257 h 257"/>
                <a:gd name="T20" fmla="*/ 70 w 140"/>
                <a:gd name="T21" fmla="*/ 250 h 257"/>
                <a:gd name="T22" fmla="*/ 58 w 140"/>
                <a:gd name="T23" fmla="*/ 239 h 257"/>
                <a:gd name="T24" fmla="*/ 49 w 140"/>
                <a:gd name="T25" fmla="*/ 222 h 257"/>
                <a:gd name="T26" fmla="*/ 0 w 140"/>
                <a:gd name="T27" fmla="*/ 58 h 257"/>
                <a:gd name="T28" fmla="*/ 0 w 140"/>
                <a:gd name="T29" fmla="*/ 40 h 257"/>
                <a:gd name="T30" fmla="*/ 5 w 140"/>
                <a:gd name="T31" fmla="*/ 23 h 257"/>
                <a:gd name="T32" fmla="*/ 18 w 140"/>
                <a:gd name="T33" fmla="*/ 11 h 257"/>
                <a:gd name="T34" fmla="*/ 33 w 140"/>
                <a:gd name="T35" fmla="*/ 2 h 257"/>
                <a:gd name="T36" fmla="*/ 53 w 140"/>
                <a:gd name="T37" fmla="*/ 0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40" h="257">
                  <a:moveTo>
                    <a:pt x="53" y="0"/>
                  </a:moveTo>
                  <a:lnTo>
                    <a:pt x="68" y="7"/>
                  </a:lnTo>
                  <a:lnTo>
                    <a:pt x="82" y="19"/>
                  </a:lnTo>
                  <a:lnTo>
                    <a:pt x="89" y="35"/>
                  </a:lnTo>
                  <a:lnTo>
                    <a:pt x="140" y="199"/>
                  </a:lnTo>
                  <a:lnTo>
                    <a:pt x="140" y="218"/>
                  </a:lnTo>
                  <a:lnTo>
                    <a:pt x="135" y="234"/>
                  </a:lnTo>
                  <a:lnTo>
                    <a:pt x="122" y="248"/>
                  </a:lnTo>
                  <a:lnTo>
                    <a:pt x="105" y="255"/>
                  </a:lnTo>
                  <a:lnTo>
                    <a:pt x="88" y="257"/>
                  </a:lnTo>
                  <a:lnTo>
                    <a:pt x="70" y="250"/>
                  </a:lnTo>
                  <a:lnTo>
                    <a:pt x="58" y="239"/>
                  </a:lnTo>
                  <a:lnTo>
                    <a:pt x="49" y="222"/>
                  </a:lnTo>
                  <a:lnTo>
                    <a:pt x="0" y="58"/>
                  </a:lnTo>
                  <a:lnTo>
                    <a:pt x="0" y="40"/>
                  </a:lnTo>
                  <a:lnTo>
                    <a:pt x="5" y="23"/>
                  </a:lnTo>
                  <a:lnTo>
                    <a:pt x="18" y="11"/>
                  </a:lnTo>
                  <a:lnTo>
                    <a:pt x="33" y="2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9" name="Freeform 17"/>
            <p:cNvSpPr>
              <a:spLocks/>
            </p:cNvSpPr>
            <p:nvPr/>
          </p:nvSpPr>
          <p:spPr bwMode="auto">
            <a:xfrm>
              <a:off x="8070936" y="427548"/>
              <a:ext cx="32119" cy="95546"/>
            </a:xfrm>
            <a:custGeom>
              <a:avLst/>
              <a:gdLst>
                <a:gd name="T0" fmla="*/ 44 w 119"/>
                <a:gd name="T1" fmla="*/ 0 h 354"/>
                <a:gd name="T2" fmla="*/ 63 w 119"/>
                <a:gd name="T3" fmla="*/ 4 h 354"/>
                <a:gd name="T4" fmla="*/ 77 w 119"/>
                <a:gd name="T5" fmla="*/ 12 h 354"/>
                <a:gd name="T6" fmla="*/ 87 w 119"/>
                <a:gd name="T7" fmla="*/ 26 h 354"/>
                <a:gd name="T8" fmla="*/ 93 w 119"/>
                <a:gd name="T9" fmla="*/ 44 h 354"/>
                <a:gd name="T10" fmla="*/ 119 w 119"/>
                <a:gd name="T11" fmla="*/ 306 h 354"/>
                <a:gd name="T12" fmla="*/ 115 w 119"/>
                <a:gd name="T13" fmla="*/ 323 h 354"/>
                <a:gd name="T14" fmla="*/ 107 w 119"/>
                <a:gd name="T15" fmla="*/ 339 h 354"/>
                <a:gd name="T16" fmla="*/ 93 w 119"/>
                <a:gd name="T17" fmla="*/ 349 h 354"/>
                <a:gd name="T18" fmla="*/ 75 w 119"/>
                <a:gd name="T19" fmla="*/ 354 h 354"/>
                <a:gd name="T20" fmla="*/ 58 w 119"/>
                <a:gd name="T21" fmla="*/ 351 h 354"/>
                <a:gd name="T22" fmla="*/ 42 w 119"/>
                <a:gd name="T23" fmla="*/ 342 h 354"/>
                <a:gd name="T24" fmla="*/ 32 w 119"/>
                <a:gd name="T25" fmla="*/ 328 h 354"/>
                <a:gd name="T26" fmla="*/ 26 w 119"/>
                <a:gd name="T27" fmla="*/ 311 h 354"/>
                <a:gd name="T28" fmla="*/ 0 w 119"/>
                <a:gd name="T29" fmla="*/ 49 h 354"/>
                <a:gd name="T30" fmla="*/ 4 w 119"/>
                <a:gd name="T31" fmla="*/ 32 h 354"/>
                <a:gd name="T32" fmla="*/ 12 w 119"/>
                <a:gd name="T33" fmla="*/ 16 h 354"/>
                <a:gd name="T34" fmla="*/ 26 w 119"/>
                <a:gd name="T35" fmla="*/ 5 h 354"/>
                <a:gd name="T36" fmla="*/ 44 w 119"/>
                <a:gd name="T37" fmla="*/ 0 h 3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9" h="354">
                  <a:moveTo>
                    <a:pt x="44" y="0"/>
                  </a:moveTo>
                  <a:lnTo>
                    <a:pt x="63" y="4"/>
                  </a:lnTo>
                  <a:lnTo>
                    <a:pt x="77" y="12"/>
                  </a:lnTo>
                  <a:lnTo>
                    <a:pt x="87" y="26"/>
                  </a:lnTo>
                  <a:lnTo>
                    <a:pt x="93" y="44"/>
                  </a:lnTo>
                  <a:lnTo>
                    <a:pt x="119" y="306"/>
                  </a:lnTo>
                  <a:lnTo>
                    <a:pt x="115" y="323"/>
                  </a:lnTo>
                  <a:lnTo>
                    <a:pt x="107" y="339"/>
                  </a:lnTo>
                  <a:lnTo>
                    <a:pt x="93" y="349"/>
                  </a:lnTo>
                  <a:lnTo>
                    <a:pt x="75" y="354"/>
                  </a:lnTo>
                  <a:lnTo>
                    <a:pt x="58" y="351"/>
                  </a:lnTo>
                  <a:lnTo>
                    <a:pt x="42" y="342"/>
                  </a:lnTo>
                  <a:lnTo>
                    <a:pt x="32" y="328"/>
                  </a:lnTo>
                  <a:lnTo>
                    <a:pt x="26" y="311"/>
                  </a:lnTo>
                  <a:lnTo>
                    <a:pt x="0" y="49"/>
                  </a:lnTo>
                  <a:lnTo>
                    <a:pt x="4" y="32"/>
                  </a:lnTo>
                  <a:lnTo>
                    <a:pt x="12" y="16"/>
                  </a:lnTo>
                  <a:lnTo>
                    <a:pt x="26" y="5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0" name="Freeform 18"/>
            <p:cNvSpPr>
              <a:spLocks/>
            </p:cNvSpPr>
            <p:nvPr/>
          </p:nvSpPr>
          <p:spPr bwMode="auto">
            <a:xfrm>
              <a:off x="8178358" y="392731"/>
              <a:ext cx="29690" cy="119568"/>
            </a:xfrm>
            <a:custGeom>
              <a:avLst/>
              <a:gdLst>
                <a:gd name="T0" fmla="*/ 68 w 110"/>
                <a:gd name="T1" fmla="*/ 0 h 443"/>
                <a:gd name="T2" fmla="*/ 86 w 110"/>
                <a:gd name="T3" fmla="*/ 5 h 443"/>
                <a:gd name="T4" fmla="*/ 100 w 110"/>
                <a:gd name="T5" fmla="*/ 16 h 443"/>
                <a:gd name="T6" fmla="*/ 107 w 110"/>
                <a:gd name="T7" fmla="*/ 31 h 443"/>
                <a:gd name="T8" fmla="*/ 110 w 110"/>
                <a:gd name="T9" fmla="*/ 51 h 443"/>
                <a:gd name="T10" fmla="*/ 93 w 110"/>
                <a:gd name="T11" fmla="*/ 401 h 443"/>
                <a:gd name="T12" fmla="*/ 87 w 110"/>
                <a:gd name="T13" fmla="*/ 419 h 443"/>
                <a:gd name="T14" fmla="*/ 75 w 110"/>
                <a:gd name="T15" fmla="*/ 433 h 443"/>
                <a:gd name="T16" fmla="*/ 61 w 110"/>
                <a:gd name="T17" fmla="*/ 442 h 443"/>
                <a:gd name="T18" fmla="*/ 42 w 110"/>
                <a:gd name="T19" fmla="*/ 443 h 443"/>
                <a:gd name="T20" fmla="*/ 25 w 110"/>
                <a:gd name="T21" fmla="*/ 438 h 443"/>
                <a:gd name="T22" fmla="*/ 11 w 110"/>
                <a:gd name="T23" fmla="*/ 426 h 443"/>
                <a:gd name="T24" fmla="*/ 2 w 110"/>
                <a:gd name="T25" fmla="*/ 412 h 443"/>
                <a:gd name="T26" fmla="*/ 0 w 110"/>
                <a:gd name="T27" fmla="*/ 393 h 443"/>
                <a:gd name="T28" fmla="*/ 18 w 110"/>
                <a:gd name="T29" fmla="*/ 42 h 443"/>
                <a:gd name="T30" fmla="*/ 23 w 110"/>
                <a:gd name="T31" fmla="*/ 24 h 443"/>
                <a:gd name="T32" fmla="*/ 33 w 110"/>
                <a:gd name="T33" fmla="*/ 10 h 443"/>
                <a:gd name="T34" fmla="*/ 49 w 110"/>
                <a:gd name="T35" fmla="*/ 2 h 443"/>
                <a:gd name="T36" fmla="*/ 68 w 110"/>
                <a:gd name="T37" fmla="*/ 0 h 4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0" h="443">
                  <a:moveTo>
                    <a:pt x="68" y="0"/>
                  </a:moveTo>
                  <a:lnTo>
                    <a:pt x="86" y="5"/>
                  </a:lnTo>
                  <a:lnTo>
                    <a:pt x="100" y="16"/>
                  </a:lnTo>
                  <a:lnTo>
                    <a:pt x="107" y="31"/>
                  </a:lnTo>
                  <a:lnTo>
                    <a:pt x="110" y="51"/>
                  </a:lnTo>
                  <a:lnTo>
                    <a:pt x="93" y="401"/>
                  </a:lnTo>
                  <a:lnTo>
                    <a:pt x="87" y="419"/>
                  </a:lnTo>
                  <a:lnTo>
                    <a:pt x="75" y="433"/>
                  </a:lnTo>
                  <a:lnTo>
                    <a:pt x="61" y="442"/>
                  </a:lnTo>
                  <a:lnTo>
                    <a:pt x="42" y="443"/>
                  </a:lnTo>
                  <a:lnTo>
                    <a:pt x="25" y="438"/>
                  </a:lnTo>
                  <a:lnTo>
                    <a:pt x="11" y="426"/>
                  </a:lnTo>
                  <a:lnTo>
                    <a:pt x="2" y="412"/>
                  </a:lnTo>
                  <a:lnTo>
                    <a:pt x="0" y="393"/>
                  </a:lnTo>
                  <a:lnTo>
                    <a:pt x="18" y="42"/>
                  </a:lnTo>
                  <a:lnTo>
                    <a:pt x="23" y="24"/>
                  </a:lnTo>
                  <a:lnTo>
                    <a:pt x="33" y="10"/>
                  </a:lnTo>
                  <a:lnTo>
                    <a:pt x="49" y="2"/>
                  </a:lnTo>
                  <a:lnTo>
                    <a:pt x="68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19"/>
            <p:cNvSpPr>
              <a:spLocks/>
            </p:cNvSpPr>
            <p:nvPr/>
          </p:nvSpPr>
          <p:spPr bwMode="auto">
            <a:xfrm>
              <a:off x="8280113" y="371948"/>
              <a:ext cx="46154" cy="141430"/>
            </a:xfrm>
            <a:custGeom>
              <a:avLst/>
              <a:gdLst>
                <a:gd name="T0" fmla="*/ 119 w 171"/>
                <a:gd name="T1" fmla="*/ 0 h 524"/>
                <a:gd name="T2" fmla="*/ 136 w 171"/>
                <a:gd name="T3" fmla="*/ 0 h 524"/>
                <a:gd name="T4" fmla="*/ 154 w 171"/>
                <a:gd name="T5" fmla="*/ 9 h 524"/>
                <a:gd name="T6" fmla="*/ 166 w 171"/>
                <a:gd name="T7" fmla="*/ 21 h 524"/>
                <a:gd name="T8" fmla="*/ 171 w 171"/>
                <a:gd name="T9" fmla="*/ 37 h 524"/>
                <a:gd name="T10" fmla="*/ 171 w 171"/>
                <a:gd name="T11" fmla="*/ 56 h 524"/>
                <a:gd name="T12" fmla="*/ 91 w 171"/>
                <a:gd name="T13" fmla="*/ 489 h 524"/>
                <a:gd name="T14" fmla="*/ 84 w 171"/>
                <a:gd name="T15" fmla="*/ 506 h 524"/>
                <a:gd name="T16" fmla="*/ 70 w 171"/>
                <a:gd name="T17" fmla="*/ 517 h 524"/>
                <a:gd name="T18" fmla="*/ 54 w 171"/>
                <a:gd name="T19" fmla="*/ 524 h 524"/>
                <a:gd name="T20" fmla="*/ 37 w 171"/>
                <a:gd name="T21" fmla="*/ 524 h 524"/>
                <a:gd name="T22" fmla="*/ 19 w 171"/>
                <a:gd name="T23" fmla="*/ 517 h 524"/>
                <a:gd name="T24" fmla="*/ 7 w 171"/>
                <a:gd name="T25" fmla="*/ 503 h 524"/>
                <a:gd name="T26" fmla="*/ 0 w 171"/>
                <a:gd name="T27" fmla="*/ 487 h 524"/>
                <a:gd name="T28" fmla="*/ 2 w 171"/>
                <a:gd name="T29" fmla="*/ 468 h 524"/>
                <a:gd name="T30" fmla="*/ 82 w 171"/>
                <a:gd name="T31" fmla="*/ 35 h 524"/>
                <a:gd name="T32" fmla="*/ 89 w 171"/>
                <a:gd name="T33" fmla="*/ 19 h 524"/>
                <a:gd name="T34" fmla="*/ 101 w 171"/>
                <a:gd name="T35" fmla="*/ 7 h 524"/>
                <a:gd name="T36" fmla="*/ 119 w 171"/>
                <a:gd name="T37" fmla="*/ 0 h 5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71" h="524">
                  <a:moveTo>
                    <a:pt x="119" y="0"/>
                  </a:moveTo>
                  <a:lnTo>
                    <a:pt x="136" y="0"/>
                  </a:lnTo>
                  <a:lnTo>
                    <a:pt x="154" y="9"/>
                  </a:lnTo>
                  <a:lnTo>
                    <a:pt x="166" y="21"/>
                  </a:lnTo>
                  <a:lnTo>
                    <a:pt x="171" y="37"/>
                  </a:lnTo>
                  <a:lnTo>
                    <a:pt x="171" y="56"/>
                  </a:lnTo>
                  <a:lnTo>
                    <a:pt x="91" y="489"/>
                  </a:lnTo>
                  <a:lnTo>
                    <a:pt x="84" y="506"/>
                  </a:lnTo>
                  <a:lnTo>
                    <a:pt x="70" y="517"/>
                  </a:lnTo>
                  <a:lnTo>
                    <a:pt x="54" y="524"/>
                  </a:lnTo>
                  <a:lnTo>
                    <a:pt x="37" y="524"/>
                  </a:lnTo>
                  <a:lnTo>
                    <a:pt x="19" y="517"/>
                  </a:lnTo>
                  <a:lnTo>
                    <a:pt x="7" y="503"/>
                  </a:lnTo>
                  <a:lnTo>
                    <a:pt x="0" y="487"/>
                  </a:lnTo>
                  <a:lnTo>
                    <a:pt x="2" y="468"/>
                  </a:lnTo>
                  <a:lnTo>
                    <a:pt x="82" y="35"/>
                  </a:lnTo>
                  <a:lnTo>
                    <a:pt x="89" y="19"/>
                  </a:lnTo>
                  <a:lnTo>
                    <a:pt x="101" y="7"/>
                  </a:lnTo>
                  <a:lnTo>
                    <a:pt x="11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20"/>
            <p:cNvSpPr>
              <a:spLocks/>
            </p:cNvSpPr>
            <p:nvPr/>
          </p:nvSpPr>
          <p:spPr bwMode="auto">
            <a:xfrm>
              <a:off x="8379438" y="365740"/>
              <a:ext cx="68826" cy="161673"/>
            </a:xfrm>
            <a:custGeom>
              <a:avLst/>
              <a:gdLst>
                <a:gd name="T0" fmla="*/ 206 w 255"/>
                <a:gd name="T1" fmla="*/ 0 h 599"/>
                <a:gd name="T2" fmla="*/ 226 w 255"/>
                <a:gd name="T3" fmla="*/ 4 h 599"/>
                <a:gd name="T4" fmla="*/ 241 w 255"/>
                <a:gd name="T5" fmla="*/ 13 h 599"/>
                <a:gd name="T6" fmla="*/ 252 w 255"/>
                <a:gd name="T7" fmla="*/ 27 h 599"/>
                <a:gd name="T8" fmla="*/ 255 w 255"/>
                <a:gd name="T9" fmla="*/ 44 h 599"/>
                <a:gd name="T10" fmla="*/ 254 w 255"/>
                <a:gd name="T11" fmla="*/ 62 h 599"/>
                <a:gd name="T12" fmla="*/ 90 w 255"/>
                <a:gd name="T13" fmla="*/ 569 h 599"/>
                <a:gd name="T14" fmla="*/ 81 w 255"/>
                <a:gd name="T15" fmla="*/ 585 h 599"/>
                <a:gd name="T16" fmla="*/ 65 w 255"/>
                <a:gd name="T17" fmla="*/ 596 h 599"/>
                <a:gd name="T18" fmla="*/ 49 w 255"/>
                <a:gd name="T19" fmla="*/ 599 h 599"/>
                <a:gd name="T20" fmla="*/ 30 w 255"/>
                <a:gd name="T21" fmla="*/ 597 h 599"/>
                <a:gd name="T22" fmla="*/ 14 w 255"/>
                <a:gd name="T23" fmla="*/ 587 h 599"/>
                <a:gd name="T24" fmla="*/ 4 w 255"/>
                <a:gd name="T25" fmla="*/ 573 h 599"/>
                <a:gd name="T26" fmla="*/ 0 w 255"/>
                <a:gd name="T27" fmla="*/ 556 h 599"/>
                <a:gd name="T28" fmla="*/ 2 w 255"/>
                <a:gd name="T29" fmla="*/ 538 h 599"/>
                <a:gd name="T30" fmla="*/ 166 w 255"/>
                <a:gd name="T31" fmla="*/ 30 h 599"/>
                <a:gd name="T32" fmla="*/ 175 w 255"/>
                <a:gd name="T33" fmla="*/ 16 h 599"/>
                <a:gd name="T34" fmla="*/ 191 w 255"/>
                <a:gd name="T35" fmla="*/ 6 h 599"/>
                <a:gd name="T36" fmla="*/ 206 w 255"/>
                <a:gd name="T37" fmla="*/ 0 h 5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55" h="599">
                  <a:moveTo>
                    <a:pt x="206" y="0"/>
                  </a:moveTo>
                  <a:lnTo>
                    <a:pt x="226" y="4"/>
                  </a:lnTo>
                  <a:lnTo>
                    <a:pt x="241" y="13"/>
                  </a:lnTo>
                  <a:lnTo>
                    <a:pt x="252" y="27"/>
                  </a:lnTo>
                  <a:lnTo>
                    <a:pt x="255" y="44"/>
                  </a:lnTo>
                  <a:lnTo>
                    <a:pt x="254" y="62"/>
                  </a:lnTo>
                  <a:lnTo>
                    <a:pt x="90" y="569"/>
                  </a:lnTo>
                  <a:lnTo>
                    <a:pt x="81" y="585"/>
                  </a:lnTo>
                  <a:lnTo>
                    <a:pt x="65" y="596"/>
                  </a:lnTo>
                  <a:lnTo>
                    <a:pt x="49" y="599"/>
                  </a:lnTo>
                  <a:lnTo>
                    <a:pt x="30" y="597"/>
                  </a:lnTo>
                  <a:lnTo>
                    <a:pt x="14" y="587"/>
                  </a:lnTo>
                  <a:lnTo>
                    <a:pt x="4" y="573"/>
                  </a:lnTo>
                  <a:lnTo>
                    <a:pt x="0" y="556"/>
                  </a:lnTo>
                  <a:lnTo>
                    <a:pt x="2" y="538"/>
                  </a:lnTo>
                  <a:lnTo>
                    <a:pt x="166" y="30"/>
                  </a:lnTo>
                  <a:lnTo>
                    <a:pt x="175" y="16"/>
                  </a:lnTo>
                  <a:lnTo>
                    <a:pt x="191" y="6"/>
                  </a:lnTo>
                  <a:lnTo>
                    <a:pt x="206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3" name="Freeform 21"/>
            <p:cNvSpPr>
              <a:spLocks/>
            </p:cNvSpPr>
            <p:nvPr/>
          </p:nvSpPr>
          <p:spPr bwMode="auto">
            <a:xfrm>
              <a:off x="8477144" y="377076"/>
              <a:ext cx="95007" cy="176788"/>
            </a:xfrm>
            <a:custGeom>
              <a:avLst/>
              <a:gdLst>
                <a:gd name="T0" fmla="*/ 309 w 352"/>
                <a:gd name="T1" fmla="*/ 0 h 655"/>
                <a:gd name="T2" fmla="*/ 326 w 352"/>
                <a:gd name="T3" fmla="*/ 6 h 655"/>
                <a:gd name="T4" fmla="*/ 342 w 352"/>
                <a:gd name="T5" fmla="*/ 18 h 655"/>
                <a:gd name="T6" fmla="*/ 349 w 352"/>
                <a:gd name="T7" fmla="*/ 32 h 655"/>
                <a:gd name="T8" fmla="*/ 352 w 352"/>
                <a:gd name="T9" fmla="*/ 49 h 655"/>
                <a:gd name="T10" fmla="*/ 347 w 352"/>
                <a:gd name="T11" fmla="*/ 68 h 655"/>
                <a:gd name="T12" fmla="*/ 87 w 352"/>
                <a:gd name="T13" fmla="*/ 630 h 655"/>
                <a:gd name="T14" fmla="*/ 77 w 352"/>
                <a:gd name="T15" fmla="*/ 644 h 655"/>
                <a:gd name="T16" fmla="*/ 61 w 352"/>
                <a:gd name="T17" fmla="*/ 653 h 655"/>
                <a:gd name="T18" fmla="*/ 43 w 352"/>
                <a:gd name="T19" fmla="*/ 655 h 655"/>
                <a:gd name="T20" fmla="*/ 26 w 352"/>
                <a:gd name="T21" fmla="*/ 650 h 655"/>
                <a:gd name="T22" fmla="*/ 10 w 352"/>
                <a:gd name="T23" fmla="*/ 639 h 655"/>
                <a:gd name="T24" fmla="*/ 3 w 352"/>
                <a:gd name="T25" fmla="*/ 623 h 655"/>
                <a:gd name="T26" fmla="*/ 0 w 352"/>
                <a:gd name="T27" fmla="*/ 606 h 655"/>
                <a:gd name="T28" fmla="*/ 5 w 352"/>
                <a:gd name="T29" fmla="*/ 589 h 655"/>
                <a:gd name="T30" fmla="*/ 265 w 352"/>
                <a:gd name="T31" fmla="*/ 27 h 655"/>
                <a:gd name="T32" fmla="*/ 276 w 352"/>
                <a:gd name="T33" fmla="*/ 11 h 655"/>
                <a:gd name="T34" fmla="*/ 291 w 352"/>
                <a:gd name="T35" fmla="*/ 4 h 655"/>
                <a:gd name="T36" fmla="*/ 309 w 352"/>
                <a:gd name="T37" fmla="*/ 0 h 6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52" h="655">
                  <a:moveTo>
                    <a:pt x="309" y="0"/>
                  </a:moveTo>
                  <a:lnTo>
                    <a:pt x="326" y="6"/>
                  </a:lnTo>
                  <a:lnTo>
                    <a:pt x="342" y="18"/>
                  </a:lnTo>
                  <a:lnTo>
                    <a:pt x="349" y="32"/>
                  </a:lnTo>
                  <a:lnTo>
                    <a:pt x="352" y="49"/>
                  </a:lnTo>
                  <a:lnTo>
                    <a:pt x="347" y="68"/>
                  </a:lnTo>
                  <a:lnTo>
                    <a:pt x="87" y="630"/>
                  </a:lnTo>
                  <a:lnTo>
                    <a:pt x="77" y="644"/>
                  </a:lnTo>
                  <a:lnTo>
                    <a:pt x="61" y="653"/>
                  </a:lnTo>
                  <a:lnTo>
                    <a:pt x="43" y="655"/>
                  </a:lnTo>
                  <a:lnTo>
                    <a:pt x="26" y="650"/>
                  </a:lnTo>
                  <a:lnTo>
                    <a:pt x="10" y="639"/>
                  </a:lnTo>
                  <a:lnTo>
                    <a:pt x="3" y="623"/>
                  </a:lnTo>
                  <a:lnTo>
                    <a:pt x="0" y="606"/>
                  </a:lnTo>
                  <a:lnTo>
                    <a:pt x="5" y="589"/>
                  </a:lnTo>
                  <a:lnTo>
                    <a:pt x="265" y="27"/>
                  </a:lnTo>
                  <a:lnTo>
                    <a:pt x="276" y="11"/>
                  </a:lnTo>
                  <a:lnTo>
                    <a:pt x="291" y="4"/>
                  </a:lnTo>
                  <a:lnTo>
                    <a:pt x="30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4" name="Freeform 22"/>
            <p:cNvSpPr>
              <a:spLocks/>
            </p:cNvSpPr>
            <p:nvPr/>
          </p:nvSpPr>
          <p:spPr bwMode="auto">
            <a:xfrm>
              <a:off x="8573230" y="405416"/>
              <a:ext cx="122537" cy="187584"/>
            </a:xfrm>
            <a:custGeom>
              <a:avLst/>
              <a:gdLst>
                <a:gd name="T0" fmla="*/ 417 w 454"/>
                <a:gd name="T1" fmla="*/ 0 h 695"/>
                <a:gd name="T2" fmla="*/ 433 w 454"/>
                <a:gd name="T3" fmla="*/ 7 h 695"/>
                <a:gd name="T4" fmla="*/ 447 w 454"/>
                <a:gd name="T5" fmla="*/ 21 h 695"/>
                <a:gd name="T6" fmla="*/ 454 w 454"/>
                <a:gd name="T7" fmla="*/ 37 h 695"/>
                <a:gd name="T8" fmla="*/ 454 w 454"/>
                <a:gd name="T9" fmla="*/ 54 h 695"/>
                <a:gd name="T10" fmla="*/ 447 w 454"/>
                <a:gd name="T11" fmla="*/ 72 h 695"/>
                <a:gd name="T12" fmla="*/ 84 w 454"/>
                <a:gd name="T13" fmla="*/ 676 h 695"/>
                <a:gd name="T14" fmla="*/ 70 w 454"/>
                <a:gd name="T15" fmla="*/ 688 h 695"/>
                <a:gd name="T16" fmla="*/ 54 w 454"/>
                <a:gd name="T17" fmla="*/ 695 h 695"/>
                <a:gd name="T18" fmla="*/ 37 w 454"/>
                <a:gd name="T19" fmla="*/ 695 h 695"/>
                <a:gd name="T20" fmla="*/ 19 w 454"/>
                <a:gd name="T21" fmla="*/ 688 h 695"/>
                <a:gd name="T22" fmla="*/ 7 w 454"/>
                <a:gd name="T23" fmla="*/ 676 h 695"/>
                <a:gd name="T24" fmla="*/ 0 w 454"/>
                <a:gd name="T25" fmla="*/ 660 h 695"/>
                <a:gd name="T26" fmla="*/ 0 w 454"/>
                <a:gd name="T27" fmla="*/ 642 h 695"/>
                <a:gd name="T28" fmla="*/ 7 w 454"/>
                <a:gd name="T29" fmla="*/ 625 h 695"/>
                <a:gd name="T30" fmla="*/ 370 w 454"/>
                <a:gd name="T31" fmla="*/ 21 h 695"/>
                <a:gd name="T32" fmla="*/ 382 w 454"/>
                <a:gd name="T33" fmla="*/ 7 h 695"/>
                <a:gd name="T34" fmla="*/ 400 w 454"/>
                <a:gd name="T35" fmla="*/ 0 h 695"/>
                <a:gd name="T36" fmla="*/ 417 w 454"/>
                <a:gd name="T37" fmla="*/ 0 h 6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454" h="695">
                  <a:moveTo>
                    <a:pt x="417" y="0"/>
                  </a:moveTo>
                  <a:lnTo>
                    <a:pt x="433" y="7"/>
                  </a:lnTo>
                  <a:lnTo>
                    <a:pt x="447" y="21"/>
                  </a:lnTo>
                  <a:lnTo>
                    <a:pt x="454" y="37"/>
                  </a:lnTo>
                  <a:lnTo>
                    <a:pt x="454" y="54"/>
                  </a:lnTo>
                  <a:lnTo>
                    <a:pt x="447" y="72"/>
                  </a:lnTo>
                  <a:lnTo>
                    <a:pt x="84" y="676"/>
                  </a:lnTo>
                  <a:lnTo>
                    <a:pt x="70" y="688"/>
                  </a:lnTo>
                  <a:lnTo>
                    <a:pt x="54" y="695"/>
                  </a:lnTo>
                  <a:lnTo>
                    <a:pt x="37" y="695"/>
                  </a:lnTo>
                  <a:lnTo>
                    <a:pt x="19" y="688"/>
                  </a:lnTo>
                  <a:lnTo>
                    <a:pt x="7" y="676"/>
                  </a:lnTo>
                  <a:lnTo>
                    <a:pt x="0" y="660"/>
                  </a:lnTo>
                  <a:lnTo>
                    <a:pt x="0" y="642"/>
                  </a:lnTo>
                  <a:lnTo>
                    <a:pt x="7" y="625"/>
                  </a:lnTo>
                  <a:lnTo>
                    <a:pt x="370" y="21"/>
                  </a:lnTo>
                  <a:lnTo>
                    <a:pt x="382" y="7"/>
                  </a:lnTo>
                  <a:lnTo>
                    <a:pt x="400" y="0"/>
                  </a:lnTo>
                  <a:lnTo>
                    <a:pt x="417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5" name="Freeform 23"/>
            <p:cNvSpPr>
              <a:spLocks/>
            </p:cNvSpPr>
            <p:nvPr/>
          </p:nvSpPr>
          <p:spPr bwMode="auto">
            <a:xfrm>
              <a:off x="8663109" y="450760"/>
              <a:ext cx="154656" cy="193522"/>
            </a:xfrm>
            <a:custGeom>
              <a:avLst/>
              <a:gdLst>
                <a:gd name="T0" fmla="*/ 522 w 573"/>
                <a:gd name="T1" fmla="*/ 0 h 717"/>
                <a:gd name="T2" fmla="*/ 540 w 573"/>
                <a:gd name="T3" fmla="*/ 1 h 717"/>
                <a:gd name="T4" fmla="*/ 557 w 573"/>
                <a:gd name="T5" fmla="*/ 10 h 717"/>
                <a:gd name="T6" fmla="*/ 568 w 573"/>
                <a:gd name="T7" fmla="*/ 24 h 717"/>
                <a:gd name="T8" fmla="*/ 573 w 573"/>
                <a:gd name="T9" fmla="*/ 40 h 717"/>
                <a:gd name="T10" fmla="*/ 571 w 573"/>
                <a:gd name="T11" fmla="*/ 57 h 717"/>
                <a:gd name="T12" fmla="*/ 562 w 573"/>
                <a:gd name="T13" fmla="*/ 75 h 717"/>
                <a:gd name="T14" fmla="*/ 81 w 573"/>
                <a:gd name="T15" fmla="*/ 700 h 717"/>
                <a:gd name="T16" fmla="*/ 67 w 573"/>
                <a:gd name="T17" fmla="*/ 712 h 717"/>
                <a:gd name="T18" fmla="*/ 51 w 573"/>
                <a:gd name="T19" fmla="*/ 717 h 717"/>
                <a:gd name="T20" fmla="*/ 32 w 573"/>
                <a:gd name="T21" fmla="*/ 715 h 717"/>
                <a:gd name="T22" fmla="*/ 16 w 573"/>
                <a:gd name="T23" fmla="*/ 707 h 717"/>
                <a:gd name="T24" fmla="*/ 5 w 573"/>
                <a:gd name="T25" fmla="*/ 693 h 717"/>
                <a:gd name="T26" fmla="*/ 0 w 573"/>
                <a:gd name="T27" fmla="*/ 675 h 717"/>
                <a:gd name="T28" fmla="*/ 2 w 573"/>
                <a:gd name="T29" fmla="*/ 658 h 717"/>
                <a:gd name="T30" fmla="*/ 11 w 573"/>
                <a:gd name="T31" fmla="*/ 642 h 717"/>
                <a:gd name="T32" fmla="*/ 491 w 573"/>
                <a:gd name="T33" fmla="*/ 15 h 717"/>
                <a:gd name="T34" fmla="*/ 506 w 573"/>
                <a:gd name="T35" fmla="*/ 3 h 717"/>
                <a:gd name="T36" fmla="*/ 522 w 573"/>
                <a:gd name="T37" fmla="*/ 0 h 7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73" h="717">
                  <a:moveTo>
                    <a:pt x="522" y="0"/>
                  </a:moveTo>
                  <a:lnTo>
                    <a:pt x="540" y="1"/>
                  </a:lnTo>
                  <a:lnTo>
                    <a:pt x="557" y="10"/>
                  </a:lnTo>
                  <a:lnTo>
                    <a:pt x="568" y="24"/>
                  </a:lnTo>
                  <a:lnTo>
                    <a:pt x="573" y="40"/>
                  </a:lnTo>
                  <a:lnTo>
                    <a:pt x="571" y="57"/>
                  </a:lnTo>
                  <a:lnTo>
                    <a:pt x="562" y="75"/>
                  </a:lnTo>
                  <a:lnTo>
                    <a:pt x="81" y="700"/>
                  </a:lnTo>
                  <a:lnTo>
                    <a:pt x="67" y="712"/>
                  </a:lnTo>
                  <a:lnTo>
                    <a:pt x="51" y="717"/>
                  </a:lnTo>
                  <a:lnTo>
                    <a:pt x="32" y="715"/>
                  </a:lnTo>
                  <a:lnTo>
                    <a:pt x="16" y="707"/>
                  </a:lnTo>
                  <a:lnTo>
                    <a:pt x="5" y="693"/>
                  </a:lnTo>
                  <a:lnTo>
                    <a:pt x="0" y="675"/>
                  </a:lnTo>
                  <a:lnTo>
                    <a:pt x="2" y="658"/>
                  </a:lnTo>
                  <a:lnTo>
                    <a:pt x="11" y="642"/>
                  </a:lnTo>
                  <a:lnTo>
                    <a:pt x="491" y="15"/>
                  </a:lnTo>
                  <a:lnTo>
                    <a:pt x="506" y="3"/>
                  </a:lnTo>
                  <a:lnTo>
                    <a:pt x="522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33853167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6728BC2-ACA3-447C-A909-F3F49211C0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511983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Only">
  <p:cSld name="4_Title Only"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" name="Google Shape;169;p10"/>
          <p:cNvPicPr preferRelativeResize="0"/>
          <p:nvPr/>
        </p:nvPicPr>
        <p:blipFill rotWithShape="1">
          <a:blip r:embed="rId2">
            <a:alphaModFix/>
          </a:blip>
          <a:srcRect t="91557" b="648"/>
          <a:stretch/>
        </p:blipFill>
        <p:spPr>
          <a:xfrm>
            <a:off x="-1" y="6259484"/>
            <a:ext cx="9144002" cy="598516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10"/>
          <p:cNvSpPr txBox="1">
            <a:spLocks noGrp="1"/>
          </p:cNvSpPr>
          <p:nvPr>
            <p:ph type="sldNum" idx="12"/>
          </p:nvPr>
        </p:nvSpPr>
        <p:spPr>
          <a:xfrm>
            <a:off x="8122757" y="6363712"/>
            <a:ext cx="8616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71" name="Google Shape;171;p10"/>
          <p:cNvSpPr txBox="1">
            <a:spLocks noGrp="1"/>
          </p:cNvSpPr>
          <p:nvPr>
            <p:ph type="body" idx="1"/>
          </p:nvPr>
        </p:nvSpPr>
        <p:spPr>
          <a:xfrm>
            <a:off x="157163" y="133350"/>
            <a:ext cx="8826500" cy="5951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lvl="0" indent="-228600" algn="l">
              <a:spcBef>
                <a:spcPts val="560"/>
              </a:spcBef>
              <a:spcAft>
                <a:spcPts val="0"/>
              </a:spcAft>
              <a:buSzPts val="2800"/>
              <a:buNone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1678574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9144000" cy="12192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30" name="Group 29"/>
          <p:cNvGrpSpPr/>
          <p:nvPr/>
        </p:nvGrpSpPr>
        <p:grpSpPr>
          <a:xfrm>
            <a:off x="7264458" y="365740"/>
            <a:ext cx="1553307" cy="487719"/>
            <a:chOff x="166688" y="-3240088"/>
            <a:chExt cx="9136063" cy="2868613"/>
          </a:xfrm>
        </p:grpSpPr>
        <p:sp>
          <p:nvSpPr>
            <p:cNvPr id="12" name="Freeform 6"/>
            <p:cNvSpPr>
              <a:spLocks noEditPoints="1"/>
            </p:cNvSpPr>
            <p:nvPr/>
          </p:nvSpPr>
          <p:spPr bwMode="auto">
            <a:xfrm>
              <a:off x="166688" y="-1244600"/>
              <a:ext cx="876300" cy="850900"/>
            </a:xfrm>
            <a:custGeom>
              <a:avLst/>
              <a:gdLst>
                <a:gd name="T0" fmla="*/ 98 w 552"/>
                <a:gd name="T1" fmla="*/ 79 h 536"/>
                <a:gd name="T2" fmla="*/ 98 w 552"/>
                <a:gd name="T3" fmla="*/ 241 h 536"/>
                <a:gd name="T4" fmla="*/ 307 w 552"/>
                <a:gd name="T5" fmla="*/ 241 h 536"/>
                <a:gd name="T6" fmla="*/ 342 w 552"/>
                <a:gd name="T7" fmla="*/ 241 h 536"/>
                <a:gd name="T8" fmla="*/ 374 w 552"/>
                <a:gd name="T9" fmla="*/ 238 h 536"/>
                <a:gd name="T10" fmla="*/ 398 w 552"/>
                <a:gd name="T11" fmla="*/ 231 h 536"/>
                <a:gd name="T12" fmla="*/ 417 w 552"/>
                <a:gd name="T13" fmla="*/ 222 h 536"/>
                <a:gd name="T14" fmla="*/ 431 w 552"/>
                <a:gd name="T15" fmla="*/ 206 h 536"/>
                <a:gd name="T16" fmla="*/ 440 w 552"/>
                <a:gd name="T17" fmla="*/ 187 h 536"/>
                <a:gd name="T18" fmla="*/ 443 w 552"/>
                <a:gd name="T19" fmla="*/ 161 h 536"/>
                <a:gd name="T20" fmla="*/ 440 w 552"/>
                <a:gd name="T21" fmla="*/ 135 h 536"/>
                <a:gd name="T22" fmla="*/ 431 w 552"/>
                <a:gd name="T23" fmla="*/ 114 h 536"/>
                <a:gd name="T24" fmla="*/ 417 w 552"/>
                <a:gd name="T25" fmla="*/ 100 h 536"/>
                <a:gd name="T26" fmla="*/ 398 w 552"/>
                <a:gd name="T27" fmla="*/ 89 h 536"/>
                <a:gd name="T28" fmla="*/ 374 w 552"/>
                <a:gd name="T29" fmla="*/ 84 h 536"/>
                <a:gd name="T30" fmla="*/ 342 w 552"/>
                <a:gd name="T31" fmla="*/ 80 h 536"/>
                <a:gd name="T32" fmla="*/ 307 w 552"/>
                <a:gd name="T33" fmla="*/ 79 h 536"/>
                <a:gd name="T34" fmla="*/ 98 w 552"/>
                <a:gd name="T35" fmla="*/ 79 h 536"/>
                <a:gd name="T36" fmla="*/ 0 w 552"/>
                <a:gd name="T37" fmla="*/ 0 h 536"/>
                <a:gd name="T38" fmla="*/ 323 w 552"/>
                <a:gd name="T39" fmla="*/ 0 h 536"/>
                <a:gd name="T40" fmla="*/ 377 w 552"/>
                <a:gd name="T41" fmla="*/ 2 h 536"/>
                <a:gd name="T42" fmla="*/ 422 w 552"/>
                <a:gd name="T43" fmla="*/ 9 h 536"/>
                <a:gd name="T44" fmla="*/ 461 w 552"/>
                <a:gd name="T45" fmla="*/ 19 h 536"/>
                <a:gd name="T46" fmla="*/ 490 w 552"/>
                <a:gd name="T47" fmla="*/ 37 h 536"/>
                <a:gd name="T48" fmla="*/ 513 w 552"/>
                <a:gd name="T49" fmla="*/ 58 h 536"/>
                <a:gd name="T50" fmla="*/ 529 w 552"/>
                <a:gd name="T51" fmla="*/ 86 h 536"/>
                <a:gd name="T52" fmla="*/ 538 w 552"/>
                <a:gd name="T53" fmla="*/ 119 h 536"/>
                <a:gd name="T54" fmla="*/ 541 w 552"/>
                <a:gd name="T55" fmla="*/ 157 h 536"/>
                <a:gd name="T56" fmla="*/ 538 w 552"/>
                <a:gd name="T57" fmla="*/ 194 h 536"/>
                <a:gd name="T58" fmla="*/ 529 w 552"/>
                <a:gd name="T59" fmla="*/ 225 h 536"/>
                <a:gd name="T60" fmla="*/ 513 w 552"/>
                <a:gd name="T61" fmla="*/ 252 h 536"/>
                <a:gd name="T62" fmla="*/ 494 w 552"/>
                <a:gd name="T63" fmla="*/ 272 h 536"/>
                <a:gd name="T64" fmla="*/ 473 w 552"/>
                <a:gd name="T65" fmla="*/ 290 h 536"/>
                <a:gd name="T66" fmla="*/ 447 w 552"/>
                <a:gd name="T67" fmla="*/ 302 h 536"/>
                <a:gd name="T68" fmla="*/ 421 w 552"/>
                <a:gd name="T69" fmla="*/ 311 h 536"/>
                <a:gd name="T70" fmla="*/ 393 w 552"/>
                <a:gd name="T71" fmla="*/ 314 h 536"/>
                <a:gd name="T72" fmla="*/ 384 w 552"/>
                <a:gd name="T73" fmla="*/ 314 h 536"/>
                <a:gd name="T74" fmla="*/ 552 w 552"/>
                <a:gd name="T75" fmla="*/ 536 h 536"/>
                <a:gd name="T76" fmla="*/ 431 w 552"/>
                <a:gd name="T77" fmla="*/ 536 h 536"/>
                <a:gd name="T78" fmla="*/ 274 w 552"/>
                <a:gd name="T79" fmla="*/ 323 h 536"/>
                <a:gd name="T80" fmla="*/ 274 w 552"/>
                <a:gd name="T81" fmla="*/ 321 h 536"/>
                <a:gd name="T82" fmla="*/ 98 w 552"/>
                <a:gd name="T83" fmla="*/ 321 h 536"/>
                <a:gd name="T84" fmla="*/ 98 w 552"/>
                <a:gd name="T85" fmla="*/ 536 h 536"/>
                <a:gd name="T86" fmla="*/ 0 w 552"/>
                <a:gd name="T87" fmla="*/ 536 h 536"/>
                <a:gd name="T88" fmla="*/ 0 w 552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2" h="536">
                  <a:moveTo>
                    <a:pt x="98" y="79"/>
                  </a:moveTo>
                  <a:lnTo>
                    <a:pt x="98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4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4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8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61" y="19"/>
                  </a:lnTo>
                  <a:lnTo>
                    <a:pt x="490" y="37"/>
                  </a:lnTo>
                  <a:lnTo>
                    <a:pt x="513" y="58"/>
                  </a:lnTo>
                  <a:lnTo>
                    <a:pt x="529" y="86"/>
                  </a:lnTo>
                  <a:lnTo>
                    <a:pt x="538" y="119"/>
                  </a:lnTo>
                  <a:lnTo>
                    <a:pt x="541" y="157"/>
                  </a:lnTo>
                  <a:lnTo>
                    <a:pt x="538" y="194"/>
                  </a:lnTo>
                  <a:lnTo>
                    <a:pt x="529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3" y="290"/>
                  </a:lnTo>
                  <a:lnTo>
                    <a:pt x="447" y="302"/>
                  </a:lnTo>
                  <a:lnTo>
                    <a:pt x="421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2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4" y="321"/>
                  </a:lnTo>
                  <a:lnTo>
                    <a:pt x="98" y="321"/>
                  </a:lnTo>
                  <a:lnTo>
                    <a:pt x="9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7"/>
            <p:cNvSpPr>
              <a:spLocks/>
            </p:cNvSpPr>
            <p:nvPr/>
          </p:nvSpPr>
          <p:spPr bwMode="auto">
            <a:xfrm>
              <a:off x="1258888" y="-1244600"/>
              <a:ext cx="774700" cy="850900"/>
            </a:xfrm>
            <a:custGeom>
              <a:avLst/>
              <a:gdLst>
                <a:gd name="T0" fmla="*/ 0 w 488"/>
                <a:gd name="T1" fmla="*/ 0 h 536"/>
                <a:gd name="T2" fmla="*/ 440 w 488"/>
                <a:gd name="T3" fmla="*/ 0 h 536"/>
                <a:gd name="T4" fmla="*/ 455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5 w 488"/>
                <a:gd name="T17" fmla="*/ 79 h 536"/>
                <a:gd name="T18" fmla="*/ 440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54 w 488"/>
                <a:gd name="T25" fmla="*/ 218 h 536"/>
                <a:gd name="T26" fmla="*/ 370 w 488"/>
                <a:gd name="T27" fmla="*/ 222 h 536"/>
                <a:gd name="T28" fmla="*/ 384 w 488"/>
                <a:gd name="T29" fmla="*/ 231 h 536"/>
                <a:gd name="T30" fmla="*/ 392 w 488"/>
                <a:gd name="T31" fmla="*/ 243 h 536"/>
                <a:gd name="T32" fmla="*/ 396 w 488"/>
                <a:gd name="T33" fmla="*/ 259 h 536"/>
                <a:gd name="T34" fmla="*/ 392 w 488"/>
                <a:gd name="T35" fmla="*/ 276 h 536"/>
                <a:gd name="T36" fmla="*/ 384 w 488"/>
                <a:gd name="T37" fmla="*/ 288 h 536"/>
                <a:gd name="T38" fmla="*/ 370 w 488"/>
                <a:gd name="T39" fmla="*/ 297 h 536"/>
                <a:gd name="T40" fmla="*/ 354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8 w 488"/>
                <a:gd name="T47" fmla="*/ 454 h 536"/>
                <a:gd name="T48" fmla="*/ 464 w 488"/>
                <a:gd name="T49" fmla="*/ 457 h 536"/>
                <a:gd name="T50" fmla="*/ 478 w 488"/>
                <a:gd name="T51" fmla="*/ 466 h 536"/>
                <a:gd name="T52" fmla="*/ 487 w 488"/>
                <a:gd name="T53" fmla="*/ 478 h 536"/>
                <a:gd name="T54" fmla="*/ 488 w 488"/>
                <a:gd name="T55" fmla="*/ 494 h 536"/>
                <a:gd name="T56" fmla="*/ 487 w 488"/>
                <a:gd name="T57" fmla="*/ 512 h 536"/>
                <a:gd name="T58" fmla="*/ 478 w 488"/>
                <a:gd name="T59" fmla="*/ 524 h 536"/>
                <a:gd name="T60" fmla="*/ 464 w 488"/>
                <a:gd name="T61" fmla="*/ 533 h 536"/>
                <a:gd name="T62" fmla="*/ 448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40" y="0"/>
                  </a:lnTo>
                  <a:lnTo>
                    <a:pt x="455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5" y="79"/>
                  </a:lnTo>
                  <a:lnTo>
                    <a:pt x="440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54" y="218"/>
                  </a:lnTo>
                  <a:lnTo>
                    <a:pt x="370" y="222"/>
                  </a:lnTo>
                  <a:lnTo>
                    <a:pt x="384" y="231"/>
                  </a:lnTo>
                  <a:lnTo>
                    <a:pt x="392" y="243"/>
                  </a:lnTo>
                  <a:lnTo>
                    <a:pt x="396" y="259"/>
                  </a:lnTo>
                  <a:lnTo>
                    <a:pt x="392" y="276"/>
                  </a:lnTo>
                  <a:lnTo>
                    <a:pt x="384" y="288"/>
                  </a:lnTo>
                  <a:lnTo>
                    <a:pt x="370" y="297"/>
                  </a:lnTo>
                  <a:lnTo>
                    <a:pt x="354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8" y="454"/>
                  </a:lnTo>
                  <a:lnTo>
                    <a:pt x="464" y="457"/>
                  </a:lnTo>
                  <a:lnTo>
                    <a:pt x="478" y="466"/>
                  </a:lnTo>
                  <a:lnTo>
                    <a:pt x="487" y="478"/>
                  </a:lnTo>
                  <a:lnTo>
                    <a:pt x="488" y="494"/>
                  </a:lnTo>
                  <a:lnTo>
                    <a:pt x="487" y="512"/>
                  </a:lnTo>
                  <a:lnTo>
                    <a:pt x="478" y="524"/>
                  </a:lnTo>
                  <a:lnTo>
                    <a:pt x="464" y="533"/>
                  </a:lnTo>
                  <a:lnTo>
                    <a:pt x="44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8"/>
            <p:cNvSpPr>
              <a:spLocks/>
            </p:cNvSpPr>
            <p:nvPr/>
          </p:nvSpPr>
          <p:spPr bwMode="auto">
            <a:xfrm>
              <a:off x="2219326" y="-1244600"/>
              <a:ext cx="906463" cy="850900"/>
            </a:xfrm>
            <a:custGeom>
              <a:avLst/>
              <a:gdLst>
                <a:gd name="T0" fmla="*/ 48 w 571"/>
                <a:gd name="T1" fmla="*/ 0 h 536"/>
                <a:gd name="T2" fmla="*/ 65 w 571"/>
                <a:gd name="T3" fmla="*/ 4 h 536"/>
                <a:gd name="T4" fmla="*/ 79 w 571"/>
                <a:gd name="T5" fmla="*/ 12 h 536"/>
                <a:gd name="T6" fmla="*/ 89 w 571"/>
                <a:gd name="T7" fmla="*/ 26 h 536"/>
                <a:gd name="T8" fmla="*/ 280 w 571"/>
                <a:gd name="T9" fmla="*/ 431 h 536"/>
                <a:gd name="T10" fmla="*/ 285 w 571"/>
                <a:gd name="T11" fmla="*/ 440 h 536"/>
                <a:gd name="T12" fmla="*/ 484 w 571"/>
                <a:gd name="T13" fmla="*/ 26 h 536"/>
                <a:gd name="T14" fmla="*/ 494 w 571"/>
                <a:gd name="T15" fmla="*/ 12 h 536"/>
                <a:gd name="T16" fmla="*/ 508 w 571"/>
                <a:gd name="T17" fmla="*/ 2 h 536"/>
                <a:gd name="T18" fmla="*/ 526 w 571"/>
                <a:gd name="T19" fmla="*/ 0 h 536"/>
                <a:gd name="T20" fmla="*/ 541 w 571"/>
                <a:gd name="T21" fmla="*/ 2 h 536"/>
                <a:gd name="T22" fmla="*/ 554 w 571"/>
                <a:gd name="T23" fmla="*/ 9 h 536"/>
                <a:gd name="T24" fmla="*/ 564 w 571"/>
                <a:gd name="T25" fmla="*/ 21 h 536"/>
                <a:gd name="T26" fmla="*/ 571 w 571"/>
                <a:gd name="T27" fmla="*/ 35 h 536"/>
                <a:gd name="T28" fmla="*/ 571 w 571"/>
                <a:gd name="T29" fmla="*/ 51 h 536"/>
                <a:gd name="T30" fmla="*/ 568 w 571"/>
                <a:gd name="T31" fmla="*/ 67 h 536"/>
                <a:gd name="T32" fmla="*/ 337 w 571"/>
                <a:gd name="T33" fmla="*/ 536 h 536"/>
                <a:gd name="T34" fmla="*/ 233 w 571"/>
                <a:gd name="T35" fmla="*/ 536 h 536"/>
                <a:gd name="T36" fmla="*/ 6 w 571"/>
                <a:gd name="T37" fmla="*/ 67 h 536"/>
                <a:gd name="T38" fmla="*/ 0 w 571"/>
                <a:gd name="T39" fmla="*/ 51 h 536"/>
                <a:gd name="T40" fmla="*/ 2 w 571"/>
                <a:gd name="T41" fmla="*/ 35 h 536"/>
                <a:gd name="T42" fmla="*/ 7 w 571"/>
                <a:gd name="T43" fmla="*/ 21 h 536"/>
                <a:gd name="T44" fmla="*/ 18 w 571"/>
                <a:gd name="T45" fmla="*/ 9 h 536"/>
                <a:gd name="T46" fmla="*/ 32 w 571"/>
                <a:gd name="T47" fmla="*/ 2 h 536"/>
                <a:gd name="T48" fmla="*/ 48 w 571"/>
                <a:gd name="T4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571" h="536">
                  <a:moveTo>
                    <a:pt x="48" y="0"/>
                  </a:moveTo>
                  <a:lnTo>
                    <a:pt x="65" y="4"/>
                  </a:lnTo>
                  <a:lnTo>
                    <a:pt x="79" y="12"/>
                  </a:lnTo>
                  <a:lnTo>
                    <a:pt x="89" y="26"/>
                  </a:lnTo>
                  <a:lnTo>
                    <a:pt x="280" y="431"/>
                  </a:lnTo>
                  <a:lnTo>
                    <a:pt x="285" y="440"/>
                  </a:lnTo>
                  <a:lnTo>
                    <a:pt x="484" y="26"/>
                  </a:lnTo>
                  <a:lnTo>
                    <a:pt x="494" y="12"/>
                  </a:lnTo>
                  <a:lnTo>
                    <a:pt x="508" y="2"/>
                  </a:lnTo>
                  <a:lnTo>
                    <a:pt x="526" y="0"/>
                  </a:lnTo>
                  <a:lnTo>
                    <a:pt x="541" y="2"/>
                  </a:lnTo>
                  <a:lnTo>
                    <a:pt x="554" y="9"/>
                  </a:lnTo>
                  <a:lnTo>
                    <a:pt x="564" y="21"/>
                  </a:lnTo>
                  <a:lnTo>
                    <a:pt x="571" y="35"/>
                  </a:lnTo>
                  <a:lnTo>
                    <a:pt x="571" y="51"/>
                  </a:lnTo>
                  <a:lnTo>
                    <a:pt x="568" y="67"/>
                  </a:lnTo>
                  <a:lnTo>
                    <a:pt x="337" y="536"/>
                  </a:lnTo>
                  <a:lnTo>
                    <a:pt x="233" y="536"/>
                  </a:lnTo>
                  <a:lnTo>
                    <a:pt x="6" y="67"/>
                  </a:lnTo>
                  <a:lnTo>
                    <a:pt x="0" y="51"/>
                  </a:lnTo>
                  <a:lnTo>
                    <a:pt x="2" y="35"/>
                  </a:lnTo>
                  <a:lnTo>
                    <a:pt x="7" y="21"/>
                  </a:lnTo>
                  <a:lnTo>
                    <a:pt x="18" y="9"/>
                  </a:lnTo>
                  <a:lnTo>
                    <a:pt x="32" y="2"/>
                  </a:lnTo>
                  <a:lnTo>
                    <a:pt x="48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9"/>
            <p:cNvSpPr>
              <a:spLocks noEditPoints="1"/>
            </p:cNvSpPr>
            <p:nvPr/>
          </p:nvSpPr>
          <p:spPr bwMode="auto">
            <a:xfrm>
              <a:off x="3125788" y="-1244600"/>
              <a:ext cx="1017588" cy="850900"/>
            </a:xfrm>
            <a:custGeom>
              <a:avLst/>
              <a:gdLst>
                <a:gd name="T0" fmla="*/ 321 w 641"/>
                <a:gd name="T1" fmla="*/ 70 h 536"/>
                <a:gd name="T2" fmla="*/ 201 w 641"/>
                <a:gd name="T3" fmla="*/ 328 h 536"/>
                <a:gd name="T4" fmla="*/ 443 w 641"/>
                <a:gd name="T5" fmla="*/ 328 h 536"/>
                <a:gd name="T6" fmla="*/ 321 w 641"/>
                <a:gd name="T7" fmla="*/ 70 h 536"/>
                <a:gd name="T8" fmla="*/ 264 w 641"/>
                <a:gd name="T9" fmla="*/ 0 h 536"/>
                <a:gd name="T10" fmla="*/ 381 w 641"/>
                <a:gd name="T11" fmla="*/ 0 h 536"/>
                <a:gd name="T12" fmla="*/ 641 w 641"/>
                <a:gd name="T13" fmla="*/ 536 h 536"/>
                <a:gd name="T14" fmla="*/ 538 w 641"/>
                <a:gd name="T15" fmla="*/ 536 h 536"/>
                <a:gd name="T16" fmla="*/ 482 w 641"/>
                <a:gd name="T17" fmla="*/ 414 h 536"/>
                <a:gd name="T18" fmla="*/ 480 w 641"/>
                <a:gd name="T19" fmla="*/ 410 h 536"/>
                <a:gd name="T20" fmla="*/ 161 w 641"/>
                <a:gd name="T21" fmla="*/ 410 h 536"/>
                <a:gd name="T22" fmla="*/ 103 w 641"/>
                <a:gd name="T23" fmla="*/ 536 h 536"/>
                <a:gd name="T24" fmla="*/ 0 w 641"/>
                <a:gd name="T25" fmla="*/ 536 h 536"/>
                <a:gd name="T26" fmla="*/ 264 w 641"/>
                <a:gd name="T2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1" h="536">
                  <a:moveTo>
                    <a:pt x="321" y="70"/>
                  </a:moveTo>
                  <a:lnTo>
                    <a:pt x="201" y="328"/>
                  </a:lnTo>
                  <a:lnTo>
                    <a:pt x="443" y="328"/>
                  </a:lnTo>
                  <a:lnTo>
                    <a:pt x="321" y="70"/>
                  </a:lnTo>
                  <a:close/>
                  <a:moveTo>
                    <a:pt x="264" y="0"/>
                  </a:moveTo>
                  <a:lnTo>
                    <a:pt x="381" y="0"/>
                  </a:lnTo>
                  <a:lnTo>
                    <a:pt x="641" y="536"/>
                  </a:lnTo>
                  <a:lnTo>
                    <a:pt x="538" y="536"/>
                  </a:lnTo>
                  <a:lnTo>
                    <a:pt x="482" y="414"/>
                  </a:lnTo>
                  <a:lnTo>
                    <a:pt x="480" y="410"/>
                  </a:lnTo>
                  <a:lnTo>
                    <a:pt x="161" y="410"/>
                  </a:lnTo>
                  <a:lnTo>
                    <a:pt x="103" y="536"/>
                  </a:lnTo>
                  <a:lnTo>
                    <a:pt x="0" y="536"/>
                  </a:lnTo>
                  <a:lnTo>
                    <a:pt x="264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10"/>
            <p:cNvSpPr>
              <a:spLocks/>
            </p:cNvSpPr>
            <p:nvPr/>
          </p:nvSpPr>
          <p:spPr bwMode="auto">
            <a:xfrm>
              <a:off x="4106863" y="-1244600"/>
              <a:ext cx="928688" cy="850900"/>
            </a:xfrm>
            <a:custGeom>
              <a:avLst/>
              <a:gdLst>
                <a:gd name="T0" fmla="*/ 42 w 585"/>
                <a:gd name="T1" fmla="*/ 0 h 536"/>
                <a:gd name="T2" fmla="*/ 545 w 585"/>
                <a:gd name="T3" fmla="*/ 0 h 536"/>
                <a:gd name="T4" fmla="*/ 560 w 585"/>
                <a:gd name="T5" fmla="*/ 2 h 536"/>
                <a:gd name="T6" fmla="*/ 574 w 585"/>
                <a:gd name="T7" fmla="*/ 12 h 536"/>
                <a:gd name="T8" fmla="*/ 583 w 585"/>
                <a:gd name="T9" fmla="*/ 25 h 536"/>
                <a:gd name="T10" fmla="*/ 585 w 585"/>
                <a:gd name="T11" fmla="*/ 40 h 536"/>
                <a:gd name="T12" fmla="*/ 583 w 585"/>
                <a:gd name="T13" fmla="*/ 56 h 536"/>
                <a:gd name="T14" fmla="*/ 574 w 585"/>
                <a:gd name="T15" fmla="*/ 70 h 536"/>
                <a:gd name="T16" fmla="*/ 560 w 585"/>
                <a:gd name="T17" fmla="*/ 79 h 536"/>
                <a:gd name="T18" fmla="*/ 545 w 585"/>
                <a:gd name="T19" fmla="*/ 82 h 536"/>
                <a:gd name="T20" fmla="*/ 342 w 585"/>
                <a:gd name="T21" fmla="*/ 82 h 536"/>
                <a:gd name="T22" fmla="*/ 342 w 585"/>
                <a:gd name="T23" fmla="*/ 536 h 536"/>
                <a:gd name="T24" fmla="*/ 244 w 585"/>
                <a:gd name="T25" fmla="*/ 536 h 536"/>
                <a:gd name="T26" fmla="*/ 244 w 585"/>
                <a:gd name="T27" fmla="*/ 82 h 536"/>
                <a:gd name="T28" fmla="*/ 42 w 585"/>
                <a:gd name="T29" fmla="*/ 82 h 536"/>
                <a:gd name="T30" fmla="*/ 26 w 585"/>
                <a:gd name="T31" fmla="*/ 79 h 536"/>
                <a:gd name="T32" fmla="*/ 12 w 585"/>
                <a:gd name="T33" fmla="*/ 70 h 536"/>
                <a:gd name="T34" fmla="*/ 4 w 585"/>
                <a:gd name="T35" fmla="*/ 56 h 536"/>
                <a:gd name="T36" fmla="*/ 0 w 585"/>
                <a:gd name="T37" fmla="*/ 40 h 536"/>
                <a:gd name="T38" fmla="*/ 4 w 585"/>
                <a:gd name="T39" fmla="*/ 25 h 536"/>
                <a:gd name="T40" fmla="*/ 12 w 585"/>
                <a:gd name="T41" fmla="*/ 12 h 536"/>
                <a:gd name="T42" fmla="*/ 26 w 585"/>
                <a:gd name="T43" fmla="*/ 2 h 536"/>
                <a:gd name="T44" fmla="*/ 42 w 585"/>
                <a:gd name="T45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585" h="536">
                  <a:moveTo>
                    <a:pt x="42" y="0"/>
                  </a:moveTo>
                  <a:lnTo>
                    <a:pt x="545" y="0"/>
                  </a:lnTo>
                  <a:lnTo>
                    <a:pt x="560" y="2"/>
                  </a:lnTo>
                  <a:lnTo>
                    <a:pt x="574" y="12"/>
                  </a:lnTo>
                  <a:lnTo>
                    <a:pt x="583" y="25"/>
                  </a:lnTo>
                  <a:lnTo>
                    <a:pt x="585" y="40"/>
                  </a:lnTo>
                  <a:lnTo>
                    <a:pt x="583" y="56"/>
                  </a:lnTo>
                  <a:lnTo>
                    <a:pt x="574" y="70"/>
                  </a:lnTo>
                  <a:lnTo>
                    <a:pt x="560" y="79"/>
                  </a:lnTo>
                  <a:lnTo>
                    <a:pt x="545" y="82"/>
                  </a:lnTo>
                  <a:lnTo>
                    <a:pt x="342" y="82"/>
                  </a:lnTo>
                  <a:lnTo>
                    <a:pt x="342" y="536"/>
                  </a:lnTo>
                  <a:lnTo>
                    <a:pt x="244" y="536"/>
                  </a:lnTo>
                  <a:lnTo>
                    <a:pt x="244" y="82"/>
                  </a:lnTo>
                  <a:lnTo>
                    <a:pt x="42" y="82"/>
                  </a:lnTo>
                  <a:lnTo>
                    <a:pt x="26" y="79"/>
                  </a:lnTo>
                  <a:lnTo>
                    <a:pt x="12" y="70"/>
                  </a:lnTo>
                  <a:lnTo>
                    <a:pt x="4" y="56"/>
                  </a:lnTo>
                  <a:lnTo>
                    <a:pt x="0" y="40"/>
                  </a:lnTo>
                  <a:lnTo>
                    <a:pt x="4" y="25"/>
                  </a:lnTo>
                  <a:lnTo>
                    <a:pt x="12" y="12"/>
                  </a:lnTo>
                  <a:lnTo>
                    <a:pt x="26" y="2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1"/>
            <p:cNvSpPr>
              <a:spLocks/>
            </p:cNvSpPr>
            <p:nvPr/>
          </p:nvSpPr>
          <p:spPr bwMode="auto">
            <a:xfrm>
              <a:off x="5214938" y="-1244600"/>
              <a:ext cx="906463" cy="873125"/>
            </a:xfrm>
            <a:custGeom>
              <a:avLst/>
              <a:gdLst>
                <a:gd name="T0" fmla="*/ 49 w 571"/>
                <a:gd name="T1" fmla="*/ 0 h 550"/>
                <a:gd name="T2" fmla="*/ 68 w 571"/>
                <a:gd name="T3" fmla="*/ 4 h 550"/>
                <a:gd name="T4" fmla="*/ 84 w 571"/>
                <a:gd name="T5" fmla="*/ 14 h 550"/>
                <a:gd name="T6" fmla="*/ 94 w 571"/>
                <a:gd name="T7" fmla="*/ 30 h 550"/>
                <a:gd name="T8" fmla="*/ 98 w 571"/>
                <a:gd name="T9" fmla="*/ 49 h 550"/>
                <a:gd name="T10" fmla="*/ 98 w 571"/>
                <a:gd name="T11" fmla="*/ 299 h 550"/>
                <a:gd name="T12" fmla="*/ 98 w 571"/>
                <a:gd name="T13" fmla="*/ 320 h 550"/>
                <a:gd name="T14" fmla="*/ 101 w 571"/>
                <a:gd name="T15" fmla="*/ 342 h 550"/>
                <a:gd name="T16" fmla="*/ 105 w 571"/>
                <a:gd name="T17" fmla="*/ 363 h 550"/>
                <a:gd name="T18" fmla="*/ 112 w 571"/>
                <a:gd name="T19" fmla="*/ 384 h 550"/>
                <a:gd name="T20" fmla="*/ 122 w 571"/>
                <a:gd name="T21" fmla="*/ 403 h 550"/>
                <a:gd name="T22" fmla="*/ 136 w 571"/>
                <a:gd name="T23" fmla="*/ 421 h 550"/>
                <a:gd name="T24" fmla="*/ 156 w 571"/>
                <a:gd name="T25" fmla="*/ 437 h 550"/>
                <a:gd name="T26" fmla="*/ 180 w 571"/>
                <a:gd name="T27" fmla="*/ 449 h 550"/>
                <a:gd name="T28" fmla="*/ 208 w 571"/>
                <a:gd name="T29" fmla="*/ 459 h 550"/>
                <a:gd name="T30" fmla="*/ 245 w 571"/>
                <a:gd name="T31" fmla="*/ 464 h 550"/>
                <a:gd name="T32" fmla="*/ 286 w 571"/>
                <a:gd name="T33" fmla="*/ 466 h 550"/>
                <a:gd name="T34" fmla="*/ 328 w 571"/>
                <a:gd name="T35" fmla="*/ 464 h 550"/>
                <a:gd name="T36" fmla="*/ 363 w 571"/>
                <a:gd name="T37" fmla="*/ 459 h 550"/>
                <a:gd name="T38" fmla="*/ 391 w 571"/>
                <a:gd name="T39" fmla="*/ 449 h 550"/>
                <a:gd name="T40" fmla="*/ 416 w 571"/>
                <a:gd name="T41" fmla="*/ 437 h 550"/>
                <a:gd name="T42" fmla="*/ 435 w 571"/>
                <a:gd name="T43" fmla="*/ 421 h 550"/>
                <a:gd name="T44" fmla="*/ 449 w 571"/>
                <a:gd name="T45" fmla="*/ 403 h 550"/>
                <a:gd name="T46" fmla="*/ 459 w 571"/>
                <a:gd name="T47" fmla="*/ 384 h 550"/>
                <a:gd name="T48" fmla="*/ 466 w 571"/>
                <a:gd name="T49" fmla="*/ 363 h 550"/>
                <a:gd name="T50" fmla="*/ 470 w 571"/>
                <a:gd name="T51" fmla="*/ 342 h 550"/>
                <a:gd name="T52" fmla="*/ 473 w 571"/>
                <a:gd name="T53" fmla="*/ 320 h 550"/>
                <a:gd name="T54" fmla="*/ 473 w 571"/>
                <a:gd name="T55" fmla="*/ 299 h 550"/>
                <a:gd name="T56" fmla="*/ 473 w 571"/>
                <a:gd name="T57" fmla="*/ 49 h 550"/>
                <a:gd name="T58" fmla="*/ 477 w 571"/>
                <a:gd name="T59" fmla="*/ 30 h 550"/>
                <a:gd name="T60" fmla="*/ 487 w 571"/>
                <a:gd name="T61" fmla="*/ 14 h 550"/>
                <a:gd name="T62" fmla="*/ 503 w 571"/>
                <a:gd name="T63" fmla="*/ 4 h 550"/>
                <a:gd name="T64" fmla="*/ 522 w 571"/>
                <a:gd name="T65" fmla="*/ 0 h 550"/>
                <a:gd name="T66" fmla="*/ 541 w 571"/>
                <a:gd name="T67" fmla="*/ 4 h 550"/>
                <a:gd name="T68" fmla="*/ 557 w 571"/>
                <a:gd name="T69" fmla="*/ 14 h 550"/>
                <a:gd name="T70" fmla="*/ 567 w 571"/>
                <a:gd name="T71" fmla="*/ 30 h 550"/>
                <a:gd name="T72" fmla="*/ 571 w 571"/>
                <a:gd name="T73" fmla="*/ 49 h 550"/>
                <a:gd name="T74" fmla="*/ 571 w 571"/>
                <a:gd name="T75" fmla="*/ 306 h 550"/>
                <a:gd name="T76" fmla="*/ 567 w 571"/>
                <a:gd name="T77" fmla="*/ 358 h 550"/>
                <a:gd name="T78" fmla="*/ 557 w 571"/>
                <a:gd name="T79" fmla="*/ 402 h 550"/>
                <a:gd name="T80" fmla="*/ 540 w 571"/>
                <a:gd name="T81" fmla="*/ 442 h 550"/>
                <a:gd name="T82" fmla="*/ 513 w 571"/>
                <a:gd name="T83" fmla="*/ 475 h 550"/>
                <a:gd name="T84" fmla="*/ 482 w 571"/>
                <a:gd name="T85" fmla="*/ 501 h 550"/>
                <a:gd name="T86" fmla="*/ 444 w 571"/>
                <a:gd name="T87" fmla="*/ 522 h 550"/>
                <a:gd name="T88" fmla="*/ 398 w 571"/>
                <a:gd name="T89" fmla="*/ 538 h 550"/>
                <a:gd name="T90" fmla="*/ 346 w 571"/>
                <a:gd name="T91" fmla="*/ 547 h 550"/>
                <a:gd name="T92" fmla="*/ 286 w 571"/>
                <a:gd name="T93" fmla="*/ 550 h 550"/>
                <a:gd name="T94" fmla="*/ 225 w 571"/>
                <a:gd name="T95" fmla="*/ 547 h 550"/>
                <a:gd name="T96" fmla="*/ 173 w 571"/>
                <a:gd name="T97" fmla="*/ 538 h 550"/>
                <a:gd name="T98" fmla="*/ 128 w 571"/>
                <a:gd name="T99" fmla="*/ 522 h 550"/>
                <a:gd name="T100" fmla="*/ 89 w 571"/>
                <a:gd name="T101" fmla="*/ 501 h 550"/>
                <a:gd name="T102" fmla="*/ 58 w 571"/>
                <a:gd name="T103" fmla="*/ 475 h 550"/>
                <a:gd name="T104" fmla="*/ 32 w 571"/>
                <a:gd name="T105" fmla="*/ 442 h 550"/>
                <a:gd name="T106" fmla="*/ 14 w 571"/>
                <a:gd name="T107" fmla="*/ 402 h 550"/>
                <a:gd name="T108" fmla="*/ 4 w 571"/>
                <a:gd name="T109" fmla="*/ 358 h 550"/>
                <a:gd name="T110" fmla="*/ 0 w 571"/>
                <a:gd name="T111" fmla="*/ 306 h 550"/>
                <a:gd name="T112" fmla="*/ 0 w 571"/>
                <a:gd name="T113" fmla="*/ 49 h 550"/>
                <a:gd name="T114" fmla="*/ 4 w 571"/>
                <a:gd name="T115" fmla="*/ 30 h 550"/>
                <a:gd name="T116" fmla="*/ 14 w 571"/>
                <a:gd name="T117" fmla="*/ 14 h 550"/>
                <a:gd name="T118" fmla="*/ 30 w 571"/>
                <a:gd name="T119" fmla="*/ 4 h 550"/>
                <a:gd name="T120" fmla="*/ 49 w 571"/>
                <a:gd name="T121" fmla="*/ 0 h 5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571" h="550">
                  <a:moveTo>
                    <a:pt x="49" y="0"/>
                  </a:moveTo>
                  <a:lnTo>
                    <a:pt x="68" y="4"/>
                  </a:lnTo>
                  <a:lnTo>
                    <a:pt x="84" y="14"/>
                  </a:lnTo>
                  <a:lnTo>
                    <a:pt x="94" y="30"/>
                  </a:lnTo>
                  <a:lnTo>
                    <a:pt x="98" y="49"/>
                  </a:lnTo>
                  <a:lnTo>
                    <a:pt x="98" y="299"/>
                  </a:lnTo>
                  <a:lnTo>
                    <a:pt x="98" y="320"/>
                  </a:lnTo>
                  <a:lnTo>
                    <a:pt x="101" y="342"/>
                  </a:lnTo>
                  <a:lnTo>
                    <a:pt x="105" y="363"/>
                  </a:lnTo>
                  <a:lnTo>
                    <a:pt x="112" y="384"/>
                  </a:lnTo>
                  <a:lnTo>
                    <a:pt x="122" y="403"/>
                  </a:lnTo>
                  <a:lnTo>
                    <a:pt x="136" y="421"/>
                  </a:lnTo>
                  <a:lnTo>
                    <a:pt x="156" y="437"/>
                  </a:lnTo>
                  <a:lnTo>
                    <a:pt x="180" y="449"/>
                  </a:lnTo>
                  <a:lnTo>
                    <a:pt x="208" y="459"/>
                  </a:lnTo>
                  <a:lnTo>
                    <a:pt x="245" y="464"/>
                  </a:lnTo>
                  <a:lnTo>
                    <a:pt x="286" y="466"/>
                  </a:lnTo>
                  <a:lnTo>
                    <a:pt x="328" y="464"/>
                  </a:lnTo>
                  <a:lnTo>
                    <a:pt x="363" y="459"/>
                  </a:lnTo>
                  <a:lnTo>
                    <a:pt x="391" y="449"/>
                  </a:lnTo>
                  <a:lnTo>
                    <a:pt x="416" y="437"/>
                  </a:lnTo>
                  <a:lnTo>
                    <a:pt x="435" y="421"/>
                  </a:lnTo>
                  <a:lnTo>
                    <a:pt x="449" y="403"/>
                  </a:lnTo>
                  <a:lnTo>
                    <a:pt x="459" y="384"/>
                  </a:lnTo>
                  <a:lnTo>
                    <a:pt x="466" y="363"/>
                  </a:lnTo>
                  <a:lnTo>
                    <a:pt x="470" y="342"/>
                  </a:lnTo>
                  <a:lnTo>
                    <a:pt x="473" y="320"/>
                  </a:lnTo>
                  <a:lnTo>
                    <a:pt x="473" y="299"/>
                  </a:lnTo>
                  <a:lnTo>
                    <a:pt x="473" y="49"/>
                  </a:lnTo>
                  <a:lnTo>
                    <a:pt x="477" y="30"/>
                  </a:lnTo>
                  <a:lnTo>
                    <a:pt x="487" y="14"/>
                  </a:lnTo>
                  <a:lnTo>
                    <a:pt x="503" y="4"/>
                  </a:lnTo>
                  <a:lnTo>
                    <a:pt x="522" y="0"/>
                  </a:lnTo>
                  <a:lnTo>
                    <a:pt x="541" y="4"/>
                  </a:lnTo>
                  <a:lnTo>
                    <a:pt x="557" y="14"/>
                  </a:lnTo>
                  <a:lnTo>
                    <a:pt x="567" y="30"/>
                  </a:lnTo>
                  <a:lnTo>
                    <a:pt x="571" y="49"/>
                  </a:lnTo>
                  <a:lnTo>
                    <a:pt x="571" y="306"/>
                  </a:lnTo>
                  <a:lnTo>
                    <a:pt x="567" y="358"/>
                  </a:lnTo>
                  <a:lnTo>
                    <a:pt x="557" y="402"/>
                  </a:lnTo>
                  <a:lnTo>
                    <a:pt x="540" y="442"/>
                  </a:lnTo>
                  <a:lnTo>
                    <a:pt x="513" y="475"/>
                  </a:lnTo>
                  <a:lnTo>
                    <a:pt x="482" y="501"/>
                  </a:lnTo>
                  <a:lnTo>
                    <a:pt x="444" y="522"/>
                  </a:lnTo>
                  <a:lnTo>
                    <a:pt x="398" y="538"/>
                  </a:lnTo>
                  <a:lnTo>
                    <a:pt x="346" y="547"/>
                  </a:lnTo>
                  <a:lnTo>
                    <a:pt x="286" y="550"/>
                  </a:lnTo>
                  <a:lnTo>
                    <a:pt x="225" y="547"/>
                  </a:lnTo>
                  <a:lnTo>
                    <a:pt x="173" y="538"/>
                  </a:lnTo>
                  <a:lnTo>
                    <a:pt x="128" y="522"/>
                  </a:lnTo>
                  <a:lnTo>
                    <a:pt x="89" y="501"/>
                  </a:lnTo>
                  <a:lnTo>
                    <a:pt x="58" y="475"/>
                  </a:lnTo>
                  <a:lnTo>
                    <a:pt x="32" y="442"/>
                  </a:lnTo>
                  <a:lnTo>
                    <a:pt x="14" y="402"/>
                  </a:lnTo>
                  <a:lnTo>
                    <a:pt x="4" y="358"/>
                  </a:lnTo>
                  <a:lnTo>
                    <a:pt x="0" y="306"/>
                  </a:lnTo>
                  <a:lnTo>
                    <a:pt x="0" y="49"/>
                  </a:lnTo>
                  <a:lnTo>
                    <a:pt x="4" y="30"/>
                  </a:lnTo>
                  <a:lnTo>
                    <a:pt x="14" y="14"/>
                  </a:lnTo>
                  <a:lnTo>
                    <a:pt x="30" y="4"/>
                  </a:lnTo>
                  <a:lnTo>
                    <a:pt x="49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12"/>
            <p:cNvSpPr>
              <a:spLocks noEditPoints="1"/>
            </p:cNvSpPr>
            <p:nvPr/>
          </p:nvSpPr>
          <p:spPr bwMode="auto">
            <a:xfrm>
              <a:off x="6384926" y="-1244600"/>
              <a:ext cx="873125" cy="850900"/>
            </a:xfrm>
            <a:custGeom>
              <a:avLst/>
              <a:gdLst>
                <a:gd name="T0" fmla="*/ 96 w 550"/>
                <a:gd name="T1" fmla="*/ 79 h 536"/>
                <a:gd name="T2" fmla="*/ 96 w 550"/>
                <a:gd name="T3" fmla="*/ 241 h 536"/>
                <a:gd name="T4" fmla="*/ 307 w 550"/>
                <a:gd name="T5" fmla="*/ 241 h 536"/>
                <a:gd name="T6" fmla="*/ 342 w 550"/>
                <a:gd name="T7" fmla="*/ 241 h 536"/>
                <a:gd name="T8" fmla="*/ 372 w 550"/>
                <a:gd name="T9" fmla="*/ 238 h 536"/>
                <a:gd name="T10" fmla="*/ 398 w 550"/>
                <a:gd name="T11" fmla="*/ 231 h 536"/>
                <a:gd name="T12" fmla="*/ 417 w 550"/>
                <a:gd name="T13" fmla="*/ 222 h 536"/>
                <a:gd name="T14" fmla="*/ 431 w 550"/>
                <a:gd name="T15" fmla="*/ 206 h 536"/>
                <a:gd name="T16" fmla="*/ 440 w 550"/>
                <a:gd name="T17" fmla="*/ 187 h 536"/>
                <a:gd name="T18" fmla="*/ 443 w 550"/>
                <a:gd name="T19" fmla="*/ 161 h 536"/>
                <a:gd name="T20" fmla="*/ 440 w 550"/>
                <a:gd name="T21" fmla="*/ 135 h 536"/>
                <a:gd name="T22" fmla="*/ 431 w 550"/>
                <a:gd name="T23" fmla="*/ 114 h 536"/>
                <a:gd name="T24" fmla="*/ 417 w 550"/>
                <a:gd name="T25" fmla="*/ 100 h 536"/>
                <a:gd name="T26" fmla="*/ 398 w 550"/>
                <a:gd name="T27" fmla="*/ 89 h 536"/>
                <a:gd name="T28" fmla="*/ 372 w 550"/>
                <a:gd name="T29" fmla="*/ 84 h 536"/>
                <a:gd name="T30" fmla="*/ 342 w 550"/>
                <a:gd name="T31" fmla="*/ 80 h 536"/>
                <a:gd name="T32" fmla="*/ 307 w 550"/>
                <a:gd name="T33" fmla="*/ 79 h 536"/>
                <a:gd name="T34" fmla="*/ 96 w 550"/>
                <a:gd name="T35" fmla="*/ 79 h 536"/>
                <a:gd name="T36" fmla="*/ 0 w 550"/>
                <a:gd name="T37" fmla="*/ 0 h 536"/>
                <a:gd name="T38" fmla="*/ 323 w 550"/>
                <a:gd name="T39" fmla="*/ 0 h 536"/>
                <a:gd name="T40" fmla="*/ 377 w 550"/>
                <a:gd name="T41" fmla="*/ 2 h 536"/>
                <a:gd name="T42" fmla="*/ 422 w 550"/>
                <a:gd name="T43" fmla="*/ 9 h 536"/>
                <a:gd name="T44" fmla="*/ 459 w 550"/>
                <a:gd name="T45" fmla="*/ 19 h 536"/>
                <a:gd name="T46" fmla="*/ 489 w 550"/>
                <a:gd name="T47" fmla="*/ 37 h 536"/>
                <a:gd name="T48" fmla="*/ 511 w 550"/>
                <a:gd name="T49" fmla="*/ 58 h 536"/>
                <a:gd name="T50" fmla="*/ 527 w 550"/>
                <a:gd name="T51" fmla="*/ 86 h 536"/>
                <a:gd name="T52" fmla="*/ 537 w 550"/>
                <a:gd name="T53" fmla="*/ 119 h 536"/>
                <a:gd name="T54" fmla="*/ 539 w 550"/>
                <a:gd name="T55" fmla="*/ 157 h 536"/>
                <a:gd name="T56" fmla="*/ 537 w 550"/>
                <a:gd name="T57" fmla="*/ 194 h 536"/>
                <a:gd name="T58" fmla="*/ 527 w 550"/>
                <a:gd name="T59" fmla="*/ 225 h 536"/>
                <a:gd name="T60" fmla="*/ 513 w 550"/>
                <a:gd name="T61" fmla="*/ 252 h 536"/>
                <a:gd name="T62" fmla="*/ 494 w 550"/>
                <a:gd name="T63" fmla="*/ 272 h 536"/>
                <a:gd name="T64" fmla="*/ 471 w 550"/>
                <a:gd name="T65" fmla="*/ 290 h 536"/>
                <a:gd name="T66" fmla="*/ 447 w 550"/>
                <a:gd name="T67" fmla="*/ 302 h 536"/>
                <a:gd name="T68" fmla="*/ 419 w 550"/>
                <a:gd name="T69" fmla="*/ 311 h 536"/>
                <a:gd name="T70" fmla="*/ 393 w 550"/>
                <a:gd name="T71" fmla="*/ 314 h 536"/>
                <a:gd name="T72" fmla="*/ 384 w 550"/>
                <a:gd name="T73" fmla="*/ 314 h 536"/>
                <a:gd name="T74" fmla="*/ 550 w 550"/>
                <a:gd name="T75" fmla="*/ 536 h 536"/>
                <a:gd name="T76" fmla="*/ 431 w 550"/>
                <a:gd name="T77" fmla="*/ 536 h 536"/>
                <a:gd name="T78" fmla="*/ 274 w 550"/>
                <a:gd name="T79" fmla="*/ 323 h 536"/>
                <a:gd name="T80" fmla="*/ 272 w 550"/>
                <a:gd name="T81" fmla="*/ 321 h 536"/>
                <a:gd name="T82" fmla="*/ 96 w 550"/>
                <a:gd name="T83" fmla="*/ 321 h 536"/>
                <a:gd name="T84" fmla="*/ 96 w 550"/>
                <a:gd name="T85" fmla="*/ 536 h 536"/>
                <a:gd name="T86" fmla="*/ 0 w 550"/>
                <a:gd name="T87" fmla="*/ 536 h 536"/>
                <a:gd name="T88" fmla="*/ 0 w 550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0" h="536">
                  <a:moveTo>
                    <a:pt x="96" y="79"/>
                  </a:moveTo>
                  <a:lnTo>
                    <a:pt x="96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2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2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6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59" y="19"/>
                  </a:lnTo>
                  <a:lnTo>
                    <a:pt x="489" y="37"/>
                  </a:lnTo>
                  <a:lnTo>
                    <a:pt x="511" y="58"/>
                  </a:lnTo>
                  <a:lnTo>
                    <a:pt x="527" y="86"/>
                  </a:lnTo>
                  <a:lnTo>
                    <a:pt x="537" y="119"/>
                  </a:lnTo>
                  <a:lnTo>
                    <a:pt x="539" y="157"/>
                  </a:lnTo>
                  <a:lnTo>
                    <a:pt x="537" y="194"/>
                  </a:lnTo>
                  <a:lnTo>
                    <a:pt x="527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1" y="290"/>
                  </a:lnTo>
                  <a:lnTo>
                    <a:pt x="447" y="302"/>
                  </a:lnTo>
                  <a:lnTo>
                    <a:pt x="419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0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2" y="321"/>
                  </a:lnTo>
                  <a:lnTo>
                    <a:pt x="96" y="321"/>
                  </a:lnTo>
                  <a:lnTo>
                    <a:pt x="9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9" name="Freeform 13"/>
            <p:cNvSpPr>
              <a:spLocks/>
            </p:cNvSpPr>
            <p:nvPr/>
          </p:nvSpPr>
          <p:spPr bwMode="auto">
            <a:xfrm>
              <a:off x="7477126" y="-1244600"/>
              <a:ext cx="774700" cy="850900"/>
            </a:xfrm>
            <a:custGeom>
              <a:avLst/>
              <a:gdLst>
                <a:gd name="T0" fmla="*/ 0 w 488"/>
                <a:gd name="T1" fmla="*/ 0 h 536"/>
                <a:gd name="T2" fmla="*/ 438 w 488"/>
                <a:gd name="T3" fmla="*/ 0 h 536"/>
                <a:gd name="T4" fmla="*/ 453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3 w 488"/>
                <a:gd name="T17" fmla="*/ 79 h 536"/>
                <a:gd name="T18" fmla="*/ 438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33 w 488"/>
                <a:gd name="T25" fmla="*/ 218 h 536"/>
                <a:gd name="T26" fmla="*/ 349 w 488"/>
                <a:gd name="T27" fmla="*/ 222 h 536"/>
                <a:gd name="T28" fmla="*/ 361 w 488"/>
                <a:gd name="T29" fmla="*/ 231 h 536"/>
                <a:gd name="T30" fmla="*/ 370 w 488"/>
                <a:gd name="T31" fmla="*/ 243 h 536"/>
                <a:gd name="T32" fmla="*/ 373 w 488"/>
                <a:gd name="T33" fmla="*/ 259 h 536"/>
                <a:gd name="T34" fmla="*/ 370 w 488"/>
                <a:gd name="T35" fmla="*/ 276 h 536"/>
                <a:gd name="T36" fmla="*/ 361 w 488"/>
                <a:gd name="T37" fmla="*/ 288 h 536"/>
                <a:gd name="T38" fmla="*/ 349 w 488"/>
                <a:gd name="T39" fmla="*/ 297 h 536"/>
                <a:gd name="T40" fmla="*/ 333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6 w 488"/>
                <a:gd name="T47" fmla="*/ 454 h 536"/>
                <a:gd name="T48" fmla="*/ 464 w 488"/>
                <a:gd name="T49" fmla="*/ 457 h 536"/>
                <a:gd name="T50" fmla="*/ 476 w 488"/>
                <a:gd name="T51" fmla="*/ 466 h 536"/>
                <a:gd name="T52" fmla="*/ 485 w 488"/>
                <a:gd name="T53" fmla="*/ 478 h 536"/>
                <a:gd name="T54" fmla="*/ 488 w 488"/>
                <a:gd name="T55" fmla="*/ 494 h 536"/>
                <a:gd name="T56" fmla="*/ 485 w 488"/>
                <a:gd name="T57" fmla="*/ 512 h 536"/>
                <a:gd name="T58" fmla="*/ 476 w 488"/>
                <a:gd name="T59" fmla="*/ 524 h 536"/>
                <a:gd name="T60" fmla="*/ 464 w 488"/>
                <a:gd name="T61" fmla="*/ 533 h 536"/>
                <a:gd name="T62" fmla="*/ 446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38" y="0"/>
                  </a:lnTo>
                  <a:lnTo>
                    <a:pt x="453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3" y="79"/>
                  </a:lnTo>
                  <a:lnTo>
                    <a:pt x="438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33" y="218"/>
                  </a:lnTo>
                  <a:lnTo>
                    <a:pt x="349" y="222"/>
                  </a:lnTo>
                  <a:lnTo>
                    <a:pt x="361" y="231"/>
                  </a:lnTo>
                  <a:lnTo>
                    <a:pt x="370" y="243"/>
                  </a:lnTo>
                  <a:lnTo>
                    <a:pt x="373" y="259"/>
                  </a:lnTo>
                  <a:lnTo>
                    <a:pt x="370" y="276"/>
                  </a:lnTo>
                  <a:lnTo>
                    <a:pt x="361" y="288"/>
                  </a:lnTo>
                  <a:lnTo>
                    <a:pt x="349" y="297"/>
                  </a:lnTo>
                  <a:lnTo>
                    <a:pt x="333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6" y="454"/>
                  </a:lnTo>
                  <a:lnTo>
                    <a:pt x="464" y="457"/>
                  </a:lnTo>
                  <a:lnTo>
                    <a:pt x="476" y="466"/>
                  </a:lnTo>
                  <a:lnTo>
                    <a:pt x="485" y="478"/>
                  </a:lnTo>
                  <a:lnTo>
                    <a:pt x="488" y="494"/>
                  </a:lnTo>
                  <a:lnTo>
                    <a:pt x="485" y="512"/>
                  </a:lnTo>
                  <a:lnTo>
                    <a:pt x="476" y="524"/>
                  </a:lnTo>
                  <a:lnTo>
                    <a:pt x="464" y="533"/>
                  </a:lnTo>
                  <a:lnTo>
                    <a:pt x="44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0" name="Freeform 14"/>
            <p:cNvSpPr>
              <a:spLocks/>
            </p:cNvSpPr>
            <p:nvPr/>
          </p:nvSpPr>
          <p:spPr bwMode="auto">
            <a:xfrm>
              <a:off x="3233738" y="-1751013"/>
              <a:ext cx="152400" cy="146050"/>
            </a:xfrm>
            <a:custGeom>
              <a:avLst/>
              <a:gdLst>
                <a:gd name="T0" fmla="*/ 51 w 96"/>
                <a:gd name="T1" fmla="*/ 0 h 92"/>
                <a:gd name="T2" fmla="*/ 53 w 96"/>
                <a:gd name="T3" fmla="*/ 0 h 92"/>
                <a:gd name="T4" fmla="*/ 70 w 96"/>
                <a:gd name="T5" fmla="*/ 5 h 92"/>
                <a:gd name="T6" fmla="*/ 84 w 96"/>
                <a:gd name="T7" fmla="*/ 15 h 92"/>
                <a:gd name="T8" fmla="*/ 93 w 96"/>
                <a:gd name="T9" fmla="*/ 31 h 92"/>
                <a:gd name="T10" fmla="*/ 96 w 96"/>
                <a:gd name="T11" fmla="*/ 49 h 92"/>
                <a:gd name="T12" fmla="*/ 91 w 96"/>
                <a:gd name="T13" fmla="*/ 66 h 92"/>
                <a:gd name="T14" fmla="*/ 81 w 96"/>
                <a:gd name="T15" fmla="*/ 80 h 92"/>
                <a:gd name="T16" fmla="*/ 65 w 96"/>
                <a:gd name="T17" fmla="*/ 91 h 92"/>
                <a:gd name="T18" fmla="*/ 47 w 96"/>
                <a:gd name="T19" fmla="*/ 92 h 92"/>
                <a:gd name="T20" fmla="*/ 44 w 96"/>
                <a:gd name="T21" fmla="*/ 92 h 92"/>
                <a:gd name="T22" fmla="*/ 26 w 96"/>
                <a:gd name="T23" fmla="*/ 87 h 92"/>
                <a:gd name="T24" fmla="*/ 12 w 96"/>
                <a:gd name="T25" fmla="*/ 77 h 92"/>
                <a:gd name="T26" fmla="*/ 4 w 96"/>
                <a:gd name="T27" fmla="*/ 61 h 92"/>
                <a:gd name="T28" fmla="*/ 0 w 96"/>
                <a:gd name="T29" fmla="*/ 43 h 92"/>
                <a:gd name="T30" fmla="*/ 5 w 96"/>
                <a:gd name="T31" fmla="*/ 26 h 92"/>
                <a:gd name="T32" fmla="*/ 16 w 96"/>
                <a:gd name="T33" fmla="*/ 12 h 92"/>
                <a:gd name="T34" fmla="*/ 32 w 96"/>
                <a:gd name="T35" fmla="*/ 2 h 92"/>
                <a:gd name="T36" fmla="*/ 51 w 96"/>
                <a:gd name="T37" fmla="*/ 0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96" h="92">
                  <a:moveTo>
                    <a:pt x="51" y="0"/>
                  </a:moveTo>
                  <a:lnTo>
                    <a:pt x="53" y="0"/>
                  </a:lnTo>
                  <a:lnTo>
                    <a:pt x="70" y="5"/>
                  </a:lnTo>
                  <a:lnTo>
                    <a:pt x="84" y="15"/>
                  </a:lnTo>
                  <a:lnTo>
                    <a:pt x="93" y="31"/>
                  </a:lnTo>
                  <a:lnTo>
                    <a:pt x="96" y="49"/>
                  </a:lnTo>
                  <a:lnTo>
                    <a:pt x="91" y="66"/>
                  </a:lnTo>
                  <a:lnTo>
                    <a:pt x="81" y="80"/>
                  </a:lnTo>
                  <a:lnTo>
                    <a:pt x="65" y="91"/>
                  </a:lnTo>
                  <a:lnTo>
                    <a:pt x="47" y="92"/>
                  </a:lnTo>
                  <a:lnTo>
                    <a:pt x="44" y="92"/>
                  </a:lnTo>
                  <a:lnTo>
                    <a:pt x="26" y="87"/>
                  </a:lnTo>
                  <a:lnTo>
                    <a:pt x="12" y="77"/>
                  </a:lnTo>
                  <a:lnTo>
                    <a:pt x="4" y="61"/>
                  </a:lnTo>
                  <a:lnTo>
                    <a:pt x="0" y="43"/>
                  </a:lnTo>
                  <a:lnTo>
                    <a:pt x="5" y="26"/>
                  </a:lnTo>
                  <a:lnTo>
                    <a:pt x="16" y="12"/>
                  </a:lnTo>
                  <a:lnTo>
                    <a:pt x="32" y="2"/>
                  </a:lnTo>
                  <a:lnTo>
                    <a:pt x="51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15"/>
            <p:cNvSpPr>
              <a:spLocks/>
            </p:cNvSpPr>
            <p:nvPr/>
          </p:nvSpPr>
          <p:spPr bwMode="auto">
            <a:xfrm>
              <a:off x="3719513" y="-2219325"/>
              <a:ext cx="219075" cy="263525"/>
            </a:xfrm>
            <a:custGeom>
              <a:avLst/>
              <a:gdLst>
                <a:gd name="T0" fmla="*/ 40 w 138"/>
                <a:gd name="T1" fmla="*/ 0 h 166"/>
                <a:gd name="T2" fmla="*/ 57 w 138"/>
                <a:gd name="T3" fmla="*/ 2 h 166"/>
                <a:gd name="T4" fmla="*/ 73 w 138"/>
                <a:gd name="T5" fmla="*/ 9 h 166"/>
                <a:gd name="T6" fmla="*/ 85 w 138"/>
                <a:gd name="T7" fmla="*/ 22 h 166"/>
                <a:gd name="T8" fmla="*/ 132 w 138"/>
                <a:gd name="T9" fmla="*/ 96 h 166"/>
                <a:gd name="T10" fmla="*/ 138 w 138"/>
                <a:gd name="T11" fmla="*/ 113 h 166"/>
                <a:gd name="T12" fmla="*/ 138 w 138"/>
                <a:gd name="T13" fmla="*/ 131 h 166"/>
                <a:gd name="T14" fmla="*/ 129 w 138"/>
                <a:gd name="T15" fmla="*/ 146 h 166"/>
                <a:gd name="T16" fmla="*/ 115 w 138"/>
                <a:gd name="T17" fmla="*/ 159 h 166"/>
                <a:gd name="T18" fmla="*/ 99 w 138"/>
                <a:gd name="T19" fmla="*/ 166 h 166"/>
                <a:gd name="T20" fmla="*/ 80 w 138"/>
                <a:gd name="T21" fmla="*/ 164 h 166"/>
                <a:gd name="T22" fmla="*/ 64 w 138"/>
                <a:gd name="T23" fmla="*/ 157 h 166"/>
                <a:gd name="T24" fmla="*/ 52 w 138"/>
                <a:gd name="T25" fmla="*/ 143 h 166"/>
                <a:gd name="T26" fmla="*/ 5 w 138"/>
                <a:gd name="T27" fmla="*/ 70 h 166"/>
                <a:gd name="T28" fmla="*/ 0 w 138"/>
                <a:gd name="T29" fmla="*/ 52 h 166"/>
                <a:gd name="T30" fmla="*/ 0 w 138"/>
                <a:gd name="T31" fmla="*/ 35 h 166"/>
                <a:gd name="T32" fmla="*/ 8 w 138"/>
                <a:gd name="T33" fmla="*/ 17 h 166"/>
                <a:gd name="T34" fmla="*/ 22 w 138"/>
                <a:gd name="T35" fmla="*/ 7 h 166"/>
                <a:gd name="T36" fmla="*/ 40 w 138"/>
                <a:gd name="T37" fmla="*/ 0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38" h="166">
                  <a:moveTo>
                    <a:pt x="40" y="0"/>
                  </a:moveTo>
                  <a:lnTo>
                    <a:pt x="57" y="2"/>
                  </a:lnTo>
                  <a:lnTo>
                    <a:pt x="73" y="9"/>
                  </a:lnTo>
                  <a:lnTo>
                    <a:pt x="85" y="22"/>
                  </a:lnTo>
                  <a:lnTo>
                    <a:pt x="132" y="96"/>
                  </a:lnTo>
                  <a:lnTo>
                    <a:pt x="138" y="113"/>
                  </a:lnTo>
                  <a:lnTo>
                    <a:pt x="138" y="131"/>
                  </a:lnTo>
                  <a:lnTo>
                    <a:pt x="129" y="146"/>
                  </a:lnTo>
                  <a:lnTo>
                    <a:pt x="115" y="159"/>
                  </a:lnTo>
                  <a:lnTo>
                    <a:pt x="99" y="166"/>
                  </a:lnTo>
                  <a:lnTo>
                    <a:pt x="80" y="164"/>
                  </a:lnTo>
                  <a:lnTo>
                    <a:pt x="64" y="157"/>
                  </a:lnTo>
                  <a:lnTo>
                    <a:pt x="52" y="143"/>
                  </a:lnTo>
                  <a:lnTo>
                    <a:pt x="5" y="70"/>
                  </a:lnTo>
                  <a:lnTo>
                    <a:pt x="0" y="52"/>
                  </a:lnTo>
                  <a:lnTo>
                    <a:pt x="0" y="35"/>
                  </a:lnTo>
                  <a:lnTo>
                    <a:pt x="8" y="17"/>
                  </a:lnTo>
                  <a:lnTo>
                    <a:pt x="22" y="7"/>
                  </a:lnTo>
                  <a:lnTo>
                    <a:pt x="40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16"/>
            <p:cNvSpPr>
              <a:spLocks/>
            </p:cNvSpPr>
            <p:nvPr/>
          </p:nvSpPr>
          <p:spPr bwMode="auto">
            <a:xfrm>
              <a:off x="4289426" y="-2582863"/>
              <a:ext cx="222250" cy="407988"/>
            </a:xfrm>
            <a:custGeom>
              <a:avLst/>
              <a:gdLst>
                <a:gd name="T0" fmla="*/ 53 w 140"/>
                <a:gd name="T1" fmla="*/ 0 h 257"/>
                <a:gd name="T2" fmla="*/ 68 w 140"/>
                <a:gd name="T3" fmla="*/ 7 h 257"/>
                <a:gd name="T4" fmla="*/ 82 w 140"/>
                <a:gd name="T5" fmla="*/ 19 h 257"/>
                <a:gd name="T6" fmla="*/ 89 w 140"/>
                <a:gd name="T7" fmla="*/ 35 h 257"/>
                <a:gd name="T8" fmla="*/ 140 w 140"/>
                <a:gd name="T9" fmla="*/ 199 h 257"/>
                <a:gd name="T10" fmla="*/ 140 w 140"/>
                <a:gd name="T11" fmla="*/ 218 h 257"/>
                <a:gd name="T12" fmla="*/ 135 w 140"/>
                <a:gd name="T13" fmla="*/ 234 h 257"/>
                <a:gd name="T14" fmla="*/ 122 w 140"/>
                <a:gd name="T15" fmla="*/ 248 h 257"/>
                <a:gd name="T16" fmla="*/ 105 w 140"/>
                <a:gd name="T17" fmla="*/ 255 h 257"/>
                <a:gd name="T18" fmla="*/ 88 w 140"/>
                <a:gd name="T19" fmla="*/ 257 h 257"/>
                <a:gd name="T20" fmla="*/ 70 w 140"/>
                <a:gd name="T21" fmla="*/ 250 h 257"/>
                <a:gd name="T22" fmla="*/ 58 w 140"/>
                <a:gd name="T23" fmla="*/ 239 h 257"/>
                <a:gd name="T24" fmla="*/ 49 w 140"/>
                <a:gd name="T25" fmla="*/ 222 h 257"/>
                <a:gd name="T26" fmla="*/ 0 w 140"/>
                <a:gd name="T27" fmla="*/ 58 h 257"/>
                <a:gd name="T28" fmla="*/ 0 w 140"/>
                <a:gd name="T29" fmla="*/ 40 h 257"/>
                <a:gd name="T30" fmla="*/ 5 w 140"/>
                <a:gd name="T31" fmla="*/ 23 h 257"/>
                <a:gd name="T32" fmla="*/ 18 w 140"/>
                <a:gd name="T33" fmla="*/ 11 h 257"/>
                <a:gd name="T34" fmla="*/ 33 w 140"/>
                <a:gd name="T35" fmla="*/ 2 h 257"/>
                <a:gd name="T36" fmla="*/ 53 w 140"/>
                <a:gd name="T37" fmla="*/ 0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40" h="257">
                  <a:moveTo>
                    <a:pt x="53" y="0"/>
                  </a:moveTo>
                  <a:lnTo>
                    <a:pt x="68" y="7"/>
                  </a:lnTo>
                  <a:lnTo>
                    <a:pt x="82" y="19"/>
                  </a:lnTo>
                  <a:lnTo>
                    <a:pt x="89" y="35"/>
                  </a:lnTo>
                  <a:lnTo>
                    <a:pt x="140" y="199"/>
                  </a:lnTo>
                  <a:lnTo>
                    <a:pt x="140" y="218"/>
                  </a:lnTo>
                  <a:lnTo>
                    <a:pt x="135" y="234"/>
                  </a:lnTo>
                  <a:lnTo>
                    <a:pt x="122" y="248"/>
                  </a:lnTo>
                  <a:lnTo>
                    <a:pt x="105" y="255"/>
                  </a:lnTo>
                  <a:lnTo>
                    <a:pt x="88" y="257"/>
                  </a:lnTo>
                  <a:lnTo>
                    <a:pt x="70" y="250"/>
                  </a:lnTo>
                  <a:lnTo>
                    <a:pt x="58" y="239"/>
                  </a:lnTo>
                  <a:lnTo>
                    <a:pt x="49" y="222"/>
                  </a:lnTo>
                  <a:lnTo>
                    <a:pt x="0" y="58"/>
                  </a:lnTo>
                  <a:lnTo>
                    <a:pt x="0" y="40"/>
                  </a:lnTo>
                  <a:lnTo>
                    <a:pt x="5" y="23"/>
                  </a:lnTo>
                  <a:lnTo>
                    <a:pt x="18" y="11"/>
                  </a:lnTo>
                  <a:lnTo>
                    <a:pt x="33" y="2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3" name="Freeform 17"/>
            <p:cNvSpPr>
              <a:spLocks/>
            </p:cNvSpPr>
            <p:nvPr/>
          </p:nvSpPr>
          <p:spPr bwMode="auto">
            <a:xfrm>
              <a:off x="4910138" y="-2876550"/>
              <a:ext cx="188913" cy="561975"/>
            </a:xfrm>
            <a:custGeom>
              <a:avLst/>
              <a:gdLst>
                <a:gd name="T0" fmla="*/ 44 w 119"/>
                <a:gd name="T1" fmla="*/ 0 h 354"/>
                <a:gd name="T2" fmla="*/ 63 w 119"/>
                <a:gd name="T3" fmla="*/ 4 h 354"/>
                <a:gd name="T4" fmla="*/ 77 w 119"/>
                <a:gd name="T5" fmla="*/ 12 h 354"/>
                <a:gd name="T6" fmla="*/ 87 w 119"/>
                <a:gd name="T7" fmla="*/ 26 h 354"/>
                <a:gd name="T8" fmla="*/ 93 w 119"/>
                <a:gd name="T9" fmla="*/ 44 h 354"/>
                <a:gd name="T10" fmla="*/ 119 w 119"/>
                <a:gd name="T11" fmla="*/ 306 h 354"/>
                <a:gd name="T12" fmla="*/ 115 w 119"/>
                <a:gd name="T13" fmla="*/ 323 h 354"/>
                <a:gd name="T14" fmla="*/ 107 w 119"/>
                <a:gd name="T15" fmla="*/ 339 h 354"/>
                <a:gd name="T16" fmla="*/ 93 w 119"/>
                <a:gd name="T17" fmla="*/ 349 h 354"/>
                <a:gd name="T18" fmla="*/ 75 w 119"/>
                <a:gd name="T19" fmla="*/ 354 h 354"/>
                <a:gd name="T20" fmla="*/ 58 w 119"/>
                <a:gd name="T21" fmla="*/ 351 h 354"/>
                <a:gd name="T22" fmla="*/ 42 w 119"/>
                <a:gd name="T23" fmla="*/ 342 h 354"/>
                <a:gd name="T24" fmla="*/ 32 w 119"/>
                <a:gd name="T25" fmla="*/ 328 h 354"/>
                <a:gd name="T26" fmla="*/ 26 w 119"/>
                <a:gd name="T27" fmla="*/ 311 h 354"/>
                <a:gd name="T28" fmla="*/ 0 w 119"/>
                <a:gd name="T29" fmla="*/ 49 h 354"/>
                <a:gd name="T30" fmla="*/ 4 w 119"/>
                <a:gd name="T31" fmla="*/ 32 h 354"/>
                <a:gd name="T32" fmla="*/ 12 w 119"/>
                <a:gd name="T33" fmla="*/ 16 h 354"/>
                <a:gd name="T34" fmla="*/ 26 w 119"/>
                <a:gd name="T35" fmla="*/ 5 h 354"/>
                <a:gd name="T36" fmla="*/ 44 w 119"/>
                <a:gd name="T37" fmla="*/ 0 h 3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9" h="354">
                  <a:moveTo>
                    <a:pt x="44" y="0"/>
                  </a:moveTo>
                  <a:lnTo>
                    <a:pt x="63" y="4"/>
                  </a:lnTo>
                  <a:lnTo>
                    <a:pt x="77" y="12"/>
                  </a:lnTo>
                  <a:lnTo>
                    <a:pt x="87" y="26"/>
                  </a:lnTo>
                  <a:lnTo>
                    <a:pt x="93" y="44"/>
                  </a:lnTo>
                  <a:lnTo>
                    <a:pt x="119" y="306"/>
                  </a:lnTo>
                  <a:lnTo>
                    <a:pt x="115" y="323"/>
                  </a:lnTo>
                  <a:lnTo>
                    <a:pt x="107" y="339"/>
                  </a:lnTo>
                  <a:lnTo>
                    <a:pt x="93" y="349"/>
                  </a:lnTo>
                  <a:lnTo>
                    <a:pt x="75" y="354"/>
                  </a:lnTo>
                  <a:lnTo>
                    <a:pt x="58" y="351"/>
                  </a:lnTo>
                  <a:lnTo>
                    <a:pt x="42" y="342"/>
                  </a:lnTo>
                  <a:lnTo>
                    <a:pt x="32" y="328"/>
                  </a:lnTo>
                  <a:lnTo>
                    <a:pt x="26" y="311"/>
                  </a:lnTo>
                  <a:lnTo>
                    <a:pt x="0" y="49"/>
                  </a:lnTo>
                  <a:lnTo>
                    <a:pt x="4" y="32"/>
                  </a:lnTo>
                  <a:lnTo>
                    <a:pt x="12" y="16"/>
                  </a:lnTo>
                  <a:lnTo>
                    <a:pt x="26" y="5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4" name="Freeform 18"/>
            <p:cNvSpPr>
              <a:spLocks/>
            </p:cNvSpPr>
            <p:nvPr/>
          </p:nvSpPr>
          <p:spPr bwMode="auto">
            <a:xfrm>
              <a:off x="5541963" y="-3081338"/>
              <a:ext cx="174625" cy="703263"/>
            </a:xfrm>
            <a:custGeom>
              <a:avLst/>
              <a:gdLst>
                <a:gd name="T0" fmla="*/ 68 w 110"/>
                <a:gd name="T1" fmla="*/ 0 h 443"/>
                <a:gd name="T2" fmla="*/ 86 w 110"/>
                <a:gd name="T3" fmla="*/ 5 h 443"/>
                <a:gd name="T4" fmla="*/ 100 w 110"/>
                <a:gd name="T5" fmla="*/ 16 h 443"/>
                <a:gd name="T6" fmla="*/ 107 w 110"/>
                <a:gd name="T7" fmla="*/ 31 h 443"/>
                <a:gd name="T8" fmla="*/ 110 w 110"/>
                <a:gd name="T9" fmla="*/ 51 h 443"/>
                <a:gd name="T10" fmla="*/ 93 w 110"/>
                <a:gd name="T11" fmla="*/ 401 h 443"/>
                <a:gd name="T12" fmla="*/ 87 w 110"/>
                <a:gd name="T13" fmla="*/ 419 h 443"/>
                <a:gd name="T14" fmla="*/ 75 w 110"/>
                <a:gd name="T15" fmla="*/ 433 h 443"/>
                <a:gd name="T16" fmla="*/ 61 w 110"/>
                <a:gd name="T17" fmla="*/ 442 h 443"/>
                <a:gd name="T18" fmla="*/ 42 w 110"/>
                <a:gd name="T19" fmla="*/ 443 h 443"/>
                <a:gd name="T20" fmla="*/ 25 w 110"/>
                <a:gd name="T21" fmla="*/ 438 h 443"/>
                <a:gd name="T22" fmla="*/ 11 w 110"/>
                <a:gd name="T23" fmla="*/ 426 h 443"/>
                <a:gd name="T24" fmla="*/ 2 w 110"/>
                <a:gd name="T25" fmla="*/ 412 h 443"/>
                <a:gd name="T26" fmla="*/ 0 w 110"/>
                <a:gd name="T27" fmla="*/ 393 h 443"/>
                <a:gd name="T28" fmla="*/ 18 w 110"/>
                <a:gd name="T29" fmla="*/ 42 h 443"/>
                <a:gd name="T30" fmla="*/ 23 w 110"/>
                <a:gd name="T31" fmla="*/ 24 h 443"/>
                <a:gd name="T32" fmla="*/ 33 w 110"/>
                <a:gd name="T33" fmla="*/ 10 h 443"/>
                <a:gd name="T34" fmla="*/ 49 w 110"/>
                <a:gd name="T35" fmla="*/ 2 h 443"/>
                <a:gd name="T36" fmla="*/ 68 w 110"/>
                <a:gd name="T37" fmla="*/ 0 h 4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0" h="443">
                  <a:moveTo>
                    <a:pt x="68" y="0"/>
                  </a:moveTo>
                  <a:lnTo>
                    <a:pt x="86" y="5"/>
                  </a:lnTo>
                  <a:lnTo>
                    <a:pt x="100" y="16"/>
                  </a:lnTo>
                  <a:lnTo>
                    <a:pt x="107" y="31"/>
                  </a:lnTo>
                  <a:lnTo>
                    <a:pt x="110" y="51"/>
                  </a:lnTo>
                  <a:lnTo>
                    <a:pt x="93" y="401"/>
                  </a:lnTo>
                  <a:lnTo>
                    <a:pt x="87" y="419"/>
                  </a:lnTo>
                  <a:lnTo>
                    <a:pt x="75" y="433"/>
                  </a:lnTo>
                  <a:lnTo>
                    <a:pt x="61" y="442"/>
                  </a:lnTo>
                  <a:lnTo>
                    <a:pt x="42" y="443"/>
                  </a:lnTo>
                  <a:lnTo>
                    <a:pt x="25" y="438"/>
                  </a:lnTo>
                  <a:lnTo>
                    <a:pt x="11" y="426"/>
                  </a:lnTo>
                  <a:lnTo>
                    <a:pt x="2" y="412"/>
                  </a:lnTo>
                  <a:lnTo>
                    <a:pt x="0" y="393"/>
                  </a:lnTo>
                  <a:lnTo>
                    <a:pt x="18" y="42"/>
                  </a:lnTo>
                  <a:lnTo>
                    <a:pt x="23" y="24"/>
                  </a:lnTo>
                  <a:lnTo>
                    <a:pt x="33" y="10"/>
                  </a:lnTo>
                  <a:lnTo>
                    <a:pt x="49" y="2"/>
                  </a:lnTo>
                  <a:lnTo>
                    <a:pt x="68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5" name="Freeform 19"/>
            <p:cNvSpPr>
              <a:spLocks/>
            </p:cNvSpPr>
            <p:nvPr/>
          </p:nvSpPr>
          <p:spPr bwMode="auto">
            <a:xfrm>
              <a:off x="6140451" y="-3203575"/>
              <a:ext cx="271463" cy="831850"/>
            </a:xfrm>
            <a:custGeom>
              <a:avLst/>
              <a:gdLst>
                <a:gd name="T0" fmla="*/ 119 w 171"/>
                <a:gd name="T1" fmla="*/ 0 h 524"/>
                <a:gd name="T2" fmla="*/ 136 w 171"/>
                <a:gd name="T3" fmla="*/ 0 h 524"/>
                <a:gd name="T4" fmla="*/ 154 w 171"/>
                <a:gd name="T5" fmla="*/ 9 h 524"/>
                <a:gd name="T6" fmla="*/ 166 w 171"/>
                <a:gd name="T7" fmla="*/ 21 h 524"/>
                <a:gd name="T8" fmla="*/ 171 w 171"/>
                <a:gd name="T9" fmla="*/ 37 h 524"/>
                <a:gd name="T10" fmla="*/ 171 w 171"/>
                <a:gd name="T11" fmla="*/ 56 h 524"/>
                <a:gd name="T12" fmla="*/ 91 w 171"/>
                <a:gd name="T13" fmla="*/ 489 h 524"/>
                <a:gd name="T14" fmla="*/ 84 w 171"/>
                <a:gd name="T15" fmla="*/ 506 h 524"/>
                <a:gd name="T16" fmla="*/ 70 w 171"/>
                <a:gd name="T17" fmla="*/ 517 h 524"/>
                <a:gd name="T18" fmla="*/ 54 w 171"/>
                <a:gd name="T19" fmla="*/ 524 h 524"/>
                <a:gd name="T20" fmla="*/ 37 w 171"/>
                <a:gd name="T21" fmla="*/ 524 h 524"/>
                <a:gd name="T22" fmla="*/ 19 w 171"/>
                <a:gd name="T23" fmla="*/ 517 h 524"/>
                <a:gd name="T24" fmla="*/ 7 w 171"/>
                <a:gd name="T25" fmla="*/ 503 h 524"/>
                <a:gd name="T26" fmla="*/ 0 w 171"/>
                <a:gd name="T27" fmla="*/ 487 h 524"/>
                <a:gd name="T28" fmla="*/ 2 w 171"/>
                <a:gd name="T29" fmla="*/ 468 h 524"/>
                <a:gd name="T30" fmla="*/ 82 w 171"/>
                <a:gd name="T31" fmla="*/ 35 h 524"/>
                <a:gd name="T32" fmla="*/ 89 w 171"/>
                <a:gd name="T33" fmla="*/ 19 h 524"/>
                <a:gd name="T34" fmla="*/ 101 w 171"/>
                <a:gd name="T35" fmla="*/ 7 h 524"/>
                <a:gd name="T36" fmla="*/ 119 w 171"/>
                <a:gd name="T37" fmla="*/ 0 h 5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71" h="524">
                  <a:moveTo>
                    <a:pt x="119" y="0"/>
                  </a:moveTo>
                  <a:lnTo>
                    <a:pt x="136" y="0"/>
                  </a:lnTo>
                  <a:lnTo>
                    <a:pt x="154" y="9"/>
                  </a:lnTo>
                  <a:lnTo>
                    <a:pt x="166" y="21"/>
                  </a:lnTo>
                  <a:lnTo>
                    <a:pt x="171" y="37"/>
                  </a:lnTo>
                  <a:lnTo>
                    <a:pt x="171" y="56"/>
                  </a:lnTo>
                  <a:lnTo>
                    <a:pt x="91" y="489"/>
                  </a:lnTo>
                  <a:lnTo>
                    <a:pt x="84" y="506"/>
                  </a:lnTo>
                  <a:lnTo>
                    <a:pt x="70" y="517"/>
                  </a:lnTo>
                  <a:lnTo>
                    <a:pt x="54" y="524"/>
                  </a:lnTo>
                  <a:lnTo>
                    <a:pt x="37" y="524"/>
                  </a:lnTo>
                  <a:lnTo>
                    <a:pt x="19" y="517"/>
                  </a:lnTo>
                  <a:lnTo>
                    <a:pt x="7" y="503"/>
                  </a:lnTo>
                  <a:lnTo>
                    <a:pt x="0" y="487"/>
                  </a:lnTo>
                  <a:lnTo>
                    <a:pt x="2" y="468"/>
                  </a:lnTo>
                  <a:lnTo>
                    <a:pt x="82" y="35"/>
                  </a:lnTo>
                  <a:lnTo>
                    <a:pt x="89" y="19"/>
                  </a:lnTo>
                  <a:lnTo>
                    <a:pt x="101" y="7"/>
                  </a:lnTo>
                  <a:lnTo>
                    <a:pt x="11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6" name="Freeform 20"/>
            <p:cNvSpPr>
              <a:spLocks/>
            </p:cNvSpPr>
            <p:nvPr/>
          </p:nvSpPr>
          <p:spPr bwMode="auto">
            <a:xfrm>
              <a:off x="6724651" y="-3240088"/>
              <a:ext cx="404813" cy="950913"/>
            </a:xfrm>
            <a:custGeom>
              <a:avLst/>
              <a:gdLst>
                <a:gd name="T0" fmla="*/ 206 w 255"/>
                <a:gd name="T1" fmla="*/ 0 h 599"/>
                <a:gd name="T2" fmla="*/ 226 w 255"/>
                <a:gd name="T3" fmla="*/ 4 h 599"/>
                <a:gd name="T4" fmla="*/ 241 w 255"/>
                <a:gd name="T5" fmla="*/ 13 h 599"/>
                <a:gd name="T6" fmla="*/ 252 w 255"/>
                <a:gd name="T7" fmla="*/ 27 h 599"/>
                <a:gd name="T8" fmla="*/ 255 w 255"/>
                <a:gd name="T9" fmla="*/ 44 h 599"/>
                <a:gd name="T10" fmla="*/ 254 w 255"/>
                <a:gd name="T11" fmla="*/ 62 h 599"/>
                <a:gd name="T12" fmla="*/ 90 w 255"/>
                <a:gd name="T13" fmla="*/ 569 h 599"/>
                <a:gd name="T14" fmla="*/ 81 w 255"/>
                <a:gd name="T15" fmla="*/ 585 h 599"/>
                <a:gd name="T16" fmla="*/ 65 w 255"/>
                <a:gd name="T17" fmla="*/ 596 h 599"/>
                <a:gd name="T18" fmla="*/ 49 w 255"/>
                <a:gd name="T19" fmla="*/ 599 h 599"/>
                <a:gd name="T20" fmla="*/ 30 w 255"/>
                <a:gd name="T21" fmla="*/ 597 h 599"/>
                <a:gd name="T22" fmla="*/ 14 w 255"/>
                <a:gd name="T23" fmla="*/ 587 h 599"/>
                <a:gd name="T24" fmla="*/ 4 w 255"/>
                <a:gd name="T25" fmla="*/ 573 h 599"/>
                <a:gd name="T26" fmla="*/ 0 w 255"/>
                <a:gd name="T27" fmla="*/ 556 h 599"/>
                <a:gd name="T28" fmla="*/ 2 w 255"/>
                <a:gd name="T29" fmla="*/ 538 h 599"/>
                <a:gd name="T30" fmla="*/ 166 w 255"/>
                <a:gd name="T31" fmla="*/ 30 h 599"/>
                <a:gd name="T32" fmla="*/ 175 w 255"/>
                <a:gd name="T33" fmla="*/ 16 h 599"/>
                <a:gd name="T34" fmla="*/ 191 w 255"/>
                <a:gd name="T35" fmla="*/ 6 h 599"/>
                <a:gd name="T36" fmla="*/ 206 w 255"/>
                <a:gd name="T37" fmla="*/ 0 h 5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55" h="599">
                  <a:moveTo>
                    <a:pt x="206" y="0"/>
                  </a:moveTo>
                  <a:lnTo>
                    <a:pt x="226" y="4"/>
                  </a:lnTo>
                  <a:lnTo>
                    <a:pt x="241" y="13"/>
                  </a:lnTo>
                  <a:lnTo>
                    <a:pt x="252" y="27"/>
                  </a:lnTo>
                  <a:lnTo>
                    <a:pt x="255" y="44"/>
                  </a:lnTo>
                  <a:lnTo>
                    <a:pt x="254" y="62"/>
                  </a:lnTo>
                  <a:lnTo>
                    <a:pt x="90" y="569"/>
                  </a:lnTo>
                  <a:lnTo>
                    <a:pt x="81" y="585"/>
                  </a:lnTo>
                  <a:lnTo>
                    <a:pt x="65" y="596"/>
                  </a:lnTo>
                  <a:lnTo>
                    <a:pt x="49" y="599"/>
                  </a:lnTo>
                  <a:lnTo>
                    <a:pt x="30" y="597"/>
                  </a:lnTo>
                  <a:lnTo>
                    <a:pt x="14" y="587"/>
                  </a:lnTo>
                  <a:lnTo>
                    <a:pt x="4" y="573"/>
                  </a:lnTo>
                  <a:lnTo>
                    <a:pt x="0" y="556"/>
                  </a:lnTo>
                  <a:lnTo>
                    <a:pt x="2" y="538"/>
                  </a:lnTo>
                  <a:lnTo>
                    <a:pt x="166" y="30"/>
                  </a:lnTo>
                  <a:lnTo>
                    <a:pt x="175" y="16"/>
                  </a:lnTo>
                  <a:lnTo>
                    <a:pt x="191" y="6"/>
                  </a:lnTo>
                  <a:lnTo>
                    <a:pt x="206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7" name="Freeform 21"/>
            <p:cNvSpPr>
              <a:spLocks/>
            </p:cNvSpPr>
            <p:nvPr/>
          </p:nvSpPr>
          <p:spPr bwMode="auto">
            <a:xfrm>
              <a:off x="7299326" y="-3173413"/>
              <a:ext cx="558800" cy="1039813"/>
            </a:xfrm>
            <a:custGeom>
              <a:avLst/>
              <a:gdLst>
                <a:gd name="T0" fmla="*/ 309 w 352"/>
                <a:gd name="T1" fmla="*/ 0 h 655"/>
                <a:gd name="T2" fmla="*/ 326 w 352"/>
                <a:gd name="T3" fmla="*/ 6 h 655"/>
                <a:gd name="T4" fmla="*/ 342 w 352"/>
                <a:gd name="T5" fmla="*/ 18 h 655"/>
                <a:gd name="T6" fmla="*/ 349 w 352"/>
                <a:gd name="T7" fmla="*/ 32 h 655"/>
                <a:gd name="T8" fmla="*/ 352 w 352"/>
                <a:gd name="T9" fmla="*/ 49 h 655"/>
                <a:gd name="T10" fmla="*/ 347 w 352"/>
                <a:gd name="T11" fmla="*/ 68 h 655"/>
                <a:gd name="T12" fmla="*/ 87 w 352"/>
                <a:gd name="T13" fmla="*/ 630 h 655"/>
                <a:gd name="T14" fmla="*/ 77 w 352"/>
                <a:gd name="T15" fmla="*/ 644 h 655"/>
                <a:gd name="T16" fmla="*/ 61 w 352"/>
                <a:gd name="T17" fmla="*/ 653 h 655"/>
                <a:gd name="T18" fmla="*/ 43 w 352"/>
                <a:gd name="T19" fmla="*/ 655 h 655"/>
                <a:gd name="T20" fmla="*/ 26 w 352"/>
                <a:gd name="T21" fmla="*/ 650 h 655"/>
                <a:gd name="T22" fmla="*/ 10 w 352"/>
                <a:gd name="T23" fmla="*/ 639 h 655"/>
                <a:gd name="T24" fmla="*/ 3 w 352"/>
                <a:gd name="T25" fmla="*/ 623 h 655"/>
                <a:gd name="T26" fmla="*/ 0 w 352"/>
                <a:gd name="T27" fmla="*/ 606 h 655"/>
                <a:gd name="T28" fmla="*/ 5 w 352"/>
                <a:gd name="T29" fmla="*/ 589 h 655"/>
                <a:gd name="T30" fmla="*/ 265 w 352"/>
                <a:gd name="T31" fmla="*/ 27 h 655"/>
                <a:gd name="T32" fmla="*/ 276 w 352"/>
                <a:gd name="T33" fmla="*/ 11 h 655"/>
                <a:gd name="T34" fmla="*/ 291 w 352"/>
                <a:gd name="T35" fmla="*/ 4 h 655"/>
                <a:gd name="T36" fmla="*/ 309 w 352"/>
                <a:gd name="T37" fmla="*/ 0 h 6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52" h="655">
                  <a:moveTo>
                    <a:pt x="309" y="0"/>
                  </a:moveTo>
                  <a:lnTo>
                    <a:pt x="326" y="6"/>
                  </a:lnTo>
                  <a:lnTo>
                    <a:pt x="342" y="18"/>
                  </a:lnTo>
                  <a:lnTo>
                    <a:pt x="349" y="32"/>
                  </a:lnTo>
                  <a:lnTo>
                    <a:pt x="352" y="49"/>
                  </a:lnTo>
                  <a:lnTo>
                    <a:pt x="347" y="68"/>
                  </a:lnTo>
                  <a:lnTo>
                    <a:pt x="87" y="630"/>
                  </a:lnTo>
                  <a:lnTo>
                    <a:pt x="77" y="644"/>
                  </a:lnTo>
                  <a:lnTo>
                    <a:pt x="61" y="653"/>
                  </a:lnTo>
                  <a:lnTo>
                    <a:pt x="43" y="655"/>
                  </a:lnTo>
                  <a:lnTo>
                    <a:pt x="26" y="650"/>
                  </a:lnTo>
                  <a:lnTo>
                    <a:pt x="10" y="639"/>
                  </a:lnTo>
                  <a:lnTo>
                    <a:pt x="3" y="623"/>
                  </a:lnTo>
                  <a:lnTo>
                    <a:pt x="0" y="606"/>
                  </a:lnTo>
                  <a:lnTo>
                    <a:pt x="5" y="589"/>
                  </a:lnTo>
                  <a:lnTo>
                    <a:pt x="265" y="27"/>
                  </a:lnTo>
                  <a:lnTo>
                    <a:pt x="276" y="11"/>
                  </a:lnTo>
                  <a:lnTo>
                    <a:pt x="291" y="4"/>
                  </a:lnTo>
                  <a:lnTo>
                    <a:pt x="30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8" name="Freeform 22"/>
            <p:cNvSpPr>
              <a:spLocks/>
            </p:cNvSpPr>
            <p:nvPr/>
          </p:nvSpPr>
          <p:spPr bwMode="auto">
            <a:xfrm>
              <a:off x="7864476" y="-3006725"/>
              <a:ext cx="720725" cy="1103313"/>
            </a:xfrm>
            <a:custGeom>
              <a:avLst/>
              <a:gdLst>
                <a:gd name="T0" fmla="*/ 417 w 454"/>
                <a:gd name="T1" fmla="*/ 0 h 695"/>
                <a:gd name="T2" fmla="*/ 433 w 454"/>
                <a:gd name="T3" fmla="*/ 7 h 695"/>
                <a:gd name="T4" fmla="*/ 447 w 454"/>
                <a:gd name="T5" fmla="*/ 21 h 695"/>
                <a:gd name="T6" fmla="*/ 454 w 454"/>
                <a:gd name="T7" fmla="*/ 37 h 695"/>
                <a:gd name="T8" fmla="*/ 454 w 454"/>
                <a:gd name="T9" fmla="*/ 54 h 695"/>
                <a:gd name="T10" fmla="*/ 447 w 454"/>
                <a:gd name="T11" fmla="*/ 72 h 695"/>
                <a:gd name="T12" fmla="*/ 84 w 454"/>
                <a:gd name="T13" fmla="*/ 676 h 695"/>
                <a:gd name="T14" fmla="*/ 70 w 454"/>
                <a:gd name="T15" fmla="*/ 688 h 695"/>
                <a:gd name="T16" fmla="*/ 54 w 454"/>
                <a:gd name="T17" fmla="*/ 695 h 695"/>
                <a:gd name="T18" fmla="*/ 37 w 454"/>
                <a:gd name="T19" fmla="*/ 695 h 695"/>
                <a:gd name="T20" fmla="*/ 19 w 454"/>
                <a:gd name="T21" fmla="*/ 688 h 695"/>
                <a:gd name="T22" fmla="*/ 7 w 454"/>
                <a:gd name="T23" fmla="*/ 676 h 695"/>
                <a:gd name="T24" fmla="*/ 0 w 454"/>
                <a:gd name="T25" fmla="*/ 660 h 695"/>
                <a:gd name="T26" fmla="*/ 0 w 454"/>
                <a:gd name="T27" fmla="*/ 642 h 695"/>
                <a:gd name="T28" fmla="*/ 7 w 454"/>
                <a:gd name="T29" fmla="*/ 625 h 695"/>
                <a:gd name="T30" fmla="*/ 370 w 454"/>
                <a:gd name="T31" fmla="*/ 21 h 695"/>
                <a:gd name="T32" fmla="*/ 382 w 454"/>
                <a:gd name="T33" fmla="*/ 7 h 695"/>
                <a:gd name="T34" fmla="*/ 400 w 454"/>
                <a:gd name="T35" fmla="*/ 0 h 695"/>
                <a:gd name="T36" fmla="*/ 417 w 454"/>
                <a:gd name="T37" fmla="*/ 0 h 6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454" h="695">
                  <a:moveTo>
                    <a:pt x="417" y="0"/>
                  </a:moveTo>
                  <a:lnTo>
                    <a:pt x="433" y="7"/>
                  </a:lnTo>
                  <a:lnTo>
                    <a:pt x="447" y="21"/>
                  </a:lnTo>
                  <a:lnTo>
                    <a:pt x="454" y="37"/>
                  </a:lnTo>
                  <a:lnTo>
                    <a:pt x="454" y="54"/>
                  </a:lnTo>
                  <a:lnTo>
                    <a:pt x="447" y="72"/>
                  </a:lnTo>
                  <a:lnTo>
                    <a:pt x="84" y="676"/>
                  </a:lnTo>
                  <a:lnTo>
                    <a:pt x="70" y="688"/>
                  </a:lnTo>
                  <a:lnTo>
                    <a:pt x="54" y="695"/>
                  </a:lnTo>
                  <a:lnTo>
                    <a:pt x="37" y="695"/>
                  </a:lnTo>
                  <a:lnTo>
                    <a:pt x="19" y="688"/>
                  </a:lnTo>
                  <a:lnTo>
                    <a:pt x="7" y="676"/>
                  </a:lnTo>
                  <a:lnTo>
                    <a:pt x="0" y="660"/>
                  </a:lnTo>
                  <a:lnTo>
                    <a:pt x="0" y="642"/>
                  </a:lnTo>
                  <a:lnTo>
                    <a:pt x="7" y="625"/>
                  </a:lnTo>
                  <a:lnTo>
                    <a:pt x="370" y="21"/>
                  </a:lnTo>
                  <a:lnTo>
                    <a:pt x="382" y="7"/>
                  </a:lnTo>
                  <a:lnTo>
                    <a:pt x="400" y="0"/>
                  </a:lnTo>
                  <a:lnTo>
                    <a:pt x="417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9" name="Freeform 23"/>
            <p:cNvSpPr>
              <a:spLocks/>
            </p:cNvSpPr>
            <p:nvPr/>
          </p:nvSpPr>
          <p:spPr bwMode="auto">
            <a:xfrm>
              <a:off x="8393113" y="-2740025"/>
              <a:ext cx="909638" cy="1138238"/>
            </a:xfrm>
            <a:custGeom>
              <a:avLst/>
              <a:gdLst>
                <a:gd name="T0" fmla="*/ 522 w 573"/>
                <a:gd name="T1" fmla="*/ 0 h 717"/>
                <a:gd name="T2" fmla="*/ 540 w 573"/>
                <a:gd name="T3" fmla="*/ 1 h 717"/>
                <a:gd name="T4" fmla="*/ 557 w 573"/>
                <a:gd name="T5" fmla="*/ 10 h 717"/>
                <a:gd name="T6" fmla="*/ 568 w 573"/>
                <a:gd name="T7" fmla="*/ 24 h 717"/>
                <a:gd name="T8" fmla="*/ 573 w 573"/>
                <a:gd name="T9" fmla="*/ 40 h 717"/>
                <a:gd name="T10" fmla="*/ 571 w 573"/>
                <a:gd name="T11" fmla="*/ 57 h 717"/>
                <a:gd name="T12" fmla="*/ 562 w 573"/>
                <a:gd name="T13" fmla="*/ 75 h 717"/>
                <a:gd name="T14" fmla="*/ 81 w 573"/>
                <a:gd name="T15" fmla="*/ 700 h 717"/>
                <a:gd name="T16" fmla="*/ 67 w 573"/>
                <a:gd name="T17" fmla="*/ 712 h 717"/>
                <a:gd name="T18" fmla="*/ 51 w 573"/>
                <a:gd name="T19" fmla="*/ 717 h 717"/>
                <a:gd name="T20" fmla="*/ 32 w 573"/>
                <a:gd name="T21" fmla="*/ 715 h 717"/>
                <a:gd name="T22" fmla="*/ 16 w 573"/>
                <a:gd name="T23" fmla="*/ 707 h 717"/>
                <a:gd name="T24" fmla="*/ 5 w 573"/>
                <a:gd name="T25" fmla="*/ 693 h 717"/>
                <a:gd name="T26" fmla="*/ 0 w 573"/>
                <a:gd name="T27" fmla="*/ 675 h 717"/>
                <a:gd name="T28" fmla="*/ 2 w 573"/>
                <a:gd name="T29" fmla="*/ 658 h 717"/>
                <a:gd name="T30" fmla="*/ 11 w 573"/>
                <a:gd name="T31" fmla="*/ 642 h 717"/>
                <a:gd name="T32" fmla="*/ 491 w 573"/>
                <a:gd name="T33" fmla="*/ 15 h 717"/>
                <a:gd name="T34" fmla="*/ 506 w 573"/>
                <a:gd name="T35" fmla="*/ 3 h 717"/>
                <a:gd name="T36" fmla="*/ 522 w 573"/>
                <a:gd name="T37" fmla="*/ 0 h 7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73" h="717">
                  <a:moveTo>
                    <a:pt x="522" y="0"/>
                  </a:moveTo>
                  <a:lnTo>
                    <a:pt x="540" y="1"/>
                  </a:lnTo>
                  <a:lnTo>
                    <a:pt x="557" y="10"/>
                  </a:lnTo>
                  <a:lnTo>
                    <a:pt x="568" y="24"/>
                  </a:lnTo>
                  <a:lnTo>
                    <a:pt x="573" y="40"/>
                  </a:lnTo>
                  <a:lnTo>
                    <a:pt x="571" y="57"/>
                  </a:lnTo>
                  <a:lnTo>
                    <a:pt x="562" y="75"/>
                  </a:lnTo>
                  <a:lnTo>
                    <a:pt x="81" y="700"/>
                  </a:lnTo>
                  <a:lnTo>
                    <a:pt x="67" y="712"/>
                  </a:lnTo>
                  <a:lnTo>
                    <a:pt x="51" y="717"/>
                  </a:lnTo>
                  <a:lnTo>
                    <a:pt x="32" y="715"/>
                  </a:lnTo>
                  <a:lnTo>
                    <a:pt x="16" y="707"/>
                  </a:lnTo>
                  <a:lnTo>
                    <a:pt x="5" y="693"/>
                  </a:lnTo>
                  <a:lnTo>
                    <a:pt x="0" y="675"/>
                  </a:lnTo>
                  <a:lnTo>
                    <a:pt x="2" y="658"/>
                  </a:lnTo>
                  <a:lnTo>
                    <a:pt x="11" y="642"/>
                  </a:lnTo>
                  <a:lnTo>
                    <a:pt x="491" y="15"/>
                  </a:lnTo>
                  <a:lnTo>
                    <a:pt x="506" y="3"/>
                  </a:lnTo>
                  <a:lnTo>
                    <a:pt x="522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0010" y="1481446"/>
            <a:ext cx="838398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122757" y="6363712"/>
            <a:ext cx="8616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>
                <a:solidFill>
                  <a:schemeClr val="accent2"/>
                </a:solidFill>
              </a:defRPr>
            </a:lvl1pPr>
          </a:lstStyle>
          <a:p>
            <a:fld id="{F6728BC2-ACA3-447C-A909-F3F49211C06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80010" y="-4950"/>
            <a:ext cx="6222671" cy="12241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00464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704" r:id="rId3"/>
    <p:sldLayoutId id="2147483705" r:id="rId4"/>
    <p:sldLayoutId id="2147483694" r:id="rId5"/>
    <p:sldLayoutId id="2147483698" r:id="rId6"/>
    <p:sldLayoutId id="2147483699" r:id="rId7"/>
    <p:sldLayoutId id="2147483695" r:id="rId8"/>
    <p:sldLayoutId id="2147483703" r:id="rId9"/>
    <p:sldLayoutId id="2147483701" r:id="rId10"/>
    <p:sldLayoutId id="2147483702" r:id="rId11"/>
    <p:sldLayoutId id="2147483696" r:id="rId12"/>
    <p:sldLayoutId id="2147483697" r:id="rId13"/>
    <p:sldLayoutId id="2147483706" r:id="rId14"/>
  </p:sldLayoutIdLst>
  <p:hf hdr="0" ftr="0" dt="0"/>
  <p:txStyles>
    <p:titleStyle>
      <a:lvl1pPr algn="l" defTabSz="914400" rtl="0" eaLnBrk="1" latinLnBrk="0" hangingPunct="1">
        <a:spcBef>
          <a:spcPct val="0"/>
        </a:spcBef>
        <a:buNone/>
        <a:defRPr sz="2400" b="1" kern="1200" spc="100" baseline="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Clr>
          <a:schemeClr val="accent1"/>
        </a:buClr>
        <a:buFont typeface="Arial" panose="020B0604020202020204" pitchFamily="34" charset="0"/>
        <a:buChar char="•"/>
        <a:defRPr sz="2800" kern="1200">
          <a:solidFill>
            <a:schemeClr val="tx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742950" indent="-285750" algn="l" defTabSz="914400" rtl="0" eaLnBrk="1" latinLnBrk="0" hangingPunct="1">
        <a:spcBef>
          <a:spcPct val="20000"/>
        </a:spcBef>
        <a:buClr>
          <a:schemeClr val="accent1"/>
        </a:buClr>
        <a:buFont typeface="Arial" panose="020B0604020202020204" pitchFamily="34" charset="0"/>
        <a:buChar char="–"/>
        <a:defRPr sz="2400" kern="1200">
          <a:solidFill>
            <a:schemeClr val="tx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spcBef>
          <a:spcPct val="20000"/>
        </a:spcBef>
        <a:buClr>
          <a:schemeClr val="accent1"/>
        </a:buClr>
        <a:buFont typeface="Arial" panose="020B0604020202020204" pitchFamily="34" charset="0"/>
        <a:buChar char="•"/>
        <a:defRPr sz="2000" kern="1200">
          <a:solidFill>
            <a:schemeClr val="tx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spcBef>
          <a:spcPct val="20000"/>
        </a:spcBef>
        <a:buClr>
          <a:schemeClr val="accent1"/>
        </a:buClr>
        <a:buFont typeface="Arial" panose="020B0604020202020204" pitchFamily="34" charset="0"/>
        <a:buChar char="–"/>
        <a:defRPr sz="1800" kern="1200">
          <a:solidFill>
            <a:schemeClr val="tx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spcBef>
          <a:spcPct val="20000"/>
        </a:spcBef>
        <a:buClr>
          <a:schemeClr val="accent1"/>
        </a:buClr>
        <a:buFont typeface="Arial" panose="020B0604020202020204" pitchFamily="34" charset="0"/>
        <a:buChar char="»"/>
        <a:defRPr sz="1800" kern="1200">
          <a:solidFill>
            <a:schemeClr val="tx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spring.io/spring-data/jpa/reference/repositories/query-keywords-reference.html#appendix.query.method.subject" TargetMode="External"/><Relationship Id="rId2" Type="http://schemas.openxmlformats.org/officeDocument/2006/relationships/hyperlink" Target="https://docs.spring.io/spring-data/jpa/reference/repositories/query-methods-details.html" TargetMode="External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hyperlink" Target="https://jakarta.ee/learn/docs/jakartaee-tutorial/current/persist/persistence-querylanguage/persistence-querylanguage.html#_the_jakarta_persistence_query_language" TargetMode="External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6DF8D8-6650-4C10-9E6B-652A926CA7E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Spring Data</a:t>
            </a:r>
          </a:p>
        </p:txBody>
      </p:sp>
    </p:spTree>
    <p:extLst>
      <p:ext uri="{BB962C8B-B14F-4D97-AF65-F5344CB8AC3E}">
        <p14:creationId xmlns:p14="http://schemas.microsoft.com/office/powerpoint/2010/main" val="16566797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728BC2-ACA3-447C-A909-F3F49211C066}" type="slidenum">
              <a:rPr lang="en-US" smtClean="0"/>
              <a:pPr/>
              <a:t>1</a:t>
            </a:fld>
            <a:endParaRPr lang="en-US" dirty="0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5C8A36B9-6DAA-9178-3579-608F2BF231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B6D359-271F-7BC2-20B4-ACE4AE76B8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Spring Data Overview</a:t>
            </a:r>
          </a:p>
          <a:p>
            <a:r>
              <a:rPr lang="en-US" dirty="0"/>
              <a:t>Entity Mapping Basics</a:t>
            </a:r>
          </a:p>
          <a:p>
            <a:r>
              <a:rPr lang="en-US" dirty="0" err="1"/>
              <a:t>JpaRepository</a:t>
            </a:r>
            <a:r>
              <a:rPr lang="en-US" dirty="0"/>
              <a:t> vs </a:t>
            </a:r>
            <a:r>
              <a:rPr lang="en-US" dirty="0" err="1"/>
              <a:t>CrudRepository</a:t>
            </a:r>
            <a:endParaRPr lang="en-US" dirty="0"/>
          </a:p>
          <a:p>
            <a:r>
              <a:rPr lang="en-US" dirty="0"/>
              <a:t>Query Methods &amp; Property Expressions</a:t>
            </a:r>
          </a:p>
          <a:p>
            <a:r>
              <a:rPr lang="en-US" dirty="0"/>
              <a:t>Transactions</a:t>
            </a:r>
          </a:p>
        </p:txBody>
      </p:sp>
    </p:spTree>
    <p:extLst>
      <p:ext uri="{BB962C8B-B14F-4D97-AF65-F5344CB8AC3E}">
        <p14:creationId xmlns:p14="http://schemas.microsoft.com/office/powerpoint/2010/main" val="39759983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58AAE37-6C44-EFD1-A224-1FC82F61AD64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122757" y="6363712"/>
            <a:ext cx="861671" cy="365125"/>
          </a:xfr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spcAft>
                <a:spcPts val="600"/>
              </a:spcAft>
            </a:pPr>
            <a:fld id="{00000000-1234-1234-1234-123412341234}" type="slidenum">
              <a:rPr lang="en-US" smtClean="0"/>
              <a:pPr>
                <a:spcAft>
                  <a:spcPts val="600"/>
                </a:spcAft>
              </a:pPr>
              <a:t>2</a:t>
            </a:fld>
            <a:endParaRPr lang="en-US"/>
          </a:p>
        </p:txBody>
      </p:sp>
      <p:sp>
        <p:nvSpPr>
          <p:cNvPr id="4" name="Google Shape;212;p15">
            <a:extLst>
              <a:ext uri="{FF2B5EF4-FFF2-40B4-BE49-F238E27FC236}">
                <a16:creationId xmlns:a16="http://schemas.microsoft.com/office/drawing/2014/main" id="{597E6BDC-DC3A-A131-3C64-1F04AFB6626D}"/>
              </a:ext>
            </a:extLst>
          </p:cNvPr>
          <p:cNvSpPr txBox="1">
            <a:spLocks/>
          </p:cNvSpPr>
          <p:nvPr/>
        </p:nvSpPr>
        <p:spPr>
          <a:xfrm>
            <a:off x="157163" y="2493034"/>
            <a:ext cx="8826500" cy="35918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457200" indent="-228600" algn="ctr">
              <a:spcBef>
                <a:spcPts val="560"/>
              </a:spcBef>
              <a:buClr>
                <a:schemeClr val="accent1"/>
              </a:buClr>
              <a:buSzPts val="2800"/>
            </a:pPr>
            <a:r>
              <a:rPr lang="en-US" sz="4000" b="0" i="0" u="none" strike="noStrike" cap="none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Spring Data Overview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A8E09B7-A980-6E75-DAC8-46C12A4894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8472" y="0"/>
            <a:ext cx="2355528" cy="864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01009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2901F7-A877-37A4-30D5-B54C1B0821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92305A-648F-A8E7-55D0-EC4A6FFD0CD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3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34C9D7C-939F-27E0-1CDB-D6F4279E0B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010" y="1481446"/>
            <a:ext cx="8383980" cy="5247391"/>
          </a:xfrm>
        </p:spPr>
        <p:txBody>
          <a:bodyPr>
            <a:normAutofit lnSpcReduction="10000"/>
          </a:bodyPr>
          <a:lstStyle/>
          <a:p>
            <a:r>
              <a:rPr lang="en-US" dirty="0"/>
              <a:t>Spring Data is a broader spring project focused on simplifying data access</a:t>
            </a:r>
          </a:p>
          <a:p>
            <a:r>
              <a:rPr lang="en-US" dirty="0"/>
              <a:t>Provides a consistent, familiar programming model across many different kinds of data stores</a:t>
            </a:r>
          </a:p>
          <a:p>
            <a:pPr lvl="1"/>
            <a:r>
              <a:rPr lang="en-US" dirty="0"/>
              <a:t>Not just relational databases</a:t>
            </a:r>
          </a:p>
          <a:p>
            <a:r>
              <a:rPr lang="en-US" dirty="0"/>
              <a:t>Typically, when working with any data store, there is a fair amount of repetitive, boilerplate code that is needed (opening connections, mapping results to objects, etc…)</a:t>
            </a:r>
          </a:p>
          <a:p>
            <a:r>
              <a:rPr lang="en-US" dirty="0"/>
              <a:t>Spring Data addresses this by providing a family of related sub-projects, each targeting a specific data store.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798EE804-C832-6B7D-CB33-10E7D9E88E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Spring Data</a:t>
            </a:r>
          </a:p>
        </p:txBody>
      </p:sp>
    </p:spTree>
    <p:extLst>
      <p:ext uri="{BB962C8B-B14F-4D97-AF65-F5344CB8AC3E}">
        <p14:creationId xmlns:p14="http://schemas.microsoft.com/office/powerpoint/2010/main" val="17352864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05ADED-55AA-AAB9-471E-DD8E9DD2F5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5AE9D4-0123-5226-492D-CD164E0E8DD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4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5B4A983-9C70-D7EC-3BB4-487FB639C2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010" y="1302589"/>
            <a:ext cx="8383980" cy="5426249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Spring Data JPA</a:t>
            </a:r>
          </a:p>
          <a:p>
            <a:pPr lvl="1"/>
            <a:r>
              <a:rPr lang="en-US" dirty="0"/>
              <a:t>Sub-project designed for relational databases.</a:t>
            </a:r>
          </a:p>
          <a:p>
            <a:pPr lvl="1"/>
            <a:r>
              <a:rPr lang="en-US" dirty="0"/>
              <a:t>Accessed through JPA/Hibernate</a:t>
            </a:r>
          </a:p>
          <a:p>
            <a:r>
              <a:rPr lang="en-US" dirty="0"/>
              <a:t>Spring Data MongoDB</a:t>
            </a:r>
          </a:p>
          <a:p>
            <a:pPr lvl="1"/>
            <a:r>
              <a:rPr lang="en-US" dirty="0"/>
              <a:t>Sub-project designed for MongoDB document-based NoSQL database</a:t>
            </a:r>
          </a:p>
          <a:p>
            <a:r>
              <a:rPr lang="en-US" dirty="0"/>
              <a:t>Spring Data Redis</a:t>
            </a:r>
          </a:p>
          <a:p>
            <a:pPr lvl="1"/>
            <a:r>
              <a:rPr lang="en-US" dirty="0"/>
              <a:t>Sub-project designed for Redis, a key-value NoSQL store</a:t>
            </a:r>
          </a:p>
          <a:p>
            <a:r>
              <a:rPr lang="en-US" dirty="0"/>
              <a:t>Spring Data Cassandra</a:t>
            </a:r>
          </a:p>
          <a:p>
            <a:pPr lvl="1"/>
            <a:r>
              <a:rPr lang="en-US" dirty="0"/>
              <a:t>Sub-project designed to work with Cassandra, a distributed NoSQL database</a:t>
            </a:r>
          </a:p>
          <a:p>
            <a:r>
              <a:rPr lang="en-US" dirty="0"/>
              <a:t>The core idea shared across all of these sub-projects is the </a:t>
            </a:r>
            <a:r>
              <a:rPr lang="en-US" b="1" dirty="0"/>
              <a:t>repository pattern</a:t>
            </a:r>
            <a:endParaRPr lang="en-US" dirty="0"/>
          </a:p>
          <a:p>
            <a:r>
              <a:rPr lang="en-US" dirty="0"/>
              <a:t>Rather than writing manual data-access code, a developer defines a simple interface and Spring Data automatically provides a working implementation at runtime.</a:t>
            </a:r>
          </a:p>
          <a:p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43ABE942-1656-BE04-5E73-2AAD7CB17C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Spring Data | Sub Projects</a:t>
            </a:r>
          </a:p>
        </p:txBody>
      </p:sp>
    </p:spTree>
    <p:extLst>
      <p:ext uri="{BB962C8B-B14F-4D97-AF65-F5344CB8AC3E}">
        <p14:creationId xmlns:p14="http://schemas.microsoft.com/office/powerpoint/2010/main" val="13373338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87F72E-8681-7CF6-C1D4-EE0230EDB7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E6A6EF-9D78-2838-82F8-2B508771669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5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F2A07B2-1F6D-6CF2-25D1-5592AF62A2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010" y="1481446"/>
            <a:ext cx="8383980" cy="5247391"/>
          </a:xfrm>
        </p:spPr>
        <p:txBody>
          <a:bodyPr>
            <a:normAutofit fontScale="62500" lnSpcReduction="20000"/>
          </a:bodyPr>
          <a:lstStyle/>
          <a:p>
            <a:r>
              <a:rPr lang="en-US" dirty="0"/>
              <a:t>To truly understand Spring Data JPA, you should understand three distinct layers:</a:t>
            </a:r>
          </a:p>
          <a:p>
            <a:r>
              <a:rPr lang="en-US" b="1" dirty="0"/>
              <a:t>JPA (Jakarta Persistence API)</a:t>
            </a:r>
          </a:p>
          <a:p>
            <a:pPr lvl="1"/>
            <a:r>
              <a:rPr lang="en-US" dirty="0"/>
              <a:t>Formally the Java Persistence API</a:t>
            </a:r>
          </a:p>
          <a:p>
            <a:pPr lvl="1"/>
            <a:r>
              <a:rPr lang="en-US" dirty="0"/>
              <a:t>A specification that defines a standard set of interfaces, annotations and rules for how Java objects should be mapped to a relation database.</a:t>
            </a:r>
          </a:p>
          <a:p>
            <a:pPr lvl="1"/>
            <a:r>
              <a:rPr lang="en-US" dirty="0"/>
              <a:t>This is known as Object-Relational Mapping – ORM</a:t>
            </a:r>
          </a:p>
          <a:p>
            <a:pPr lvl="1"/>
            <a:r>
              <a:rPr lang="en-US" dirty="0"/>
              <a:t>JPA contains no actual working code, it is the spec.</a:t>
            </a:r>
          </a:p>
          <a:p>
            <a:r>
              <a:rPr lang="en-US" b="1" dirty="0"/>
              <a:t>Hibernate</a:t>
            </a:r>
          </a:p>
          <a:p>
            <a:pPr lvl="1"/>
            <a:r>
              <a:rPr lang="en-US" dirty="0"/>
              <a:t>The most widely used </a:t>
            </a:r>
            <a:r>
              <a:rPr lang="en-US" b="1" dirty="0"/>
              <a:t>implementation</a:t>
            </a:r>
            <a:r>
              <a:rPr lang="en-US" dirty="0"/>
              <a:t> of the JPA spec.</a:t>
            </a:r>
          </a:p>
          <a:p>
            <a:pPr lvl="1"/>
            <a:r>
              <a:rPr lang="en-US" dirty="0"/>
              <a:t>Hibernate does the actual real work</a:t>
            </a:r>
          </a:p>
          <a:p>
            <a:pPr lvl="1"/>
            <a:r>
              <a:rPr lang="en-US" dirty="0"/>
              <a:t>Translates annotated Java object into SQL</a:t>
            </a:r>
          </a:p>
          <a:p>
            <a:pPr lvl="1"/>
            <a:r>
              <a:rPr lang="en-US" dirty="0"/>
              <a:t>Executes SQL against your Database</a:t>
            </a:r>
          </a:p>
          <a:p>
            <a:pPr lvl="1"/>
            <a:r>
              <a:rPr lang="en-US" dirty="0"/>
              <a:t>Maps Database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ResultSet</a:t>
            </a:r>
            <a:r>
              <a:rPr lang="en-US" dirty="0"/>
              <a:t> back into Java Objects</a:t>
            </a:r>
          </a:p>
          <a:p>
            <a:r>
              <a:rPr lang="en-US" b="1" dirty="0"/>
              <a:t>Spring Data JPA</a:t>
            </a:r>
          </a:p>
          <a:p>
            <a:pPr lvl="1"/>
            <a:r>
              <a:rPr lang="en-US" dirty="0"/>
              <a:t>A Layer build on top of JPA/Hibernate</a:t>
            </a:r>
          </a:p>
          <a:p>
            <a:pPr lvl="1"/>
            <a:r>
              <a:rPr lang="en-US" dirty="0"/>
              <a:t>Adds Spring’s repository abstraction so that a developer rarely needs to interact with JPA’s own lower-level API directly (like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EntityManager</a:t>
            </a:r>
            <a:r>
              <a:rPr lang="en-US" dirty="0"/>
              <a:t>)</a:t>
            </a:r>
          </a:p>
          <a:p>
            <a:r>
              <a:rPr lang="en-US" dirty="0"/>
              <a:t>Maven Import: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spring-boot-starter-data-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jpa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/>
              <a:t>Note: for a specific SQL database, you will still need to add a Maven dependency for the specific database driver.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B98B98C-E925-8E22-8380-CC1FB1452C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Spring Data | JPA, Hibernate, Spring Data JPA</a:t>
            </a:r>
          </a:p>
        </p:txBody>
      </p:sp>
    </p:spTree>
    <p:extLst>
      <p:ext uri="{BB962C8B-B14F-4D97-AF65-F5344CB8AC3E}">
        <p14:creationId xmlns:p14="http://schemas.microsoft.com/office/powerpoint/2010/main" val="31601834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42C5D0-002F-B05F-C8B7-5B477A3CAF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2FD1392-AB5A-00D5-7490-A90A6DE2BA2B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122757" y="6363712"/>
            <a:ext cx="861671" cy="365125"/>
          </a:xfr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spcAft>
                <a:spcPts val="600"/>
              </a:spcAft>
            </a:pPr>
            <a:fld id="{00000000-1234-1234-1234-123412341234}" type="slidenum">
              <a:rPr lang="en-US" smtClean="0"/>
              <a:pPr>
                <a:spcAft>
                  <a:spcPts val="600"/>
                </a:spcAft>
              </a:pPr>
              <a:t>6</a:t>
            </a:fld>
            <a:endParaRPr lang="en-US"/>
          </a:p>
        </p:txBody>
      </p:sp>
      <p:sp>
        <p:nvSpPr>
          <p:cNvPr id="4" name="Google Shape;212;p15">
            <a:extLst>
              <a:ext uri="{FF2B5EF4-FFF2-40B4-BE49-F238E27FC236}">
                <a16:creationId xmlns:a16="http://schemas.microsoft.com/office/drawing/2014/main" id="{CC38A4AA-F8CE-2F66-31B5-BE2456CBAC3B}"/>
              </a:ext>
            </a:extLst>
          </p:cNvPr>
          <p:cNvSpPr txBox="1">
            <a:spLocks/>
          </p:cNvSpPr>
          <p:nvPr/>
        </p:nvSpPr>
        <p:spPr>
          <a:xfrm>
            <a:off x="157163" y="2493034"/>
            <a:ext cx="8826500" cy="35918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457200" indent="-228600" algn="ctr">
              <a:spcBef>
                <a:spcPts val="560"/>
              </a:spcBef>
              <a:buClr>
                <a:schemeClr val="accent1"/>
              </a:buClr>
              <a:buSzPts val="2800"/>
            </a:pPr>
            <a:r>
              <a:rPr lang="en-US" sz="4000" b="0" i="0" u="none" strike="noStrike" cap="none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Entity Mapping Basics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5DE8939-B4F6-77FD-22DE-EC966EAC6B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8472" y="0"/>
            <a:ext cx="2355528" cy="864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31300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ADCEA2-50D6-C516-65CC-742821A02E1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7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7444B04-2EA6-FCF4-5F43-ABE166F4F8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010" y="1481446"/>
            <a:ext cx="8383980" cy="4882266"/>
          </a:xfrm>
        </p:spPr>
        <p:txBody>
          <a:bodyPr>
            <a:normAutofit fontScale="92500"/>
          </a:bodyPr>
          <a:lstStyle/>
          <a:p>
            <a:r>
              <a:rPr lang="en-US" dirty="0"/>
              <a:t>An Entity is a plain Java class that has been mapped (using JPA annotations) onto a </a:t>
            </a:r>
            <a:r>
              <a:rPr lang="en-US" b="1" i="1" dirty="0"/>
              <a:t>relational database table</a:t>
            </a:r>
            <a:r>
              <a:rPr lang="en-US" i="1" dirty="0"/>
              <a:t>.</a:t>
            </a:r>
          </a:p>
          <a:p>
            <a:r>
              <a:rPr lang="en-US" dirty="0"/>
              <a:t>Every row in that table becomes, conceptually, one instance of that class</a:t>
            </a:r>
          </a:p>
          <a:p>
            <a:pPr lvl="1"/>
            <a:r>
              <a:rPr lang="en-US" dirty="0"/>
              <a:t>The ‘Entity’ is your </a:t>
            </a:r>
            <a:r>
              <a:rPr lang="en-US" b="1" i="1" dirty="0"/>
              <a:t>model</a:t>
            </a:r>
            <a:r>
              <a:rPr lang="en-US" dirty="0"/>
              <a:t> class</a:t>
            </a:r>
          </a:p>
          <a:p>
            <a:r>
              <a:rPr lang="en-US" dirty="0"/>
              <a:t>Every JPA entity requires a no-argument constructor</a:t>
            </a:r>
          </a:p>
          <a:p>
            <a:pPr lvl="1"/>
            <a:r>
              <a:rPr lang="en-US" dirty="0"/>
              <a:t>This is part of the JPA specification requirement</a:t>
            </a:r>
          </a:p>
          <a:p>
            <a:r>
              <a:rPr lang="en-US" dirty="0"/>
              <a:t>Mapping an Entity to a database table is performed through the use of various JPA annotations.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7C96D22E-EB01-37C9-6E05-231DE113DD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Entity Mapping</a:t>
            </a:r>
          </a:p>
        </p:txBody>
      </p:sp>
    </p:spTree>
    <p:extLst>
      <p:ext uri="{BB962C8B-B14F-4D97-AF65-F5344CB8AC3E}">
        <p14:creationId xmlns:p14="http://schemas.microsoft.com/office/powerpoint/2010/main" val="19574334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6928C1-B13B-84ED-00FE-6DEEE75175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5CD466-78D9-20F5-3DD4-98A0666CD4B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8</a:t>
            </a:fld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A873F74E-2E29-9AFE-763E-38BA770347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Entity Mapping | Annotations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6FFB0F31-F016-7BCA-357E-380EFD1647B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55553874"/>
              </p:ext>
            </p:extLst>
          </p:nvPr>
        </p:nvGraphicFramePr>
        <p:xfrm>
          <a:off x="159574" y="1350012"/>
          <a:ext cx="8824854" cy="4241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50713">
                  <a:extLst>
                    <a:ext uri="{9D8B030D-6E8A-4147-A177-3AD203B41FA5}">
                      <a16:colId xmlns:a16="http://schemas.microsoft.com/office/drawing/2014/main" val="4202507141"/>
                    </a:ext>
                  </a:extLst>
                </a:gridCol>
                <a:gridCol w="2147977">
                  <a:extLst>
                    <a:ext uri="{9D8B030D-6E8A-4147-A177-3AD203B41FA5}">
                      <a16:colId xmlns:a16="http://schemas.microsoft.com/office/drawing/2014/main" val="4074042364"/>
                    </a:ext>
                  </a:extLst>
                </a:gridCol>
                <a:gridCol w="4326164">
                  <a:extLst>
                    <a:ext uri="{9D8B030D-6E8A-4147-A177-3AD203B41FA5}">
                      <a16:colId xmlns:a16="http://schemas.microsoft.com/office/drawing/2014/main" val="265301477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Method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Annotated Entity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Description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942654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@Entity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Class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Placed on a class to mark it as a JPA entity. This tells Hibernate the class should be tracked and persisted as part of the application’s data layer.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485103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@Table(name=“…”)</a:t>
                      </a:r>
                      <a:br>
                        <a:rPr lang="en-US" sz="14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</a:br>
                      <a:r>
                        <a:rPr lang="en-US" sz="14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@Table(… schema=“…”)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Class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Specified which database table the entity maps to.</a:t>
                      </a:r>
                    </a:p>
                    <a:p>
                      <a:r>
                        <a:rPr lang="en-US" sz="1400" dirty="0"/>
                        <a:t>‘name’ is optional if the class name matches the table name exactly.</a:t>
                      </a:r>
                    </a:p>
                    <a:p>
                      <a:r>
                        <a:rPr lang="en-US" sz="1400" dirty="0"/>
                        <a:t>‘schema’ can be defined in the </a:t>
                      </a:r>
                      <a:r>
                        <a:rPr lang="en-US" sz="1400" dirty="0" err="1"/>
                        <a:t>application.properties</a:t>
                      </a:r>
                      <a:r>
                        <a:rPr lang="en-US" sz="1400" dirty="0"/>
                        <a:t> instead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240880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@Id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Field – Primary Key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Marks exactly one field as the entity’s primary key. Every entity must have one.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188083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@GeneratedValue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Field – Primary Key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Used alongside @Id when the database itself is responsible for generating the ID value (e.g. SERIAL columns in Postgres)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933957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@Column(name=“…”)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Field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Maps an individual field to a specific database column. The ‘name’ is optional if the field name already matches the column name.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6405127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11217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9F5A63-AC68-9D31-45AE-9ECB546EE5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802DD94-0E71-6693-44C0-57DF421C7F24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122757" y="6363712"/>
            <a:ext cx="861671" cy="365125"/>
          </a:xfr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spcAft>
                <a:spcPts val="600"/>
              </a:spcAft>
            </a:pPr>
            <a:fld id="{00000000-1234-1234-1234-123412341234}" type="slidenum">
              <a:rPr lang="en-US" smtClean="0"/>
              <a:pPr>
                <a:spcAft>
                  <a:spcPts val="600"/>
                </a:spcAft>
              </a:pPr>
              <a:t>9</a:t>
            </a:fld>
            <a:endParaRPr lang="en-US"/>
          </a:p>
        </p:txBody>
      </p:sp>
      <p:sp>
        <p:nvSpPr>
          <p:cNvPr id="4" name="Google Shape;212;p15">
            <a:extLst>
              <a:ext uri="{FF2B5EF4-FFF2-40B4-BE49-F238E27FC236}">
                <a16:creationId xmlns:a16="http://schemas.microsoft.com/office/drawing/2014/main" id="{0236F0D0-F9E6-FE9B-26AC-7D17043B6E88}"/>
              </a:ext>
            </a:extLst>
          </p:cNvPr>
          <p:cNvSpPr txBox="1">
            <a:spLocks/>
          </p:cNvSpPr>
          <p:nvPr/>
        </p:nvSpPr>
        <p:spPr>
          <a:xfrm>
            <a:off x="157163" y="2493034"/>
            <a:ext cx="8826500" cy="35918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457200" indent="-228600" algn="ctr">
              <a:spcBef>
                <a:spcPts val="560"/>
              </a:spcBef>
              <a:buClr>
                <a:schemeClr val="accent1"/>
              </a:buClr>
              <a:buSzPts val="2800"/>
            </a:pPr>
            <a:r>
              <a:rPr lang="en-US" sz="4000" b="0" i="0" u="none" strike="noStrike" cap="none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JPA vs CRUD Repository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7B56112-7803-4FF2-8D86-26FCCFBA26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8472" y="0"/>
            <a:ext cx="2355528" cy="864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41721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4A7771-992E-4093-7877-688380A562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272D51-4E91-B77D-4FAA-C4BB4A8E8E7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10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C16EFA1-6A46-F40B-5F5A-F6E07CE905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682" y="1481447"/>
            <a:ext cx="5481818" cy="5247390"/>
          </a:xfrm>
        </p:spPr>
        <p:txBody>
          <a:bodyPr>
            <a:normAutofit fontScale="62500" lnSpcReduction="20000"/>
          </a:bodyPr>
          <a:lstStyle/>
          <a:p>
            <a:r>
              <a:rPr lang="en-US" dirty="0"/>
              <a:t>Spring Data’s repository abstraction is organized as a hierarchy of interfaces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Repository&lt;T, ID&gt;</a:t>
            </a:r>
            <a:r>
              <a:rPr lang="en-US" dirty="0"/>
              <a:t>: root marker interface. It defines no methods of its own. It just identifies something as a Spring Data repository.</a:t>
            </a:r>
          </a:p>
          <a:p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CrudRepository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&lt;T, ID&gt;</a:t>
            </a:r>
            <a:r>
              <a:rPr lang="en-US" dirty="0"/>
              <a:t>: Adds basic set of CRUD operations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save(),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findById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(),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findAll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(), count()</a:t>
            </a:r>
            <a:r>
              <a:rPr lang="en-US" dirty="0"/>
              <a:t>, etc…</a:t>
            </a:r>
          </a:p>
          <a:p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PagingAndSortingRepository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&lt;T, ID&gt;</a:t>
            </a:r>
            <a:r>
              <a:rPr lang="en-US" dirty="0"/>
              <a:t>: adds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findAll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(Pageable)</a:t>
            </a:r>
            <a:r>
              <a:rPr lang="en-US" dirty="0"/>
              <a:t> and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findAll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(Sort)</a:t>
            </a:r>
            <a:r>
              <a:rPr lang="en-US" dirty="0"/>
              <a:t> method on top of Crud Repository, allowing for paged and sorted results without writing any query logic by hand.</a:t>
            </a:r>
          </a:p>
          <a:p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JpaRepository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&lt;T, ID&gt;</a:t>
            </a:r>
            <a:r>
              <a:rPr lang="en-US" dirty="0"/>
              <a:t>: Adds JPA-specific and relational-database-specific conveniences beyond basic CRUD, including:</a:t>
            </a:r>
          </a:p>
          <a:p>
            <a:pPr lvl="1"/>
            <a:r>
              <a:rPr lang="en-US" dirty="0"/>
              <a:t>Batch operations (e.g.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saveAll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lang="en-US" dirty="0"/>
              <a:t>)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flush()</a:t>
            </a:r>
            <a:r>
              <a:rPr lang="en-US" dirty="0"/>
              <a:t>: force pending changes to be written to the database immediately</a:t>
            </a:r>
          </a:p>
          <a:p>
            <a:pPr lvl="1"/>
            <a:r>
              <a:rPr lang="en-US" dirty="0"/>
              <a:t>Built-in support for pagination and sorting (from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PagingAndSortingRepository</a:t>
            </a:r>
            <a:r>
              <a:rPr lang="en-US" dirty="0"/>
              <a:t>)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35C96EC1-192C-83FD-8C49-0D3F311840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JPA vs Crud Repositories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9551A79-8D5A-9F8D-0BD8-F2A9C7BD16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11180" y="2286001"/>
            <a:ext cx="3532820" cy="33021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31508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uiExpand="1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81533B-0218-258A-D836-567E908B36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0F17C8-F3C0-F725-AA63-E05741F62A7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11</a:t>
            </a:fld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9E643564-CD5A-2856-AA0E-B940B8DF90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Spring Data Repository Methods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658BBC50-9C9B-B872-B56E-4E63B6AE72E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73757166"/>
              </p:ext>
            </p:extLst>
          </p:nvPr>
        </p:nvGraphicFramePr>
        <p:xfrm>
          <a:off x="159574" y="1350012"/>
          <a:ext cx="8824854" cy="4582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86811">
                  <a:extLst>
                    <a:ext uri="{9D8B030D-6E8A-4147-A177-3AD203B41FA5}">
                      <a16:colId xmlns:a16="http://schemas.microsoft.com/office/drawing/2014/main" val="4202507141"/>
                    </a:ext>
                  </a:extLst>
                </a:gridCol>
                <a:gridCol w="2965311">
                  <a:extLst>
                    <a:ext uri="{9D8B030D-6E8A-4147-A177-3AD203B41FA5}">
                      <a16:colId xmlns:a16="http://schemas.microsoft.com/office/drawing/2014/main" val="1152347371"/>
                    </a:ext>
                  </a:extLst>
                </a:gridCol>
                <a:gridCol w="3672732">
                  <a:extLst>
                    <a:ext uri="{9D8B030D-6E8A-4147-A177-3AD203B41FA5}">
                      <a16:colId xmlns:a16="http://schemas.microsoft.com/office/drawing/2014/main" val="265301477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Repository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Method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Description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942654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CrudRepository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latin typeface="Courier New" panose="02070309020205020404" pitchFamily="49" charset="0"/>
                        </a:rPr>
                        <a:t>save(S entity)</a:t>
                      </a:r>
                      <a:endParaRPr lang="en-US" sz="1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Saves a given entity. Inserts if new, updates if it already exists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485103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CrudRepository</a:t>
                      </a:r>
                      <a:endParaRPr lang="en-US" sz="1400" b="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latin typeface="Courier New" panose="02070309020205020404" pitchFamily="49" charset="0"/>
                        </a:rPr>
                        <a:t>saveAll(Iterable&lt;S&gt; entities)</a:t>
                      </a:r>
                      <a:endParaRPr lang="en-US" sz="1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Saves multiple entities in one call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240880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CrudRepository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latin typeface="Courier New" panose="02070309020205020404" pitchFamily="49" charset="0"/>
                        </a:rPr>
                        <a:t>findById(ID id)</a:t>
                      </a:r>
                      <a:endParaRPr lang="en-US" sz="1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Retrieves an entity by its ID, returned as an </a:t>
                      </a:r>
                      <a:r>
                        <a:rPr lang="en-US" sz="1400">
                          <a:latin typeface="Courier New" panose="02070309020205020404" pitchFamily="49" charset="0"/>
                        </a:rPr>
                        <a:t>Optional</a:t>
                      </a:r>
                      <a:endParaRPr lang="en-US" sz="14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188083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CrudRepository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latin typeface="Courier New" panose="02070309020205020404" pitchFamily="49" charset="0"/>
                        </a:rPr>
                        <a:t>existsById(ID id)</a:t>
                      </a:r>
                      <a:endParaRPr lang="en-US" sz="1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Returns </a:t>
                      </a:r>
                      <a:r>
                        <a:rPr lang="en-US" sz="1400">
                          <a:latin typeface="Courier New" panose="02070309020205020404" pitchFamily="49" charset="0"/>
                        </a:rPr>
                        <a:t>true</a:t>
                      </a:r>
                      <a:r>
                        <a:rPr lang="en-US" sz="1400"/>
                        <a:t>/</a:t>
                      </a:r>
                      <a:r>
                        <a:rPr lang="en-US" sz="1400">
                          <a:latin typeface="Courier New" panose="02070309020205020404" pitchFamily="49" charset="0"/>
                        </a:rPr>
                        <a:t>false</a:t>
                      </a:r>
                      <a:r>
                        <a:rPr lang="en-US" sz="1400"/>
                        <a:t> for whether an entity with the given ID exists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933957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CrudRepository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latin typeface="Courier New" panose="02070309020205020404" pitchFamily="49" charset="0"/>
                        </a:rPr>
                        <a:t>findAll()</a:t>
                      </a:r>
                      <a:endParaRPr lang="en-US" sz="1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Retrieves every entity of this type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640512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CrudRepository</a:t>
                      </a:r>
                      <a:endParaRPr lang="en-US" sz="1400" b="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 err="1">
                          <a:latin typeface="Courier New" panose="02070309020205020404" pitchFamily="49" charset="0"/>
                        </a:rPr>
                        <a:t>findAllById</a:t>
                      </a:r>
                      <a:r>
                        <a:rPr lang="en-US" sz="1400" dirty="0"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en-US" sz="1400" dirty="0" err="1">
                          <a:latin typeface="Courier New" panose="02070309020205020404" pitchFamily="49" charset="0"/>
                        </a:rPr>
                        <a:t>Iterable</a:t>
                      </a:r>
                      <a:r>
                        <a:rPr lang="en-US" sz="1400" dirty="0">
                          <a:latin typeface="Courier New" panose="02070309020205020404" pitchFamily="49" charset="0"/>
                        </a:rPr>
                        <a:t>&lt;ID&gt; ids)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Retrieves all entities matching the given collection of IDs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597011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PagingAndSortingRepository</a:t>
                      </a:r>
                      <a:endParaRPr lang="en-US" sz="1400" b="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findAll(Sort sort)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Retrieves all entities, sorted according to the given </a:t>
                      </a:r>
                      <a:r>
                        <a:rPr lang="en-US" sz="1400">
                          <a:latin typeface="Courier New" panose="02070309020205020404" pitchFamily="49" charset="0"/>
                        </a:rPr>
                        <a:t>Sort</a:t>
                      </a:r>
                      <a:endParaRPr lang="en-US" sz="14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503532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PagingAndSortingRepository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findAll</a:t>
                      </a:r>
                      <a:r>
                        <a:rPr lang="en-US" sz="1400" b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(Pageable pageable)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Retrieves entities one page at a time, per the given </a:t>
                      </a:r>
                      <a:r>
                        <a:rPr lang="en-US" sz="1400" dirty="0">
                          <a:latin typeface="Courier New" panose="02070309020205020404" pitchFamily="49" charset="0"/>
                        </a:rPr>
                        <a:t>Pageable</a:t>
                      </a:r>
                      <a:r>
                        <a:rPr lang="en-US" sz="1400" dirty="0"/>
                        <a:t> (page number, size, and optional sort)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4411046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6447378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4C13FB-E120-CB0D-A88E-5EE07BF79F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7776AE-2090-353B-1C44-FF5D9C247B5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12</a:t>
            </a:fld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EC01D1AB-F426-9A04-F8E8-D809F8AFCB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Spring Data Repository Methods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B1DD26A8-AF8F-E371-BBCA-47D5030FAEC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02703120"/>
              </p:ext>
            </p:extLst>
          </p:nvPr>
        </p:nvGraphicFramePr>
        <p:xfrm>
          <a:off x="159574" y="1350012"/>
          <a:ext cx="8824854" cy="4333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86811">
                  <a:extLst>
                    <a:ext uri="{9D8B030D-6E8A-4147-A177-3AD203B41FA5}">
                      <a16:colId xmlns:a16="http://schemas.microsoft.com/office/drawing/2014/main" val="4202507141"/>
                    </a:ext>
                  </a:extLst>
                </a:gridCol>
                <a:gridCol w="2965311">
                  <a:extLst>
                    <a:ext uri="{9D8B030D-6E8A-4147-A177-3AD203B41FA5}">
                      <a16:colId xmlns:a16="http://schemas.microsoft.com/office/drawing/2014/main" val="1152347371"/>
                    </a:ext>
                  </a:extLst>
                </a:gridCol>
                <a:gridCol w="3672732">
                  <a:extLst>
                    <a:ext uri="{9D8B030D-6E8A-4147-A177-3AD203B41FA5}">
                      <a16:colId xmlns:a16="http://schemas.microsoft.com/office/drawing/2014/main" val="265301477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Repository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Method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Description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942654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JpaRepository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findAll</a:t>
                      </a:r>
                      <a:r>
                        <a:rPr lang="en-US" sz="1400" b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() </a:t>
                      </a:r>
                      <a:r>
                        <a:rPr lang="en-US" sz="1400" b="0" i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(overridden)</a:t>
                      </a:r>
                      <a:endParaRPr lang="en-US" sz="1400" b="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Same as </a:t>
                      </a:r>
                      <a:r>
                        <a:rPr lang="en-US" sz="1400" dirty="0" err="1">
                          <a:latin typeface="Courier New" panose="02070309020205020404" pitchFamily="49" charset="0"/>
                        </a:rPr>
                        <a:t>CrudRepository</a:t>
                      </a:r>
                      <a:r>
                        <a:rPr lang="en-US" sz="1400" b="0" dirty="0" err="1"/>
                        <a:t>'s</a:t>
                      </a:r>
                      <a:r>
                        <a:rPr lang="en-US" sz="1400" dirty="0"/>
                        <a:t>, but returns a </a:t>
                      </a:r>
                      <a:r>
                        <a:rPr lang="en-US" sz="1400" dirty="0">
                          <a:latin typeface="Courier New" panose="02070309020205020404" pitchFamily="49" charset="0"/>
                        </a:rPr>
                        <a:t>List</a:t>
                      </a:r>
                      <a:r>
                        <a:rPr lang="en-US" sz="1400" dirty="0"/>
                        <a:t> instead of a generic </a:t>
                      </a:r>
                      <a:r>
                        <a:rPr lang="en-US" sz="1400" dirty="0" err="1">
                          <a:latin typeface="Courier New" panose="02070309020205020404" pitchFamily="49" charset="0"/>
                        </a:rPr>
                        <a:t>Iterable</a:t>
                      </a:r>
                      <a:endParaRPr 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485103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JpaRepository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saveAll(Iterable&lt;S&gt; entities) </a:t>
                      </a:r>
                      <a:r>
                        <a:rPr lang="en-US" sz="1400" b="0" i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(overridden)</a:t>
                      </a:r>
                      <a:endParaRPr lang="en-US" sz="1400" b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Same as </a:t>
                      </a:r>
                      <a:r>
                        <a:rPr lang="en-US" sz="1400" dirty="0" err="1">
                          <a:latin typeface="Courier New" panose="02070309020205020404" pitchFamily="49" charset="0"/>
                        </a:rPr>
                        <a:t>CrudRepository</a:t>
                      </a:r>
                      <a:r>
                        <a:rPr lang="en-US" sz="1400" dirty="0" err="1"/>
                        <a:t>'s</a:t>
                      </a:r>
                      <a:r>
                        <a:rPr lang="en-US" sz="1400" dirty="0"/>
                        <a:t>, but optimized for JPA batch-style inserts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240880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JpaRepository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saveAndFlush(S entity)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Saves an entity, then immediately forces that change to be written to the database, rather than waiting for Hibernate's normal flush timing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188083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JpaRepository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flush()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Forces any pending changes to be written to the database immediately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933957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JpaRepository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deleteAllInBatch()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Deletes all entities in a single, optimized bulk operation, rather than one-by-one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640512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JpaRepository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getReferenceById</a:t>
                      </a:r>
                      <a:r>
                        <a:rPr lang="en-US" sz="1400" b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(ID id)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Returns a lazy reference to an entity without immediately querying the database — useful for setting relationships without a full fetch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5970116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5319417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3CC116-ED3C-20D9-FA73-BDCD3192AB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C6264B1-A718-CB30-A53E-7C7A04B03925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122757" y="6363712"/>
            <a:ext cx="861671" cy="365125"/>
          </a:xfr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spcAft>
                <a:spcPts val="600"/>
              </a:spcAft>
            </a:pPr>
            <a:fld id="{00000000-1234-1234-1234-123412341234}" type="slidenum">
              <a:rPr lang="en-US" smtClean="0"/>
              <a:pPr>
                <a:spcAft>
                  <a:spcPts val="600"/>
                </a:spcAft>
              </a:pPr>
              <a:t>13</a:t>
            </a:fld>
            <a:endParaRPr lang="en-US"/>
          </a:p>
        </p:txBody>
      </p:sp>
      <p:sp>
        <p:nvSpPr>
          <p:cNvPr id="4" name="Google Shape;212;p15">
            <a:extLst>
              <a:ext uri="{FF2B5EF4-FFF2-40B4-BE49-F238E27FC236}">
                <a16:creationId xmlns:a16="http://schemas.microsoft.com/office/drawing/2014/main" id="{DFB594EC-4513-0073-F9F3-1A43CE7C2E30}"/>
              </a:ext>
            </a:extLst>
          </p:cNvPr>
          <p:cNvSpPr txBox="1">
            <a:spLocks/>
          </p:cNvSpPr>
          <p:nvPr/>
        </p:nvSpPr>
        <p:spPr>
          <a:xfrm>
            <a:off x="157163" y="2493034"/>
            <a:ext cx="8826500" cy="35918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457200" indent="-228600" algn="ctr">
              <a:spcBef>
                <a:spcPts val="560"/>
              </a:spcBef>
              <a:buClr>
                <a:schemeClr val="accent1"/>
              </a:buClr>
              <a:buSzPts val="2800"/>
            </a:pPr>
            <a:r>
              <a:rPr lang="en-US" sz="4000" b="0" i="0" u="none" strike="noStrike" cap="none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Query Methods &amp; Property Expressions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4DF4AEA-9ABE-BE34-E789-3D426B66AE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8472" y="0"/>
            <a:ext cx="2355528" cy="864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035173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9F6C2A-CF55-9204-7F82-203EA719DF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7DBC0E-C4BC-CF78-3E9E-F314C2546D3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14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FD23653-0F93-3A9F-5AD2-1772A962BB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010" y="1481446"/>
            <a:ext cx="8383980" cy="4882266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Spring Data JPA can generate a fully working query implementation automatically, just from a method’s name</a:t>
            </a:r>
          </a:p>
          <a:p>
            <a:pPr lvl="1"/>
            <a:r>
              <a:rPr lang="en-US" dirty="0"/>
              <a:t>As long as that name follows a specific, predictable convention</a:t>
            </a:r>
          </a:p>
          <a:p>
            <a:pPr lvl="1"/>
            <a:r>
              <a:rPr lang="en-US" dirty="0"/>
              <a:t>E.g. ‘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findByEmpName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lang="en-US" dirty="0"/>
              <a:t>’</a:t>
            </a:r>
          </a:p>
          <a:p>
            <a:r>
              <a:rPr lang="en-US" dirty="0"/>
              <a:t>This convention-based  approach is called a </a:t>
            </a:r>
            <a:r>
              <a:rPr lang="en-US" b="1" i="1" dirty="0"/>
              <a:t>derived query method</a:t>
            </a:r>
            <a:r>
              <a:rPr lang="en-US" dirty="0"/>
              <a:t>.</a:t>
            </a:r>
          </a:p>
          <a:p>
            <a:r>
              <a:rPr lang="en-US" dirty="0"/>
              <a:t>This approach is built on </a:t>
            </a:r>
            <a:r>
              <a:rPr lang="en-US" b="1" dirty="0"/>
              <a:t>property expressions</a:t>
            </a:r>
          </a:p>
          <a:p>
            <a:r>
              <a:rPr lang="en-US" dirty="0"/>
              <a:t>The general pattern is: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findBy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PropertyName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  <a:r>
              <a:rPr lang="en-US" dirty="0"/>
              <a:t>, where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PropertyName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  <a:r>
              <a:rPr lang="en-US" dirty="0"/>
              <a:t> must exactly match a field name on the entity.</a:t>
            </a:r>
          </a:p>
          <a:p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72B63F8D-C870-9CB7-6B77-47754598E8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Query Methods &amp; Property Expressions</a:t>
            </a:r>
          </a:p>
        </p:txBody>
      </p:sp>
    </p:spTree>
    <p:extLst>
      <p:ext uri="{BB962C8B-B14F-4D97-AF65-F5344CB8AC3E}">
        <p14:creationId xmlns:p14="http://schemas.microsoft.com/office/powerpoint/2010/main" val="13520741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275FD5-B09B-7E92-3108-C7BFCF40EF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C77EA6-F4A8-08A9-4223-4F3954D7B16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15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8A8AF75-A363-4F5B-FA5F-87B010F5B3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010" y="1481445"/>
            <a:ext cx="8383980" cy="5247391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Beyond simple exact matches, property expressions support a range of keywords inserted into the method name to control how to comparison is performed:</a:t>
            </a:r>
          </a:p>
          <a:p>
            <a:pPr lvl="1"/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findByEmpNameContaining</a:t>
            </a:r>
            <a:r>
              <a:rPr lang="en-US" dirty="0"/>
              <a:t>: Searches for records by a string value using partial matches (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LIKE</a:t>
            </a:r>
            <a:r>
              <a:rPr lang="en-US" dirty="0"/>
              <a:t> ‘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%value%</a:t>
            </a:r>
            <a:r>
              <a:rPr lang="en-US" dirty="0"/>
              <a:t>’ )</a:t>
            </a:r>
          </a:p>
          <a:p>
            <a:pPr lvl="1"/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findByEmpSalaryGreaterThan</a:t>
            </a:r>
            <a:r>
              <a:rPr lang="en-US" dirty="0"/>
              <a:t>: Numeric/Date comparisons</a:t>
            </a:r>
          </a:p>
          <a:p>
            <a:pPr lvl="1"/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findByEmpTitleIgnoreCase</a:t>
            </a:r>
            <a:r>
              <a:rPr lang="en-US" dirty="0"/>
              <a:t>: case-insensitive matching</a:t>
            </a:r>
          </a:p>
          <a:p>
            <a:pPr lvl="1"/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findByEmpNameOrderByEmpSararyDesc</a:t>
            </a:r>
            <a:r>
              <a:rPr lang="en-US" dirty="0"/>
              <a:t>: combining a condition with a specified sort order</a:t>
            </a:r>
          </a:p>
          <a:p>
            <a:r>
              <a:rPr lang="en-US" dirty="0"/>
              <a:t>Multiple conditions can be combined using </a:t>
            </a:r>
            <a:r>
              <a:rPr lang="en-US" dirty="0" err="1"/>
              <a:t>And/Or</a:t>
            </a:r>
            <a:r>
              <a:rPr lang="en-US" dirty="0"/>
              <a:t> directly in the method name</a:t>
            </a:r>
          </a:p>
          <a:p>
            <a:pPr lvl="1"/>
            <a:r>
              <a:rPr lang="en-US" dirty="0"/>
              <a:t>E.g. </a:t>
            </a:r>
            <a:r>
              <a:rPr lang="en-US" dirty="0" err="1"/>
              <a:t>findByEmpTitleAndEmpSalaryGreaterThan</a:t>
            </a:r>
            <a:r>
              <a:rPr lang="en-US" dirty="0"/>
              <a:t>(String title, </a:t>
            </a:r>
            <a:r>
              <a:rPr lang="en-US" dirty="0" err="1"/>
              <a:t>BigDecimal</a:t>
            </a:r>
            <a:r>
              <a:rPr lang="en-US" dirty="0"/>
              <a:t> </a:t>
            </a:r>
            <a:r>
              <a:rPr lang="en-US" dirty="0" err="1"/>
              <a:t>minSalary</a:t>
            </a:r>
            <a:r>
              <a:rPr lang="en-US" dirty="0"/>
              <a:t>)</a:t>
            </a:r>
          </a:p>
          <a:p>
            <a:r>
              <a:rPr lang="en-US" dirty="0"/>
              <a:t>For a full list of query method features, see the documentation:</a:t>
            </a:r>
          </a:p>
          <a:p>
            <a:pPr lvl="1"/>
            <a:r>
              <a:rPr lang="en-US" dirty="0">
                <a:hlinkClick r:id="rId2"/>
              </a:rPr>
              <a:t>Defining Query Methods :: Spring Data JPA</a:t>
            </a:r>
            <a:endParaRPr lang="en-US" dirty="0"/>
          </a:p>
          <a:p>
            <a:pPr lvl="1"/>
            <a:r>
              <a:rPr lang="en-US" dirty="0">
                <a:hlinkClick r:id="rId3"/>
              </a:rPr>
              <a:t>Repository query keywords :: Spring Data JPA</a:t>
            </a:r>
            <a:endParaRPr lang="en-US" dirty="0"/>
          </a:p>
          <a:p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FC6136EB-D12E-FDF1-FF46-FDF7874B62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Query Methods</a:t>
            </a:r>
          </a:p>
        </p:txBody>
      </p:sp>
    </p:spTree>
    <p:extLst>
      <p:ext uri="{BB962C8B-B14F-4D97-AF65-F5344CB8AC3E}">
        <p14:creationId xmlns:p14="http://schemas.microsoft.com/office/powerpoint/2010/main" val="21717561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8D9FBF-17DA-D2AD-B7CB-DB2397BD26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8C4EDC-FC11-13F5-3E61-4A6A3214400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16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A4A5F3D-8EE2-8652-161F-E11399B3B9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010" y="1481445"/>
            <a:ext cx="8383980" cy="5247391"/>
          </a:xfrm>
        </p:spPr>
        <p:txBody>
          <a:bodyPr>
            <a:normAutofit fontScale="92500"/>
          </a:bodyPr>
          <a:lstStyle/>
          <a:p>
            <a:r>
              <a:rPr lang="en-US" dirty="0"/>
              <a:t>When defining query methods, Spring Data JPA validates these method names at application startup</a:t>
            </a:r>
          </a:p>
          <a:p>
            <a:pPr lvl="1"/>
            <a:r>
              <a:rPr lang="en-US" dirty="0"/>
              <a:t>A method name that doesn’t correctly correspond to real entity fields will cause the application to fail to start</a:t>
            </a:r>
          </a:p>
          <a:p>
            <a:r>
              <a:rPr lang="en-US" dirty="0"/>
              <a:t>Derived query methods have a </a:t>
            </a:r>
            <a:r>
              <a:rPr lang="en-US" b="1" dirty="0"/>
              <a:t>practical limit</a:t>
            </a:r>
            <a:r>
              <a:rPr lang="en-US" dirty="0"/>
              <a:t>: anything beyond a moderate level of complexity requires a custom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@Query </a:t>
            </a:r>
            <a:r>
              <a:rPr lang="en-US" dirty="0"/>
              <a:t>annotation.</a:t>
            </a:r>
          </a:p>
          <a:p>
            <a:r>
              <a:rPr lang="en-US" dirty="0"/>
              <a:t>The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@Query</a:t>
            </a:r>
            <a:r>
              <a:rPr lang="en-US" dirty="0"/>
              <a:t> annotation can be applied to a method to provide a specific SQL query for the method to pass to the database.</a:t>
            </a:r>
          </a:p>
          <a:p>
            <a:pPr lvl="1"/>
            <a:r>
              <a:rPr lang="en-US" dirty="0"/>
              <a:t>Note: When using the @Query annotation, you may provide JPQL (Java Persistence Query Language) or native SQL.</a:t>
            </a:r>
          </a:p>
          <a:p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324819ED-3664-5767-E01C-8F6EC624BA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Query Methods</a:t>
            </a:r>
          </a:p>
        </p:txBody>
      </p:sp>
    </p:spTree>
    <p:extLst>
      <p:ext uri="{BB962C8B-B14F-4D97-AF65-F5344CB8AC3E}">
        <p14:creationId xmlns:p14="http://schemas.microsoft.com/office/powerpoint/2010/main" val="11347038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235AE4-E2FB-7020-FC0D-E556930503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F0CC8B-A3C7-2376-5D4B-97CAC5BC9AE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17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809421D-FC9A-A62F-474B-E56E4C5565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010" y="1481445"/>
            <a:ext cx="8383980" cy="5247391"/>
          </a:xfrm>
        </p:spPr>
        <p:txBody>
          <a:bodyPr>
            <a:normAutofit lnSpcReduction="10000"/>
          </a:bodyPr>
          <a:lstStyle/>
          <a:p>
            <a:r>
              <a:rPr lang="en-US" dirty="0"/>
              <a:t>JPQL is a query language defined as part of the JPA spec</a:t>
            </a:r>
          </a:p>
          <a:p>
            <a:r>
              <a:rPr lang="en-US" dirty="0"/>
              <a:t>Instead of querying database tables and columns, JPQL operates on entities and their fields:</a:t>
            </a:r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Note: You are not required to use JPQL, but you should be aware of what it is.</a:t>
            </a:r>
          </a:p>
          <a:p>
            <a:r>
              <a:rPr lang="en-US" dirty="0"/>
              <a:t>See the documentation if you want more details: </a:t>
            </a:r>
            <a:r>
              <a:rPr lang="en-US" dirty="0">
                <a:hlinkClick r:id="rId2"/>
              </a:rPr>
              <a:t>The Jakarta Persistence Query Language :: Jakarta EE Tutorial :: Jakarta EE Documentation</a:t>
            </a:r>
            <a:endParaRPr lang="en-US" dirty="0"/>
          </a:p>
          <a:p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6C8C6D35-97B3-CD5B-0E38-0CEDD25BED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JPQL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EF3FA63-2CDE-4FB7-661F-8003221F45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942" y="3669596"/>
            <a:ext cx="7278116" cy="6382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26520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uiExpand="1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9692B4-53E7-CCE7-F92D-9648BFA76D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2FB6837-EE4B-562C-4363-1F58C02E5A72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122757" y="6363712"/>
            <a:ext cx="861671" cy="365125"/>
          </a:xfr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spcAft>
                <a:spcPts val="600"/>
              </a:spcAft>
            </a:pPr>
            <a:fld id="{00000000-1234-1234-1234-123412341234}" type="slidenum">
              <a:rPr lang="en-US" smtClean="0"/>
              <a:pPr>
                <a:spcAft>
                  <a:spcPts val="600"/>
                </a:spcAft>
              </a:pPr>
              <a:t>18</a:t>
            </a:fld>
            <a:endParaRPr lang="en-US"/>
          </a:p>
        </p:txBody>
      </p:sp>
      <p:sp>
        <p:nvSpPr>
          <p:cNvPr id="4" name="Google Shape;212;p15">
            <a:extLst>
              <a:ext uri="{FF2B5EF4-FFF2-40B4-BE49-F238E27FC236}">
                <a16:creationId xmlns:a16="http://schemas.microsoft.com/office/drawing/2014/main" id="{216EE179-029E-6C4D-70F0-F266B1428901}"/>
              </a:ext>
            </a:extLst>
          </p:cNvPr>
          <p:cNvSpPr txBox="1">
            <a:spLocks/>
          </p:cNvSpPr>
          <p:nvPr/>
        </p:nvSpPr>
        <p:spPr>
          <a:xfrm>
            <a:off x="157163" y="2493034"/>
            <a:ext cx="8826500" cy="35918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457200" indent="-228600" algn="ctr">
              <a:spcBef>
                <a:spcPts val="560"/>
              </a:spcBef>
              <a:buClr>
                <a:schemeClr val="accent1"/>
              </a:buClr>
              <a:buSzPts val="2800"/>
            </a:pPr>
            <a:r>
              <a:rPr lang="en-US" sz="4000" b="0" i="0" u="none" strike="noStrike" cap="none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Transactions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2C68E02-80CE-5BCA-2C6B-1001C822CC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8472" y="0"/>
            <a:ext cx="2355528" cy="864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494906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D55D4B-DEF2-4643-62C1-330EEE7280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2206F9-3102-7684-EE3C-D0A02CD9982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19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3300639-5877-A6AE-DC54-1C00E3017B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010" y="1481446"/>
            <a:ext cx="8383980" cy="5247391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[Recap] A transaction is a group of one or more database operations treated as a </a:t>
            </a:r>
            <a:r>
              <a:rPr lang="en-US" b="1" i="1" dirty="0"/>
              <a:t>single indivisible unit of work</a:t>
            </a:r>
            <a:endParaRPr lang="en-US" dirty="0"/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@Transactional</a:t>
            </a:r>
            <a:r>
              <a:rPr lang="en-US" dirty="0"/>
              <a:t> is Spring’s annotation for declaring that a method should run as a transaction</a:t>
            </a:r>
          </a:p>
          <a:p>
            <a:pPr lvl="1"/>
            <a:r>
              <a:rPr lang="en-US" dirty="0"/>
              <a:t>Placed on a method (or a whole class)</a:t>
            </a:r>
          </a:p>
          <a:p>
            <a:pPr lvl="1"/>
            <a:r>
              <a:rPr lang="en-US" dirty="0"/>
              <a:t>Tells Spring to wrap that method’s execution in transaction management automatically</a:t>
            </a:r>
          </a:p>
          <a:p>
            <a:r>
              <a:rPr lang="en-US" dirty="0"/>
              <a:t>By default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@Transactional</a:t>
            </a:r>
            <a:r>
              <a:rPr lang="en-US" dirty="0"/>
              <a:t> follows a simple rule:</a:t>
            </a:r>
          </a:p>
          <a:p>
            <a:pPr lvl="1"/>
            <a:r>
              <a:rPr lang="en-US" dirty="0"/>
              <a:t>If the annotated method completes normally, the transaction is committed; if the method </a:t>
            </a:r>
            <a:r>
              <a:rPr lang="en-US" b="1" i="1" u="sng" dirty="0"/>
              <a:t>throws an unchecked exception</a:t>
            </a:r>
            <a:r>
              <a:rPr lang="en-US" dirty="0"/>
              <a:t> the transaction is rolled back.</a:t>
            </a:r>
          </a:p>
          <a:p>
            <a:pPr lvl="1"/>
            <a:r>
              <a:rPr lang="en-US" dirty="0"/>
              <a:t>Note: If your method throws a checked exception – you must explicitly state the checked exception using the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rollbackFor</a:t>
            </a:r>
            <a:r>
              <a:rPr lang="en-US" dirty="0"/>
              <a:t> of the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@Transactional</a:t>
            </a:r>
            <a:r>
              <a:rPr lang="en-US" dirty="0"/>
              <a:t>.</a:t>
            </a:r>
          </a:p>
          <a:p>
            <a:r>
              <a:rPr lang="en-US" dirty="0"/>
              <a:t>Note: the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save()</a:t>
            </a:r>
            <a:r>
              <a:rPr lang="en-US" dirty="0"/>
              <a:t>,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deleteById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lang="en-US" dirty="0"/>
              <a:t>, etc… methods are already individual transactions – so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@Transactional</a:t>
            </a:r>
            <a:r>
              <a:rPr lang="en-US" dirty="0"/>
              <a:t> is necessary specifically when a single service method needs to call more than one repository operation.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996D54FD-3FDF-496D-D3AF-2D267D522B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Transactions</a:t>
            </a:r>
          </a:p>
        </p:txBody>
      </p:sp>
    </p:spTree>
    <p:extLst>
      <p:ext uri="{BB962C8B-B14F-4D97-AF65-F5344CB8AC3E}">
        <p14:creationId xmlns:p14="http://schemas.microsoft.com/office/powerpoint/2010/main" val="41222090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4A9EDF-382F-EE1C-A7CA-CC9FC3F7BE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F088C61-DF83-CB44-918B-A450204E5F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728BC2-ACA3-447C-A909-F3F49211C066}" type="slidenum">
              <a:rPr lang="en-US" smtClean="0"/>
              <a:pPr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3401793"/>
      </p:ext>
    </p:extLst>
  </p:cSld>
  <p:clrMapOvr>
    <a:masterClrMapping/>
  </p:clrMapOvr>
</p:sld>
</file>

<file path=ppt/theme/theme1.xml><?xml version="1.0" encoding="utf-8"?>
<a:theme xmlns:a="http://schemas.openxmlformats.org/drawingml/2006/main" name="Revature">
  <a:themeElements>
    <a:clrScheme name="Revature">
      <a:dk1>
        <a:sysClr val="windowText" lastClr="000000"/>
      </a:dk1>
      <a:lt1>
        <a:srgbClr val="FFFFFF"/>
      </a:lt1>
      <a:dk2>
        <a:srgbClr val="474C55"/>
      </a:dk2>
      <a:lt2>
        <a:srgbClr val="F2F2F2"/>
      </a:lt2>
      <a:accent1>
        <a:srgbClr val="F36A25"/>
      </a:accent1>
      <a:accent2>
        <a:srgbClr val="A0A1A0"/>
      </a:accent2>
      <a:accent3>
        <a:srgbClr val="474C55"/>
      </a:accent3>
      <a:accent4>
        <a:srgbClr val="F7A528"/>
      </a:accent4>
      <a:accent5>
        <a:srgbClr val="73A5C2"/>
      </a:accent5>
      <a:accent6>
        <a:srgbClr val="F36A25"/>
      </a:accent6>
      <a:hlink>
        <a:srgbClr val="F36A25"/>
      </a:hlink>
      <a:folHlink>
        <a:srgbClr val="F36A25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vature" id="{24F846AD-0162-44D4-93E8-2F393369D2EF}" vid="{C2372A91-FFE2-4AA5-895E-1FECFBB281D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Revature</Template>
  <TotalTime>4309</TotalTime>
  <Words>1621</Words>
  <Application>Microsoft Office PowerPoint</Application>
  <PresentationFormat>On-screen Show (4:3)</PresentationFormat>
  <Paragraphs>196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Courier New</vt:lpstr>
      <vt:lpstr>Revature</vt:lpstr>
      <vt:lpstr>Spring Data</vt:lpstr>
      <vt:lpstr>Outline</vt:lpstr>
      <vt:lpstr>PowerPoint Presentation</vt:lpstr>
      <vt:lpstr>Spring Data</vt:lpstr>
      <vt:lpstr>Spring Data | Sub Projects</vt:lpstr>
      <vt:lpstr>Spring Data | JPA, Hibernate, Spring Data JPA</vt:lpstr>
      <vt:lpstr>PowerPoint Presentation</vt:lpstr>
      <vt:lpstr>Entity Mapping</vt:lpstr>
      <vt:lpstr>Entity Mapping | Annotations</vt:lpstr>
      <vt:lpstr>PowerPoint Presentation</vt:lpstr>
      <vt:lpstr>JPA vs Crud Repositories</vt:lpstr>
      <vt:lpstr>Spring Data Repository Methods</vt:lpstr>
      <vt:lpstr>Spring Data Repository Methods</vt:lpstr>
      <vt:lpstr>PowerPoint Presentation</vt:lpstr>
      <vt:lpstr>Query Methods &amp; Property Expressions</vt:lpstr>
      <vt:lpstr>Query Methods</vt:lpstr>
      <vt:lpstr>Query Methods</vt:lpstr>
      <vt:lpstr>JPQL</vt:lpstr>
      <vt:lpstr>PowerPoint Presentation</vt:lpstr>
      <vt:lpstr>Transactions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Manipulation Language</dc:title>
  <dc:creator>Bryn Portella</dc:creator>
  <cp:lastModifiedBy>Joseph Highe</cp:lastModifiedBy>
  <cp:revision>21</cp:revision>
  <dcterms:created xsi:type="dcterms:W3CDTF">2021-04-20T18:35:45Z</dcterms:created>
  <dcterms:modified xsi:type="dcterms:W3CDTF">2026-08-27T17:09:37Z</dcterms:modified>
</cp:coreProperties>
</file>