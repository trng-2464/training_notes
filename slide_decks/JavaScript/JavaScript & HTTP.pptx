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357" r:id="rId4"/>
    <p:sldId id="343" r:id="rId5"/>
    <p:sldId id="449" r:id="rId6"/>
    <p:sldId id="450" r:id="rId7"/>
    <p:sldId id="447" r:id="rId8"/>
    <p:sldId id="448" r:id="rId9"/>
    <p:sldId id="455" r:id="rId10"/>
    <p:sldId id="443" r:id="rId11"/>
    <p:sldId id="444" r:id="rId12"/>
    <p:sldId id="451" r:id="rId13"/>
    <p:sldId id="452" r:id="rId14"/>
    <p:sldId id="453" r:id="rId15"/>
    <p:sldId id="445" r:id="rId16"/>
    <p:sldId id="446" r:id="rId17"/>
    <p:sldId id="454" r:id="rId18"/>
    <p:sldId id="456" r:id="rId19"/>
    <p:sldId id="457" r:id="rId20"/>
    <p:sldId id="458" r:id="rId21"/>
    <p:sldId id="358" r:id="rId2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Asynchronous HTTP requests with JS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&amp; HTTP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JSON</a:t>
            </a:r>
          </a:p>
          <a:p>
            <a:r>
              <a:rPr lang="en-US" dirty="0"/>
              <a:t>The Fetch API</a:t>
            </a:r>
          </a:p>
          <a:p>
            <a:r>
              <a:rPr lang="en-US" dirty="0"/>
              <a:t>Promises</a:t>
            </a:r>
          </a:p>
          <a:p>
            <a:r>
              <a:rPr lang="en-US" dirty="0"/>
              <a:t>Async &amp; Await</a:t>
            </a:r>
          </a:p>
          <a:p>
            <a:r>
              <a:rPr lang="en-US" dirty="0"/>
              <a:t>Post &amp; Response Body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/>
              <a:t>JSON stands for JavaScript Object Notation.</a:t>
            </a:r>
          </a:p>
          <a:p>
            <a:r>
              <a:rPr lang="en-US" dirty="0"/>
              <a:t>JSON is a lightweight, text-based format for representing structured data</a:t>
            </a:r>
          </a:p>
          <a:p>
            <a:r>
              <a:rPr lang="en-US" dirty="0"/>
              <a:t>JSON is </a:t>
            </a:r>
            <a:r>
              <a:rPr lang="en-US" b="1" i="1" dirty="0"/>
              <a:t>language-agnostic</a:t>
            </a:r>
            <a:endParaRPr lang="en-US" dirty="0"/>
          </a:p>
          <a:p>
            <a:pPr lvl="1"/>
            <a:r>
              <a:rPr lang="en-US" dirty="0"/>
              <a:t>It is used across virtually every programming language and platform</a:t>
            </a:r>
          </a:p>
          <a:p>
            <a:r>
              <a:rPr lang="en-US" dirty="0"/>
              <a:t>JSON is most commonly used to send and receive data between a </a:t>
            </a:r>
            <a:r>
              <a:rPr lang="en-US" b="1" i="1" dirty="0"/>
              <a:t>client</a:t>
            </a:r>
            <a:r>
              <a:rPr lang="en-US" dirty="0"/>
              <a:t> and a </a:t>
            </a:r>
            <a:r>
              <a:rPr lang="en-US" b="1" i="1" dirty="0"/>
              <a:t>server</a:t>
            </a:r>
            <a:r>
              <a:rPr lang="en-US" dirty="0"/>
              <a:t> over HTTP</a:t>
            </a:r>
          </a:p>
          <a:p>
            <a:r>
              <a:rPr lang="en-US" dirty="0"/>
              <a:t>JSON has a strict syntax:</a:t>
            </a:r>
          </a:p>
          <a:p>
            <a:pPr lvl="1"/>
            <a:r>
              <a:rPr lang="en-US" dirty="0"/>
              <a:t>Keys must be double-quoted strings</a:t>
            </a:r>
          </a:p>
          <a:p>
            <a:pPr lvl="1"/>
            <a:r>
              <a:rPr lang="en-US" dirty="0"/>
              <a:t>Trailing commas are not allowed</a:t>
            </a:r>
          </a:p>
          <a:p>
            <a:pPr lvl="1"/>
            <a:r>
              <a:rPr lang="en-US" dirty="0"/>
              <a:t>All string values must use double quotes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D098C-5CF3-A417-BD6E-7213782F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3938A-2832-24CD-D06A-FB88B3AD4E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A6E690-98DF-1620-4C4D-85EE6C9B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JSON supports six data types: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Booleans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Arrays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Objects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</a:p>
          <a:p>
            <a:pPr lvl="1"/>
            <a:r>
              <a:rPr lang="en-US" dirty="0"/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undefined</a:t>
            </a:r>
            <a:r>
              <a:rPr lang="en-US" dirty="0"/>
              <a:t>, functions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Symbol</a:t>
            </a:r>
            <a:r>
              <a:rPr lang="en-US" dirty="0"/>
              <a:t> are not valid JSON)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6B0EBE-E79B-0659-901E-92454923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| Supported Datatypes</a:t>
            </a:r>
          </a:p>
        </p:txBody>
      </p:sp>
    </p:spTree>
    <p:extLst>
      <p:ext uri="{BB962C8B-B14F-4D97-AF65-F5344CB8AC3E}">
        <p14:creationId xmlns:p14="http://schemas.microsoft.com/office/powerpoint/2010/main" val="130658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5BDC5-5937-FF34-141B-97F4C2812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1BF3E-9692-DFAA-5FB7-AE6A03A473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BE63A-554F-C9BA-F088-02AFC18AB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JSON.parse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: Converts a JSON string into a JavaScript object or value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JSON.stringify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(value)</a:t>
            </a:r>
            <a:r>
              <a:rPr lang="en-US" dirty="0"/>
              <a:t>: converts a JavaScript object or value into a JSON string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JSON.stringify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accepts optional arguments for filtering keys and formatting output with indentation</a:t>
            </a:r>
          </a:p>
          <a:p>
            <a:r>
              <a:rPr lang="en-US" dirty="0"/>
              <a:t>Properties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undefined</a:t>
            </a:r>
            <a:r>
              <a:rPr lang="en-US" dirty="0"/>
              <a:t> values, functions,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Symbol</a:t>
            </a:r>
            <a:r>
              <a:rPr lang="en-US" dirty="0"/>
              <a:t> keys are </a:t>
            </a:r>
            <a:r>
              <a:rPr lang="en-US" b="1" i="1" dirty="0"/>
              <a:t>silently dropped</a:t>
            </a:r>
            <a:r>
              <a:rPr lang="en-US" dirty="0"/>
              <a:t>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JSON.stringify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5F2A07-740F-91A5-D831-7E590001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| Methods</a:t>
            </a:r>
          </a:p>
        </p:txBody>
      </p:sp>
    </p:spTree>
    <p:extLst>
      <p:ext uri="{BB962C8B-B14F-4D97-AF65-F5344CB8AC3E}">
        <p14:creationId xmlns:p14="http://schemas.microsoft.com/office/powerpoint/2010/main" val="28156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050D9-774E-063D-A319-819B6200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F0542D-8D6B-48F1-FCDA-E3841B68E5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88AEFE6-853B-117D-334E-E3D2EAC5F33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Fetch API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A1FEAD-2671-707D-DF5E-04A395907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442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5BB10-4FBC-F00F-E1F1-47B480AC0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5876B-877C-B3C8-2232-61A7A3839A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E1ECCA-06A8-C4CE-3673-3AB5BD652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Fetch API is a modern, built-in browser interface for making HTTP requests from JavaScript</a:t>
            </a:r>
          </a:p>
          <a:p>
            <a:r>
              <a:rPr lang="en-US" dirty="0"/>
              <a:t>Fetch is </a:t>
            </a:r>
            <a:r>
              <a:rPr lang="en-US" b="1" dirty="0"/>
              <a:t>Promise-based</a:t>
            </a:r>
            <a:r>
              <a:rPr lang="en-US" dirty="0"/>
              <a:t>. Every call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fetch()</a:t>
            </a:r>
            <a:r>
              <a:rPr lang="en-US" dirty="0"/>
              <a:t> returns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Promise</a:t>
            </a:r>
            <a:r>
              <a:rPr lang="en-US" dirty="0"/>
              <a:t> that resolves to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Response</a:t>
            </a:r>
            <a:r>
              <a:rPr lang="en-US" dirty="0"/>
              <a:t> object.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fetch()</a:t>
            </a:r>
            <a:r>
              <a:rPr lang="en-US" dirty="0"/>
              <a:t> function takes a URL as its first argument, and an optional configuration object as it’s second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16A836-BF32-6118-696E-8CC3F0373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API</a:t>
            </a:r>
          </a:p>
        </p:txBody>
      </p:sp>
    </p:spTree>
    <p:extLst>
      <p:ext uri="{BB962C8B-B14F-4D97-AF65-F5344CB8AC3E}">
        <p14:creationId xmlns:p14="http://schemas.microsoft.com/office/powerpoint/2010/main" val="65880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1099-1A11-F695-8936-C4DA75DCE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E90C0-EB94-9E56-2363-AFADA41223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73BFB-3A06-A171-1A82-EF10212C3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Before Fetch, HTTP requests were made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XMLHttpRequest</a:t>
            </a:r>
            <a:r>
              <a:rPr lang="en-US" dirty="0"/>
              <a:t> (XHR)</a:t>
            </a:r>
          </a:p>
          <a:p>
            <a:r>
              <a:rPr lang="en-US" dirty="0"/>
              <a:t>This is an older, callback-based API that is significantly more verbose</a:t>
            </a:r>
          </a:p>
          <a:p>
            <a:r>
              <a:rPr lang="en-US" dirty="0"/>
              <a:t>Fetch is cleaner, more readable, and integrates naturally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async/await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promises</a:t>
            </a:r>
            <a:r>
              <a:rPr lang="en-US" dirty="0"/>
              <a:t>.</a:t>
            </a:r>
          </a:p>
          <a:p>
            <a:r>
              <a:rPr lang="en-US" dirty="0"/>
              <a:t>One important quirk: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fetch()</a:t>
            </a:r>
            <a:r>
              <a:rPr lang="en-US" dirty="0"/>
              <a:t> only rejects its Promise on network failure</a:t>
            </a:r>
          </a:p>
          <a:p>
            <a:pPr lvl="1"/>
            <a:r>
              <a:rPr lang="en-US" dirty="0"/>
              <a:t>HTTP error responses like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404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500</a:t>
            </a:r>
            <a:r>
              <a:rPr lang="en-US" dirty="0"/>
              <a:t> still resolve as fulfilled, and must be checked manually via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response.ok</a:t>
            </a:r>
            <a:r>
              <a:rPr lang="en-US" dirty="0"/>
              <a:t> 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response.status</a:t>
            </a:r>
            <a:r>
              <a:rPr lang="en-US" dirty="0"/>
              <a:t>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response.ok</a:t>
            </a:r>
            <a:r>
              <a:rPr lang="en-US" dirty="0"/>
              <a:t> returns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for status codes in the 200-299 range,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 for anything else.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F5C427-E83F-15F2-0285-F33B6A4B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API</a:t>
            </a:r>
          </a:p>
        </p:txBody>
      </p:sp>
    </p:spTree>
    <p:extLst>
      <p:ext uri="{BB962C8B-B14F-4D97-AF65-F5344CB8AC3E}">
        <p14:creationId xmlns:p14="http://schemas.microsoft.com/office/powerpoint/2010/main" val="14495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0339A-6C5D-5F5D-A80C-0B8C4EF9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2D1755-FE8E-7E62-E395-848AB99B22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A0BCFE0-2F65-C8FA-5F3A-A5A3B730EA8C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Promises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5660CC-06D6-2BE5-B59E-3FA22FE07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85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1C693-C51C-60DA-7173-E77A03A5F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DACE9-8C08-862F-4058-AC5B6DDA09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C95327-E77F-A22B-ECB9-BDA675608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i="1" dirty="0"/>
              <a:t>Promise</a:t>
            </a:r>
            <a:r>
              <a:rPr lang="en-US" dirty="0"/>
              <a:t> is a JavaScript object the represents the </a:t>
            </a:r>
            <a:r>
              <a:rPr lang="en-US" b="1" i="1" dirty="0"/>
              <a:t>eventual result of an asynchronous operations</a:t>
            </a:r>
            <a:endParaRPr lang="en-US" dirty="0"/>
          </a:p>
          <a:p>
            <a:pPr lvl="1"/>
            <a:r>
              <a:rPr lang="en-US" dirty="0"/>
              <a:t>This is a value that is “not available yet, but will be at some point in the future”</a:t>
            </a:r>
          </a:p>
          <a:p>
            <a:r>
              <a:rPr lang="en-US" dirty="0"/>
              <a:t>Promises were introduced to solve </a:t>
            </a:r>
            <a:r>
              <a:rPr lang="en-US" b="1" dirty="0"/>
              <a:t>callback hell</a:t>
            </a:r>
            <a:r>
              <a:rPr lang="en-US" dirty="0"/>
              <a:t> – deeply nested callback that made asynchronous code difficult to read, write and debug.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17FAA6-162B-ED55-9CE3-E0C33078E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Promises</a:t>
            </a:r>
          </a:p>
        </p:txBody>
      </p:sp>
    </p:spTree>
    <p:extLst>
      <p:ext uri="{BB962C8B-B14F-4D97-AF65-F5344CB8AC3E}">
        <p14:creationId xmlns:p14="http://schemas.microsoft.com/office/powerpoint/2010/main" val="149879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79F9D-7E0B-C566-C6DA-351A16768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DE06A-83A8-6DF1-EDB8-3E4CE807CD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88FE9-2BF8-8C83-3073-52341BFD7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promise will exist in one of the following three states:</a:t>
            </a:r>
          </a:p>
          <a:p>
            <a:r>
              <a:rPr lang="en-US" b="1" dirty="0"/>
              <a:t>Pending</a:t>
            </a:r>
            <a:r>
              <a:rPr lang="en-US" dirty="0"/>
              <a:t>: The operation is not yet complete. This is the initial state.</a:t>
            </a:r>
          </a:p>
          <a:p>
            <a:r>
              <a:rPr lang="en-US" b="1" dirty="0"/>
              <a:t>Fulfilled</a:t>
            </a:r>
            <a:r>
              <a:rPr lang="en-US" dirty="0"/>
              <a:t>: The operation completed successfully and the result is available</a:t>
            </a:r>
          </a:p>
          <a:p>
            <a:r>
              <a:rPr lang="en-US" b="1" dirty="0"/>
              <a:t>Rejected</a:t>
            </a:r>
            <a:r>
              <a:rPr lang="en-US" dirty="0"/>
              <a:t>: The operation failed, and a reason is available.</a:t>
            </a:r>
          </a:p>
          <a:p>
            <a:r>
              <a:rPr lang="en-US" dirty="0"/>
              <a:t>Once a Promise settles into either fulfilled or rejected it’s state is </a:t>
            </a:r>
            <a:r>
              <a:rPr lang="en-US" b="1" i="1" dirty="0"/>
              <a:t>permanent</a:t>
            </a:r>
            <a:r>
              <a:rPr lang="en-US" dirty="0"/>
              <a:t> – it cannot change again.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F11EBE-A06B-77ED-B8AE-59844581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Promises | States</a:t>
            </a:r>
          </a:p>
        </p:txBody>
      </p:sp>
    </p:spTree>
    <p:extLst>
      <p:ext uri="{BB962C8B-B14F-4D97-AF65-F5344CB8AC3E}">
        <p14:creationId xmlns:p14="http://schemas.microsoft.com/office/powerpoint/2010/main" val="11895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45A42-CC88-1230-253D-ACE7EA54C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F94BC-E45A-79EC-37B4-82604F8ED1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E13D20-CDBF-1F0C-1FE7-E3500A433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Promises are created using the Promise constructor: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 Promise((resolve, reject) =&gt; {})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resolve(value)</a:t>
            </a:r>
            <a:r>
              <a:rPr lang="en-US" dirty="0"/>
              <a:t> function is called to fulfill the promise with a result value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reject(reason)</a:t>
            </a:r>
            <a:r>
              <a:rPr lang="en-US" dirty="0"/>
              <a:t> function is called to reject the promise with an error or reason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A95FF78-852C-E35E-CF8B-62F77657E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Promises | States</a:t>
            </a:r>
          </a:p>
        </p:txBody>
      </p:sp>
    </p:spTree>
    <p:extLst>
      <p:ext uri="{BB962C8B-B14F-4D97-AF65-F5344CB8AC3E}">
        <p14:creationId xmlns:p14="http://schemas.microsoft.com/office/powerpoint/2010/main" val="22295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9A71-30AE-5DC3-7E25-F8A834B67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EF0F8-E2C5-379D-BB58-59E0E0F853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33DC3-A4EE-1AAF-D520-22D5E5B3E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/>
          </a:bodyPr>
          <a:lstStyle/>
          <a:p>
            <a:r>
              <a:rPr lang="en-US" dirty="0"/>
              <a:t>Once a promise has been fulfilled, the data can be consumed using one of the following methods: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.then(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onFulfilled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: registers a callback to run when the Promise is fulfilled</a:t>
            </a:r>
          </a:p>
          <a:p>
            <a:pPr lvl="1"/>
            <a:r>
              <a:rPr lang="en-US" dirty="0"/>
              <a:t>Receives the resolved value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.catch(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onRejected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: registers a callback to run when the Promise is rejected</a:t>
            </a:r>
          </a:p>
          <a:p>
            <a:pPr lvl="1"/>
            <a:r>
              <a:rPr lang="en-US" dirty="0"/>
              <a:t>Receives the rejection reason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.finally(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onFinally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: Registers a callback that runs regardless of outcome, fulfilled or rejected</a:t>
            </a:r>
          </a:p>
          <a:p>
            <a:pPr lvl="1"/>
            <a:r>
              <a:rPr lang="en-US" dirty="0"/>
              <a:t>Used for cleanup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542361-C117-1120-E517-A578206B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Promises | Consuming a Promise</a:t>
            </a:r>
          </a:p>
        </p:txBody>
      </p:sp>
    </p:spTree>
    <p:extLst>
      <p:ext uri="{BB962C8B-B14F-4D97-AF65-F5344CB8AC3E}">
        <p14:creationId xmlns:p14="http://schemas.microsoft.com/office/powerpoint/2010/main" val="296256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4795-70A1-64F6-A407-0E1826748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F757A1-A666-A45A-D508-9F82167084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C5D687E-585D-1B0E-2407-3A47B7F3419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Async &amp; Await Keywords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FDD62A-9720-20C6-DE35-47176426A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54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B1015-DD96-3193-C68A-A96D167B2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EFB86-1CD7-47CC-9017-DEF0BF4C3B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E09DD0-F2D2-6589-ACC0-EA3DC8A56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async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await</a:t>
            </a:r>
            <a:r>
              <a:rPr lang="en-US" dirty="0"/>
              <a:t> keywords allow asynchronous,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Promise</a:t>
            </a:r>
            <a:r>
              <a:rPr lang="en-US" dirty="0"/>
              <a:t>-based code to be written in a style that reads like synchronous code</a:t>
            </a:r>
          </a:p>
          <a:p>
            <a:pPr lvl="1"/>
            <a:r>
              <a:rPr lang="en-US" dirty="0"/>
              <a:t>Introduced in ES 2017</a:t>
            </a:r>
          </a:p>
          <a:p>
            <a:r>
              <a:rPr lang="en-US" dirty="0"/>
              <a:t>A function marked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async</a:t>
            </a:r>
            <a:r>
              <a:rPr lang="en-US" dirty="0"/>
              <a:t> keyword always returns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Promise</a:t>
            </a:r>
          </a:p>
          <a:p>
            <a:pPr lvl="1"/>
            <a:r>
              <a:rPr lang="en-US" dirty="0"/>
              <a:t>Even if the value is not explicitly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Promise</a:t>
            </a:r>
            <a:r>
              <a:rPr lang="en-US" dirty="0"/>
              <a:t>, it is automatically wrapped in one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await</a:t>
            </a:r>
            <a:r>
              <a:rPr lang="en-US" dirty="0"/>
              <a:t> keyword can only be used </a:t>
            </a:r>
            <a:r>
              <a:rPr lang="en-US" b="1" i="1" dirty="0"/>
              <a:t>inside an </a:t>
            </a: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async</a:t>
            </a:r>
            <a:r>
              <a:rPr lang="en-US" b="1" i="1" dirty="0"/>
              <a:t> function</a:t>
            </a:r>
            <a:r>
              <a:rPr lang="en-US" b="1" dirty="0"/>
              <a:t>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await</a:t>
            </a:r>
            <a:r>
              <a:rPr lang="en-US" dirty="0"/>
              <a:t> pauses the execution of that function until the awaited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Promise</a:t>
            </a:r>
            <a:r>
              <a:rPr lang="en-US" dirty="0"/>
              <a:t> settles.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AFCE22-EC11-66B5-19CC-7858C228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 &amp; Await</a:t>
            </a:r>
          </a:p>
        </p:txBody>
      </p:sp>
    </p:spTree>
    <p:extLst>
      <p:ext uri="{BB962C8B-B14F-4D97-AF65-F5344CB8AC3E}">
        <p14:creationId xmlns:p14="http://schemas.microsoft.com/office/powerpoint/2010/main" val="141163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7CBA0-342B-84EC-03F0-413AC62F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FE649-F926-69AB-1BEE-C16E50CB1B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9CEBF-A449-0C13-F3E4-A7433BD57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await</a:t>
            </a:r>
            <a:r>
              <a:rPr lang="en-US" dirty="0"/>
              <a:t> unwraps the fulfilled value of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Promise</a:t>
            </a:r>
            <a:r>
              <a:rPr lang="en-US" dirty="0"/>
              <a:t> directly, eliminating the need 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.then()</a:t>
            </a:r>
            <a:r>
              <a:rPr lang="en-US" dirty="0"/>
              <a:t> callbacks.</a:t>
            </a:r>
          </a:p>
          <a:p>
            <a:r>
              <a:rPr lang="en-US" dirty="0"/>
              <a:t>If the awaited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Promise</a:t>
            </a:r>
            <a:r>
              <a:rPr lang="en-US" dirty="0"/>
              <a:t> is rejected,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await</a:t>
            </a:r>
            <a:r>
              <a:rPr lang="en-US" dirty="0"/>
              <a:t> throws the rejection reason as an error – making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try/catch</a:t>
            </a:r>
            <a:r>
              <a:rPr lang="en-US" dirty="0"/>
              <a:t> the natural error handling mechanism</a:t>
            </a:r>
          </a:p>
          <a:p>
            <a:r>
              <a:rPr lang="en-US" dirty="0"/>
              <a:t>Note: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async/await</a:t>
            </a:r>
            <a:r>
              <a:rPr lang="en-US" dirty="0"/>
              <a:t> does not replace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Promises</a:t>
            </a:r>
            <a:r>
              <a:rPr lang="en-US" dirty="0"/>
              <a:t> – it is built on top of them.</a:t>
            </a:r>
          </a:p>
          <a:p>
            <a:r>
              <a:rPr lang="en-US" dirty="0"/>
              <a:t>These keywords simply provide a way to produce cleaner syntax for consuming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Promises</a:t>
            </a:r>
            <a:r>
              <a:rPr lang="en-US" dirty="0"/>
              <a:t>, making it easier to debug and read code.</a:t>
            </a:r>
          </a:p>
          <a:p>
            <a:r>
              <a:rPr lang="en-US" dirty="0"/>
              <a:t>Note: You can also include multiple, sequential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await</a:t>
            </a:r>
            <a:r>
              <a:rPr lang="en-US" dirty="0"/>
              <a:t> calls one-after-another. Each waits for the previous one to settle before continuing.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0E4CC2-63B3-7597-A0C4-C46836D13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Await &amp; Promises</a:t>
            </a:r>
          </a:p>
        </p:txBody>
      </p:sp>
    </p:spTree>
    <p:extLst>
      <p:ext uri="{BB962C8B-B14F-4D97-AF65-F5344CB8AC3E}">
        <p14:creationId xmlns:p14="http://schemas.microsoft.com/office/powerpoint/2010/main" val="302258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193B3-5C56-2A2F-874A-EA669A6B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C5707D-0C05-1DD6-52C0-EA5DB1FDF33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50EB326-11B2-1767-2345-3B8D1E46BBD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 &amp; Response Body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B0A344-99AF-467E-509E-97CD2FA13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206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25998-2A83-06CC-42D8-DF3D54DB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FAEA0-2843-31C4-B615-5531E8CADB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96D5A5-4EA3-AE13-C365-766A8C967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Response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object returned by fetch() contains the HTTP response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Headers status and body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response body can only be read once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It is a stream, calling a body method consume it</a:t>
            </a:r>
          </a:p>
          <a:p>
            <a:r>
              <a:rPr lang="en-US" dirty="0" err="1">
                <a:latin typeface="+mj-lt"/>
                <a:cs typeface="Courier New" panose="02070309020205020404" pitchFamily="49" charset="0"/>
              </a:rPr>
              <a:t>response.json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(): parses the response body as JSON and returns a Promise.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Most common when working with REST APIs</a:t>
            </a:r>
          </a:p>
          <a:p>
            <a:r>
              <a:rPr lang="en-US" dirty="0" err="1">
                <a:latin typeface="+mj-lt"/>
                <a:cs typeface="Courier New" panose="02070309020205020404" pitchFamily="49" charset="0"/>
              </a:rPr>
              <a:t>response.text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(): reads the body as a plain string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Useful for HTML responses or plain text.</a:t>
            </a:r>
          </a:p>
          <a:p>
            <a:r>
              <a:rPr lang="en-US" dirty="0" err="1">
                <a:latin typeface="+mj-lt"/>
                <a:cs typeface="Courier New" panose="02070309020205020404" pitchFamily="49" charset="0"/>
              </a:rPr>
              <a:t>response.blob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(): reads the body as a Blob objects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Used for binary data, like images or files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27467D-3056-E15B-BF54-B7630035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&amp; Response</a:t>
            </a:r>
          </a:p>
        </p:txBody>
      </p:sp>
    </p:spTree>
    <p:extLst>
      <p:ext uri="{BB962C8B-B14F-4D97-AF65-F5344CB8AC3E}">
        <p14:creationId xmlns:p14="http://schemas.microsoft.com/office/powerpoint/2010/main" val="170042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5B8D-429A-D2C7-AE5F-154B4C0AE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3E6E2-0BB6-793D-135C-DB8A18AF43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07750-DDE9-2001-98A3-A3D6B2317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A POST request sends data to the server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It is configured via the second argument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fetch()</a:t>
            </a:r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The second argument includes attributes such as: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headers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request body must be a string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Objects must be serialized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JSON.stringify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before being sent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Content-Type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header should be set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“application/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when sending JSON data so the server knows how to interpret the body.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1FAD92-7F11-4AB9-C32E-D0424175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&amp; Response</a:t>
            </a:r>
          </a:p>
        </p:txBody>
      </p:sp>
    </p:spTree>
    <p:extLst>
      <p:ext uri="{BB962C8B-B14F-4D97-AF65-F5344CB8AC3E}">
        <p14:creationId xmlns:p14="http://schemas.microsoft.com/office/powerpoint/2010/main" val="184244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7228</TotalTime>
  <Words>1016</Words>
  <Application>Microsoft Office PowerPoint</Application>
  <PresentationFormat>On-screen Show (4:3)</PresentationFormat>
  <Paragraphs>122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2_Custom Design</vt:lpstr>
      <vt:lpstr>JavaScript &amp; HTTP</vt:lpstr>
      <vt:lpstr>Outline</vt:lpstr>
      <vt:lpstr>PowerPoint Presentation</vt:lpstr>
      <vt:lpstr>JSON</vt:lpstr>
      <vt:lpstr>JSON | Supported Datatypes</vt:lpstr>
      <vt:lpstr>JSON | Methods</vt:lpstr>
      <vt:lpstr>PowerPoint Presentation</vt:lpstr>
      <vt:lpstr>Fetch API</vt:lpstr>
      <vt:lpstr>Fetch API</vt:lpstr>
      <vt:lpstr>PowerPoint Presentation</vt:lpstr>
      <vt:lpstr>Promises</vt:lpstr>
      <vt:lpstr>Promises | States</vt:lpstr>
      <vt:lpstr>Promises | States</vt:lpstr>
      <vt:lpstr>Promises | Consuming a Promise</vt:lpstr>
      <vt:lpstr>PowerPoint Presentation</vt:lpstr>
      <vt:lpstr>Async &amp; Await</vt:lpstr>
      <vt:lpstr>Await &amp; Promises</vt:lpstr>
      <vt:lpstr>PowerPoint Presentation</vt:lpstr>
      <vt:lpstr>POST &amp; Response</vt:lpstr>
      <vt:lpstr>POST &amp; Response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14</cp:revision>
  <cp:lastPrinted>2016-06-20T20:58:50Z</cp:lastPrinted>
  <dcterms:created xsi:type="dcterms:W3CDTF">2016-11-09T18:19:08Z</dcterms:created>
  <dcterms:modified xsi:type="dcterms:W3CDTF">2026-08-13T18:02:46Z</dcterms:modified>
</cp:coreProperties>
</file>